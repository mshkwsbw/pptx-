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6.xml" ContentType="application/vnd.openxmlformats-officedocument.theme+xml"/>
  <Override PartName="/ppt/tags/tag15.xml" ContentType="application/vnd.openxmlformats-officedocument.presentationml.tags+xml"/>
  <Override PartName="/ppt/theme/theme7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87" r:id="rId3"/>
    <p:sldMasterId id="2147483715" r:id="rId4"/>
    <p:sldMasterId id="2147483744" r:id="rId5"/>
    <p:sldMasterId id="2147483772" r:id="rId6"/>
  </p:sldMasterIdLst>
  <p:notesMasterIdLst>
    <p:notesMasterId r:id="rId14"/>
  </p:notesMasterIdLst>
  <p:sldIdLst>
    <p:sldId id="289" r:id="rId7"/>
    <p:sldId id="260" r:id="rId8"/>
    <p:sldId id="284" r:id="rId9"/>
    <p:sldId id="294" r:id="rId10"/>
    <p:sldId id="288" r:id="rId11"/>
    <p:sldId id="2147483634" r:id="rId12"/>
    <p:sldId id="214748364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9EC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5" autoAdjust="0"/>
    <p:restoredTop sz="96233" autoAdjust="0"/>
  </p:normalViewPr>
  <p:slideViewPr>
    <p:cSldViewPr snapToGrid="0">
      <p:cViewPr varScale="1">
        <p:scale>
          <a:sx n="102" d="100"/>
          <a:sy n="102" d="100"/>
        </p:scale>
        <p:origin x="11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227FC-1D4D-48A9-8A33-23603266B779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CD7B4-6392-4461-BE03-A13CB9D6CC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80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EAE0-745D-AC09-221B-8065CC16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6F750-4CC0-1695-C23C-85269472C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48DBA-AADD-33FB-18E2-77E99EA79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E843D-20EB-7AD3-9F52-8D82D67B3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358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标准体系 管理体系 执行体系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D8918C-DA4F-4F72-AB11-2607289116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2.png"/><Relationship Id="rId7" Type="http://schemas.openxmlformats.org/officeDocument/2006/relationships/image" Target="../media/image37.png"/><Relationship Id="rId12" Type="http://schemas.openxmlformats.org/officeDocument/2006/relationships/image" Target="../media/image17.png"/><Relationship Id="rId17" Type="http://schemas.openxmlformats.org/officeDocument/2006/relationships/image" Target="../media/image40.png"/><Relationship Id="rId2" Type="http://schemas.openxmlformats.org/officeDocument/2006/relationships/image" Target="../media/image36.png"/><Relationship Id="rId16" Type="http://schemas.openxmlformats.org/officeDocument/2006/relationships/image" Target="../media/image39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38.png"/><Relationship Id="rId14" Type="http://schemas.openxmlformats.org/officeDocument/2006/relationships/image" Target="../media/image19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7.png"/><Relationship Id="rId18" Type="http://schemas.openxmlformats.org/officeDocument/2006/relationships/image" Target="../media/image40.png"/><Relationship Id="rId3" Type="http://schemas.openxmlformats.org/officeDocument/2006/relationships/image" Target="../media/image43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39.png"/><Relationship Id="rId2" Type="http://schemas.openxmlformats.org/officeDocument/2006/relationships/image" Target="../media/image36.png"/><Relationship Id="rId16" Type="http://schemas.openxmlformats.org/officeDocument/2006/relationships/image" Target="../media/image20.png"/><Relationship Id="rId20" Type="http://schemas.openxmlformats.org/officeDocument/2006/relationships/image" Target="../media/image4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38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2.png"/><Relationship Id="rId7" Type="http://schemas.openxmlformats.org/officeDocument/2006/relationships/image" Target="../media/image37.png"/><Relationship Id="rId12" Type="http://schemas.openxmlformats.org/officeDocument/2006/relationships/image" Target="../media/image17.png"/><Relationship Id="rId17" Type="http://schemas.openxmlformats.org/officeDocument/2006/relationships/image" Target="../media/image40.png"/><Relationship Id="rId2" Type="http://schemas.openxmlformats.org/officeDocument/2006/relationships/image" Target="../media/image36.png"/><Relationship Id="rId16" Type="http://schemas.openxmlformats.org/officeDocument/2006/relationships/image" Target="../media/image39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38.png"/><Relationship Id="rId14" Type="http://schemas.openxmlformats.org/officeDocument/2006/relationships/image" Target="../media/image19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7.png"/><Relationship Id="rId18" Type="http://schemas.openxmlformats.org/officeDocument/2006/relationships/image" Target="../media/image40.png"/><Relationship Id="rId3" Type="http://schemas.openxmlformats.org/officeDocument/2006/relationships/image" Target="../media/image43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39.png"/><Relationship Id="rId2" Type="http://schemas.openxmlformats.org/officeDocument/2006/relationships/image" Target="../media/image36.png"/><Relationship Id="rId16" Type="http://schemas.openxmlformats.org/officeDocument/2006/relationships/image" Target="../media/image20.png"/><Relationship Id="rId20" Type="http://schemas.openxmlformats.org/officeDocument/2006/relationships/image" Target="../media/image4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38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2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48.png"/><Relationship Id="rId7" Type="http://schemas.openxmlformats.org/officeDocument/2006/relationships/image" Target="../media/image37.png"/><Relationship Id="rId12" Type="http://schemas.openxmlformats.org/officeDocument/2006/relationships/image" Target="../media/image17.png"/><Relationship Id="rId17" Type="http://schemas.openxmlformats.org/officeDocument/2006/relationships/image" Target="../media/image40.png"/><Relationship Id="rId2" Type="http://schemas.openxmlformats.org/officeDocument/2006/relationships/image" Target="../media/image36.png"/><Relationship Id="rId16" Type="http://schemas.openxmlformats.org/officeDocument/2006/relationships/image" Target="../media/image39.png"/><Relationship Id="rId20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41.png"/><Relationship Id="rId4" Type="http://schemas.openxmlformats.org/officeDocument/2006/relationships/image" Target="../media/image9.png"/><Relationship Id="rId9" Type="http://schemas.openxmlformats.org/officeDocument/2006/relationships/image" Target="../media/image38.png"/><Relationship Id="rId14" Type="http://schemas.openxmlformats.org/officeDocument/2006/relationships/image" Target="../media/image19.png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2.pn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9" y="423408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7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3" y="6486688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26043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C7CE0-1D08-9F64-57F6-1CE5CB6E3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3472E4-7CFE-9B9D-05E1-C84C2F3B6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AB28A-178C-603B-3D09-7551D43C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37AA-091C-43BE-A319-351F700C339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F2553-C020-B5C7-DE36-255462C2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46FE4-14E0-C633-419A-BFE8376A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3A415-2947-4DE5-B4EE-74F0CB901D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35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4288"/>
            <a:ext cx="12206292" cy="6872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/>
          </a:p>
        </p:txBody>
      </p:sp>
      <p:sp>
        <p:nvSpPr>
          <p:cNvPr id="10" name="Title 28"/>
          <p:cNvSpPr>
            <a:spLocks noGrp="1"/>
          </p:cNvSpPr>
          <p:nvPr>
            <p:ph type="title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01485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grpSp>
        <p:nvGrpSpPr>
          <p:cNvPr id="6" name="组合 1"/>
          <p:cNvGrpSpPr/>
          <p:nvPr userDrawn="1"/>
        </p:nvGrpSpPr>
        <p:grpSpPr bwMode="auto">
          <a:xfrm>
            <a:off x="11835334" y="3862700"/>
            <a:ext cx="264805" cy="2878172"/>
            <a:chOff x="11425309" y="1247702"/>
            <a:chExt cx="463757" cy="4900686"/>
          </a:xfrm>
        </p:grpSpPr>
        <p:pic>
          <p:nvPicPr>
            <p:cNvPr id="7" name="Picture 15" descr="C:\Users\Administrator\Desktop\11月-联想质量宣传\PPT-邮件签名档\PPT-PNG\竖版-logo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2441"/>
            <a:stretch>
              <a:fillRect/>
            </a:stretch>
          </p:blipFill>
          <p:spPr bwMode="auto">
            <a:xfrm>
              <a:off x="11425382" y="3759200"/>
              <a:ext cx="460231" cy="2389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1"/>
            <p:cNvPicPr>
              <a:picLocks noChangeAspect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 rot="-5400000">
              <a:off x="10433188" y="2239823"/>
              <a:ext cx="2448000" cy="463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8885947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ChangeAspect="1" noEditPoints="1"/>
          </p:cNvSpPr>
          <p:nvPr userDrawn="1"/>
        </p:nvSpPr>
        <p:spPr bwMode="black">
          <a:xfrm>
            <a:off x="204789" y="423863"/>
            <a:ext cx="201612" cy="200025"/>
          </a:xfrm>
          <a:custGeom>
            <a:avLst/>
            <a:gdLst>
              <a:gd name="T0" fmla="*/ 2147483646 w 1368"/>
              <a:gd name="T1" fmla="*/ 0 h 1368"/>
              <a:gd name="T2" fmla="*/ 0 w 1368"/>
              <a:gd name="T3" fmla="*/ 2147483646 h 1368"/>
              <a:gd name="T4" fmla="*/ 2147483646 w 1368"/>
              <a:gd name="T5" fmla="*/ 2147483646 h 1368"/>
              <a:gd name="T6" fmla="*/ 2147483646 w 1368"/>
              <a:gd name="T7" fmla="*/ 2147483646 h 1368"/>
              <a:gd name="T8" fmla="*/ 2147483646 w 1368"/>
              <a:gd name="T9" fmla="*/ 0 h 1368"/>
              <a:gd name="T10" fmla="*/ 2147483646 w 1368"/>
              <a:gd name="T11" fmla="*/ 2147483646 h 1368"/>
              <a:gd name="T12" fmla="*/ 2147483646 w 1368"/>
              <a:gd name="T13" fmla="*/ 2147483646 h 1368"/>
              <a:gd name="T14" fmla="*/ 2147483646 w 1368"/>
              <a:gd name="T15" fmla="*/ 2147483646 h 1368"/>
              <a:gd name="T16" fmla="*/ 2147483646 w 1368"/>
              <a:gd name="T17" fmla="*/ 2147483646 h 1368"/>
              <a:gd name="T18" fmla="*/ 2147483646 w 1368"/>
              <a:gd name="T19" fmla="*/ 2147483646 h 1368"/>
              <a:gd name="T20" fmla="*/ 2147483646 w 1368"/>
              <a:gd name="T21" fmla="*/ 2147483646 h 1368"/>
              <a:gd name="T22" fmla="*/ 2147483646 w 1368"/>
              <a:gd name="T23" fmla="*/ 2147483646 h 1368"/>
              <a:gd name="T24" fmla="*/ 2147483646 w 1368"/>
              <a:gd name="T25" fmla="*/ 2147483646 h 1368"/>
              <a:gd name="T26" fmla="*/ 2147483646 w 1368"/>
              <a:gd name="T27" fmla="*/ 2147483646 h 1368"/>
              <a:gd name="T28" fmla="*/ 2147483646 w 1368"/>
              <a:gd name="T29" fmla="*/ 2147483646 h 1368"/>
              <a:gd name="T30" fmla="*/ 2147483646 w 1368"/>
              <a:gd name="T31" fmla="*/ 2147483646 h 1368"/>
              <a:gd name="T32" fmla="*/ 2147483646 w 1368"/>
              <a:gd name="T33" fmla="*/ 2147483646 h 1368"/>
              <a:gd name="T34" fmla="*/ 2147483646 w 1368"/>
              <a:gd name="T35" fmla="*/ 2147483646 h 1368"/>
              <a:gd name="T36" fmla="*/ 2147483646 w 1368"/>
              <a:gd name="T37" fmla="*/ 2147483646 h 1368"/>
              <a:gd name="T38" fmla="*/ 2147483646 w 1368"/>
              <a:gd name="T39" fmla="*/ 2147483646 h 1368"/>
              <a:gd name="T40" fmla="*/ 2147483646 w 1368"/>
              <a:gd name="T41" fmla="*/ 2147483646 h 1368"/>
              <a:gd name="T42" fmla="*/ 2147483646 w 1368"/>
              <a:gd name="T43" fmla="*/ 2147483646 h 1368"/>
              <a:gd name="T44" fmla="*/ 2147483646 w 1368"/>
              <a:gd name="T45" fmla="*/ 2147483646 h 1368"/>
              <a:gd name="T46" fmla="*/ 2147483646 w 1368"/>
              <a:gd name="T47" fmla="*/ 2147483646 h 1368"/>
              <a:gd name="T48" fmla="*/ 2147483646 w 1368"/>
              <a:gd name="T49" fmla="*/ 2147483646 h 1368"/>
              <a:gd name="T50" fmla="*/ 2147483646 w 1368"/>
              <a:gd name="T51" fmla="*/ 2147483646 h 136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121566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90376" y="5472115"/>
            <a:ext cx="3190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/>
          <p:nvPr userDrawn="1"/>
        </p:nvSpPr>
        <p:spPr bwMode="gray">
          <a:xfrm flipH="1">
            <a:off x="11890376" y="6446838"/>
            <a:ext cx="311150" cy="182562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71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3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slide number"/>
          <p:cNvSpPr txBox="1"/>
          <p:nvPr userDrawn="1"/>
        </p:nvSpPr>
        <p:spPr bwMode="white">
          <a:xfrm>
            <a:off x="11907839" y="6491290"/>
            <a:ext cx="311150" cy="122237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12171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D6391C-FCDE-40D7-BD93-2F5B433B283E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121719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itle 28"/>
          <p:cNvSpPr>
            <a:spLocks noGrp="1"/>
          </p:cNvSpPr>
          <p:nvPr>
            <p:ph type="title"/>
          </p:nvPr>
        </p:nvSpPr>
        <p:spPr bwMode="gray">
          <a:xfrm>
            <a:off x="548783" y="274320"/>
            <a:ext cx="11438429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2399" b="1" kern="1200" cap="none" spc="0" baseline="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6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05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2015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377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3" y="423414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7390" tIns="38695" rIns="77390" bIns="38695" numCol="1" anchor="t" anchorCtr="0" compatLnSpc="1"/>
          <a:lstStyle/>
          <a:p>
            <a:endParaRPr lang="en-US" sz="1525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3" y="6395723"/>
            <a:ext cx="443417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chemeClr val="tx1"/>
              </a:solidFill>
            </a:endParaRPr>
          </a:p>
        </p:txBody>
      </p:sp>
      <p:sp>
        <p:nvSpPr>
          <p:cNvPr id="16" name="Rectangle 11"/>
          <p:cNvSpPr/>
          <p:nvPr userDrawn="1"/>
        </p:nvSpPr>
        <p:spPr bwMode="gray">
          <a:xfrm>
            <a:off x="11751763" y="6395723"/>
            <a:ext cx="443417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25">
              <a:solidFill>
                <a:schemeClr val="tx1"/>
              </a:solidFill>
            </a:endParaRPr>
          </a:p>
        </p:txBody>
      </p:sp>
      <p:sp>
        <p:nvSpPr>
          <p:cNvPr id="18" name="TextBox slide number"/>
          <p:cNvSpPr txBox="1"/>
          <p:nvPr userDrawn="1"/>
        </p:nvSpPr>
        <p:spPr bwMode="white">
          <a:xfrm>
            <a:off x="6355102" y="6600877"/>
            <a:ext cx="440238" cy="214817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845" b="0" smtClean="0">
                <a:solidFill>
                  <a:schemeClr val="tx1"/>
                </a:solidFill>
              </a:rPr>
              <a:t>‹#›</a:t>
            </a:fld>
            <a:endParaRPr lang="en-US" sz="845" b="0" dirty="0">
              <a:solidFill>
                <a:schemeClr val="tx1"/>
              </a:solidFill>
            </a:endParaRPr>
          </a:p>
        </p:txBody>
      </p:sp>
      <p:sp>
        <p:nvSpPr>
          <p:cNvPr id="1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8677476" y="6648722"/>
            <a:ext cx="3462201" cy="138499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Document template number: LCFC-Q-WI-001_01 Rev:1.5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1281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Microsoft Sans Serif" panose="020B0604020202020204" pitchFamily="34" charset="0"/>
                <a:ea typeface="+mn-ea"/>
                <a:cs typeface="Microsoft Sans Serif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10514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7488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10" y="42341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75B7B23B-A0D5-D7FF-BB9E-41365D28A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8782" y="6490645"/>
            <a:ext cx="2723335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lang="en-US" sz="100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E4ADC-3DE6-91CE-8F98-CDEC7A12002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 bwMode="gray">
          <a:xfrm>
            <a:off x="548783" y="859845"/>
            <a:ext cx="11076267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97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2018 LCFC Internal. All rights reserved.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7" y="5800425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7" y="6491084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938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548785" y="6473952"/>
            <a:ext cx="3273585" cy="384048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2021 LCFC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2877" y="5800425"/>
            <a:ext cx="974339" cy="318995"/>
          </a:xfrm>
          <a:prstGeom prst="rect">
            <a:avLst/>
          </a:prstGeom>
        </p:spPr>
      </p:pic>
      <p:sp>
        <p:nvSpPr>
          <p:cNvPr id="15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6" name="TextBox slide number"/>
          <p:cNvSpPr txBox="1"/>
          <p:nvPr userDrawn="1"/>
        </p:nvSpPr>
        <p:spPr bwMode="white">
          <a:xfrm>
            <a:off x="11907627" y="6491084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2724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1331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 userDrawn="1"/>
        </p:nvSpPr>
        <p:spPr>
          <a:xfrm>
            <a:off x="336578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0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 userDrawn="1"/>
        </p:nvSpPr>
        <p:spPr>
          <a:xfrm>
            <a:off x="226971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239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 userDrawn="1"/>
        </p:nvSpPr>
        <p:spPr>
          <a:xfrm>
            <a:off x="621369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67" name="Oval 66"/>
          <p:cNvSpPr/>
          <p:nvPr userDrawn="1"/>
        </p:nvSpPr>
        <p:spPr>
          <a:xfrm>
            <a:off x="50193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68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5013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 userDrawn="1"/>
        </p:nvGrpSpPr>
        <p:grpSpPr>
          <a:xfrm>
            <a:off x="514224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 userDrawn="1"/>
        </p:nvGrpSpPr>
        <p:grpSpPr>
          <a:xfrm>
            <a:off x="120985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 userDrawn="1"/>
        </p:nvGrpSpPr>
        <p:grpSpPr>
          <a:xfrm>
            <a:off x="440182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167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285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7178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 userDrawn="1"/>
        </p:nvGrpSpPr>
        <p:grpSpPr>
          <a:xfrm>
            <a:off x="192987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 userDrawn="1"/>
        </p:nvGrpSpPr>
        <p:grpSpPr>
          <a:xfrm>
            <a:off x="478575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 userDrawn="1"/>
        </p:nvGrpSpPr>
        <p:grpSpPr>
          <a:xfrm>
            <a:off x="585621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300033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 userDrawn="1"/>
        </p:nvSpPr>
        <p:spPr>
          <a:xfrm>
            <a:off x="85842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2" name="Picture 5"/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1178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30323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2239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252160" y="5552718"/>
            <a:ext cx="234047" cy="165847"/>
          </a:xfrm>
          <a:prstGeom prst="rect">
            <a:avLst/>
          </a:prstGeom>
          <a:noFill/>
        </p:spPr>
      </p:pic>
      <p:sp>
        <p:nvSpPr>
          <p:cNvPr id="66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5110" y="2691925"/>
            <a:ext cx="626890" cy="19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1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060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24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406047" y="6429792"/>
            <a:ext cx="2413972" cy="307777"/>
          </a:xfrm>
        </p:spPr>
        <p:txBody>
          <a:bodyPr/>
          <a:lstStyle/>
          <a:p>
            <a:r>
              <a:rPr lang="en-US" altLang="zh-CN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.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2430" y="5682643"/>
            <a:ext cx="974339" cy="318995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887422" y="6433728"/>
            <a:ext cx="311675" cy="123111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3" name="图片 2" descr="徽标, 公司名称&#10;&#10;描述已自动生成">
            <a:extLst>
              <a:ext uri="{FF2B5EF4-FFF2-40B4-BE49-F238E27FC236}">
                <a16:creationId xmlns:a16="http://schemas.microsoft.com/office/drawing/2014/main" id="{3F154728-D062-014F-3E72-E035E02AD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1" y="5036547"/>
            <a:ext cx="304799" cy="33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548784" y="6473952"/>
            <a:ext cx="3273585" cy="384048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2020 LCFC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6" y="5800424"/>
            <a:ext cx="974339" cy="318995"/>
          </a:xfrm>
          <a:prstGeom prst="rect">
            <a:avLst/>
          </a:prstGeom>
        </p:spPr>
      </p:pic>
      <p:sp>
        <p:nvSpPr>
          <p:cNvPr id="15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slide number"/>
          <p:cNvSpPr txBox="1"/>
          <p:nvPr userDrawn="1"/>
        </p:nvSpPr>
        <p:spPr bwMode="white">
          <a:xfrm>
            <a:off x="11907627" y="649108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pPr lvl="0"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043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_RED">
    <p:bg>
      <p:bgPr>
        <a:solidFill>
          <a:schemeClr val="bg2">
            <a:lumMod val="50000"/>
            <a:lumOff val="5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" y="898"/>
            <a:ext cx="12192000" cy="6857107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893"/>
            <a:ext cx="12193585" cy="6857106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1765253" y="1709929"/>
            <a:ext cx="9585408" cy="140157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621" rtl="0" eaLnBrk="1" latinLnBrk="0" hangingPunct="1">
              <a:lnSpc>
                <a:spcPts val="6478"/>
              </a:lnSpc>
              <a:spcBef>
                <a:spcPct val="0"/>
              </a:spcBef>
              <a:buNone/>
              <a:defRPr lang="en-US" sz="4799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section header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1765252" y="4589469"/>
            <a:ext cx="958515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9">
                <a:solidFill>
                  <a:schemeClr val="bg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 text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6" r="26" b="50000"/>
          <a:stretch/>
        </p:blipFill>
        <p:spPr>
          <a:xfrm>
            <a:off x="3" y="0"/>
            <a:ext cx="12192000" cy="17099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11" y="2579885"/>
            <a:ext cx="2519469" cy="8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6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99689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200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0C36307D-C0A6-1674-0AF3-35A839E0C9B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23FA87-7EDF-E1E2-AA2F-B7E5902E90CE}"/>
              </a:ext>
            </a:extLst>
          </p:cNvPr>
          <p:cNvSpPr txBox="1"/>
          <p:nvPr userDrawn="1"/>
        </p:nvSpPr>
        <p:spPr>
          <a:xfrm>
            <a:off x="484987" y="6493794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45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61639" y="265442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3964" y="43463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884ED0EA-4755-298E-C840-AD76CBA966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4562" y="6518311"/>
            <a:ext cx="3287237" cy="153888"/>
          </a:xfrm>
          <a:prstGeom prst="rect">
            <a:avLst/>
          </a:prstGeom>
        </p:spPr>
        <p:txBody>
          <a:bodyPr anchor="ctr"/>
          <a:lstStyle>
            <a:lvl1pPr>
              <a:defRPr cap="non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9598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3" name="TextBox slide number">
            <a:extLst>
              <a:ext uri="{FF2B5EF4-FFF2-40B4-BE49-F238E27FC236}">
                <a16:creationId xmlns:a16="http://schemas.microsoft.com/office/drawing/2014/main" id="{A17A15ED-583B-21FC-741B-74828F324CB0}"/>
              </a:ext>
            </a:extLst>
          </p:cNvPr>
          <p:cNvSpPr txBox="1"/>
          <p:nvPr userDrawn="1"/>
        </p:nvSpPr>
        <p:spPr bwMode="white">
          <a:xfrm>
            <a:off x="11731441" y="62354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E5D2A4-EA96-DDBD-8CB7-7160287E5DD5}"/>
              </a:ext>
            </a:extLst>
          </p:cNvPr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26000" y="5597944"/>
            <a:ext cx="1008000" cy="324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C34A25AE-3FCD-49B7-5592-CA0217AB2037}"/>
              </a:ext>
            </a:extLst>
          </p:cNvPr>
          <p:cNvSpPr/>
          <p:nvPr userDrawn="1"/>
        </p:nvSpPr>
        <p:spPr bwMode="gray">
          <a:xfrm flipH="1">
            <a:off x="11867512" y="6263944"/>
            <a:ext cx="324000" cy="25200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slide number">
            <a:extLst>
              <a:ext uri="{FF2B5EF4-FFF2-40B4-BE49-F238E27FC236}">
                <a16:creationId xmlns:a16="http://schemas.microsoft.com/office/drawing/2014/main" id="{0CFC0232-8B14-1E55-BA1F-D6991FD2FAAE}"/>
              </a:ext>
            </a:extLst>
          </p:cNvPr>
          <p:cNvSpPr txBox="1"/>
          <p:nvPr userDrawn="1"/>
        </p:nvSpPr>
        <p:spPr bwMode="white">
          <a:xfrm>
            <a:off x="11890419" y="6309329"/>
            <a:ext cx="284372" cy="13902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69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>
            <a:extLst>
              <a:ext uri="{FF2B5EF4-FFF2-40B4-BE49-F238E27FC236}">
                <a16:creationId xmlns:a16="http://schemas.microsoft.com/office/drawing/2014/main" id="{E4E26EA2-3359-B0EB-3951-8F60C15B7F2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8" name="Title 28">
            <a:extLst>
              <a:ext uri="{FF2B5EF4-FFF2-40B4-BE49-F238E27FC236}">
                <a16:creationId xmlns:a16="http://schemas.microsoft.com/office/drawing/2014/main" id="{C0A6CDD1-9D2A-2A6B-371B-400C28D10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6D137B4-5DE6-74DA-B6EB-455E60AF02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610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2617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B9EAF5E-B948-AE7E-4AAC-D85E176BBF3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7" name="Title 28">
            <a:extLst>
              <a:ext uri="{FF2B5EF4-FFF2-40B4-BE49-F238E27FC236}">
                <a16:creationId xmlns:a16="http://schemas.microsoft.com/office/drawing/2014/main" id="{0A312AC7-165B-FBA7-6CA2-77C628E56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951983A6-4AF9-A37C-DCF9-7337A738F8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8734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>
            <a:extLst>
              <a:ext uri="{FF2B5EF4-FFF2-40B4-BE49-F238E27FC236}">
                <a16:creationId xmlns:a16="http://schemas.microsoft.com/office/drawing/2014/main" id="{E4E26EA2-3359-B0EB-3951-8F60C15B7F2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8" name="Title 28">
            <a:extLst>
              <a:ext uri="{FF2B5EF4-FFF2-40B4-BE49-F238E27FC236}">
                <a16:creationId xmlns:a16="http://schemas.microsoft.com/office/drawing/2014/main" id="{C0A6CDD1-9D2A-2A6B-371B-400C28D10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8000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A6D137B4-5DE6-74DA-B6EB-455E60AF02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50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39E4ADC-3DE6-91CE-8F98-CDEC7A12002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 bwMode="gray">
          <a:xfrm>
            <a:off x="548783" y="859845"/>
            <a:ext cx="11076267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9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4646914-B501-0E27-C26B-4AA5E91CEE78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08" y="36000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80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A6D4C-53E9-2A09-0BBD-7E9B7E9C2BDF}"/>
              </a:ext>
            </a:extLst>
          </p:cNvPr>
          <p:cNvSpPr txBox="1"/>
          <p:nvPr userDrawn="1"/>
        </p:nvSpPr>
        <p:spPr>
          <a:xfrm>
            <a:off x="425451" y="6554483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060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406047" y="6506736"/>
            <a:ext cx="2413972" cy="15388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itchFamily="34" charset="0"/>
              </a:rPr>
              <a:t>2025 LCFC Internal. All rights reserved.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.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2430" y="5682643"/>
            <a:ext cx="974339" cy="318995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887422" y="6433728"/>
            <a:ext cx="311675" cy="123111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图片 2" descr="徽标, 公司名称&#10;&#10;描述已自动生成">
            <a:extLst>
              <a:ext uri="{FF2B5EF4-FFF2-40B4-BE49-F238E27FC236}">
                <a16:creationId xmlns:a16="http://schemas.microsoft.com/office/drawing/2014/main" id="{3F154728-D062-014F-3E72-E035E02ADE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1" y="5036547"/>
            <a:ext cx="304799" cy="33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1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4EAD57-0142-AA17-C5CB-AB222B6CA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3"/>
            <a:ext cx="981686" cy="3120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516623-DEEB-4E14-484B-2B3C84C198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8" y="-12699"/>
            <a:ext cx="121920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1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4836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1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2"/>
            <a:ext cx="1262530" cy="401299"/>
          </a:xfrm>
          <a:prstGeom prst="rect">
            <a:avLst/>
          </a:prstGeom>
        </p:spPr>
      </p:pic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2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4442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6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67" name="Oval 66"/>
          <p:cNvSpPr/>
          <p:nvPr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621" rtl="0" eaLnBrk="1" latinLnBrk="0" hangingPunct="1">
              <a:lnSpc>
                <a:spcPts val="5798"/>
              </a:lnSpc>
              <a:spcBef>
                <a:spcPct val="0"/>
              </a:spcBef>
              <a:buNone/>
              <a:defRPr lang="en-US" sz="5998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62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21" name="Straight Connector 20"/>
          <p:cNvCxnSpPr/>
          <p:nvPr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2" name="Picture 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9" y="3071300"/>
            <a:ext cx="2519469" cy="8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9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621" rtl="0" eaLnBrk="1" latinLnBrk="0" hangingPunct="1">
              <a:lnSpc>
                <a:spcPts val="5798"/>
              </a:lnSpc>
              <a:spcBef>
                <a:spcPct val="0"/>
              </a:spcBef>
              <a:buNone/>
              <a:defRPr lang="en-US" sz="5998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62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817678" y="3464892"/>
            <a:ext cx="1200857" cy="1199183"/>
          </a:xfrm>
          <a:prstGeom prst="rect">
            <a:avLst/>
          </a:prstGeom>
          <a:ln w="38100">
            <a:noFill/>
          </a:ln>
          <a:effectLst/>
        </p:spPr>
        <p:txBody>
          <a:bodyPr/>
          <a:lstStyle>
            <a:lvl1pPr>
              <a:defRPr sz="1000"/>
            </a:lvl1pPr>
          </a:lstStyle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9160674" y="4770441"/>
            <a:ext cx="1689540" cy="198437"/>
          </a:xfrm>
          <a:prstGeom prst="rect">
            <a:avLst/>
          </a:prstGeom>
        </p:spPr>
        <p:txBody>
          <a:bodyPr lIns="0" tIns="45720" rIns="45720"/>
          <a:lstStyle>
            <a:lvl1pPr marL="0" indent="0" algn="r">
              <a:buFontTx/>
              <a:buNone/>
              <a:defRPr sz="1100"/>
            </a:lvl1pPr>
            <a:lvl2pPr marL="341211" indent="0" algn="r">
              <a:buFontTx/>
              <a:buNone/>
              <a:defRPr sz="1100"/>
            </a:lvl2pPr>
            <a:lvl3pPr marL="679246" indent="0" algn="r">
              <a:buFontTx/>
              <a:buNone/>
              <a:defRPr sz="1100"/>
            </a:lvl3pPr>
            <a:lvl4pPr marL="966497" indent="0" algn="r">
              <a:buFontTx/>
              <a:buNone/>
              <a:defRPr sz="1100"/>
            </a:lvl4pPr>
            <a:lvl5pPr marL="1145831" indent="0" algn="r">
              <a:buFontTx/>
              <a:buNone/>
              <a:defRPr sz="1100"/>
            </a:lvl5pPr>
          </a:lstStyle>
          <a:p>
            <a:pPr marL="0" marR="0" lvl="0" indent="0" algn="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@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twitterhandle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9817678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69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4" name="Rectangle 53"/>
          <p:cNvSpPr/>
          <p:nvPr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40" y="2920477"/>
            <a:ext cx="2616181" cy="871741"/>
          </a:xfrm>
          <a:prstGeom prst="rect">
            <a:avLst/>
          </a:prstGeom>
        </p:spPr>
      </p:pic>
      <p:pic>
        <p:nvPicPr>
          <p:cNvPr id="71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Oval 71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3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5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Oval 75"/>
          <p:cNvSpPr/>
          <p:nvPr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77" name="Oval 76"/>
          <p:cNvSpPr/>
          <p:nvPr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79" name="Group 78"/>
          <p:cNvGrpSpPr/>
          <p:nvPr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80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1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2" name="Group 81"/>
          <p:cNvGrpSpPr/>
          <p:nvPr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83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4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5" name="Group 84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86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87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88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" name="Group 90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92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3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94" name="Group 93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95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6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97" name="Group 96"/>
          <p:cNvGrpSpPr/>
          <p:nvPr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98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99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00" name="Group 99"/>
          <p:cNvGrpSpPr/>
          <p:nvPr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101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02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25" name="Oval 124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26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127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128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129" name="Picture 5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  <p:pic>
        <p:nvPicPr>
          <p:cNvPr id="52" name="Picture 5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grpSp>
        <p:nvGrpSpPr>
          <p:cNvPr id="53" name="Group 67"/>
          <p:cNvGrpSpPr/>
          <p:nvPr userDrawn="1"/>
        </p:nvGrpSpPr>
        <p:grpSpPr>
          <a:xfrm>
            <a:off x="9817678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57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9" name="Rectangle 53"/>
          <p:cNvSpPr/>
          <p:nvPr userDrawn="1"/>
        </p:nvSpPr>
        <p:spPr bwMode="black">
          <a:xfrm>
            <a:off x="548784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60" name="Straight Connector 62"/>
          <p:cNvCxnSpPr/>
          <p:nvPr userDrawn="1"/>
        </p:nvCxnSpPr>
        <p:spPr>
          <a:xfrm>
            <a:off x="548784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40" y="2920477"/>
            <a:ext cx="2616181" cy="871741"/>
          </a:xfrm>
          <a:prstGeom prst="rect">
            <a:avLst/>
          </a:prstGeom>
        </p:spPr>
      </p:pic>
      <p:pic>
        <p:nvPicPr>
          <p:cNvPr id="64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6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Oval 71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4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Oval 73"/>
          <p:cNvSpPr/>
          <p:nvPr userDrawn="1"/>
        </p:nvSpPr>
        <p:spPr>
          <a:xfrm>
            <a:off x="2364963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6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Oval 75"/>
          <p:cNvSpPr/>
          <p:nvPr userDrawn="1"/>
        </p:nvSpPr>
        <p:spPr>
          <a:xfrm>
            <a:off x="6308946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08" name="Oval 76"/>
          <p:cNvSpPr/>
          <p:nvPr userDrawn="1"/>
        </p:nvSpPr>
        <p:spPr>
          <a:xfrm>
            <a:off x="597187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09" name="Picture 5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2" y="5515989"/>
            <a:ext cx="214589" cy="215141"/>
          </a:xfrm>
          <a:prstGeom prst="rect">
            <a:avLst/>
          </a:prstGeom>
          <a:noFill/>
        </p:spPr>
      </p:pic>
      <p:grpSp>
        <p:nvGrpSpPr>
          <p:cNvPr id="110" name="Group 78"/>
          <p:cNvGrpSpPr/>
          <p:nvPr userDrawn="1"/>
        </p:nvGrpSpPr>
        <p:grpSpPr>
          <a:xfrm>
            <a:off x="5237496" y="5463092"/>
            <a:ext cx="310977" cy="315912"/>
            <a:chOff x="5236131" y="5463092"/>
            <a:chExt cx="310896" cy="315912"/>
          </a:xfrm>
        </p:grpSpPr>
        <p:sp>
          <p:nvSpPr>
            <p:cNvPr id="111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2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3" name="Group 81"/>
          <p:cNvGrpSpPr/>
          <p:nvPr userDrawn="1"/>
        </p:nvGrpSpPr>
        <p:grpSpPr>
          <a:xfrm>
            <a:off x="1305107" y="5468108"/>
            <a:ext cx="310977" cy="310896"/>
            <a:chOff x="4523337" y="5468108"/>
            <a:chExt cx="310896" cy="310896"/>
          </a:xfrm>
        </p:grpSpPr>
        <p:sp>
          <p:nvSpPr>
            <p:cNvPr id="114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6" name="Group 84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117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18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119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90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123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24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0" name="Group 93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131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2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133" name="Group 96"/>
          <p:cNvGrpSpPr/>
          <p:nvPr userDrawn="1"/>
        </p:nvGrpSpPr>
        <p:grpSpPr>
          <a:xfrm>
            <a:off x="5951466" y="5468108"/>
            <a:ext cx="310977" cy="310896"/>
            <a:chOff x="5949915" y="5468108"/>
            <a:chExt cx="310896" cy="310896"/>
          </a:xfrm>
        </p:grpSpPr>
        <p:sp>
          <p:nvSpPr>
            <p:cNvPr id="134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5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36" name="Group 99"/>
          <p:cNvGrpSpPr/>
          <p:nvPr userDrawn="1"/>
        </p:nvGrpSpPr>
        <p:grpSpPr>
          <a:xfrm>
            <a:off x="3095587" y="5468111"/>
            <a:ext cx="311604" cy="315559"/>
            <a:chOff x="3094779" y="5468108"/>
            <a:chExt cx="311523" cy="315559"/>
          </a:xfrm>
        </p:grpSpPr>
        <p:sp>
          <p:nvSpPr>
            <p:cNvPr id="137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pic>
          <p:nvPicPr>
            <p:cNvPr id="138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39" name="Oval 124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pic>
        <p:nvPicPr>
          <p:cNvPr id="140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9"/>
            <a:ext cx="204249" cy="215141"/>
          </a:xfrm>
          <a:prstGeom prst="rect">
            <a:avLst/>
          </a:prstGeom>
          <a:noFill/>
        </p:spPr>
      </p:pic>
      <p:pic>
        <p:nvPicPr>
          <p:cNvPr id="141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8"/>
            <a:ext cx="238492" cy="145035"/>
          </a:xfrm>
          <a:prstGeom prst="rect">
            <a:avLst/>
          </a:prstGeom>
          <a:noFill/>
        </p:spPr>
      </p:pic>
      <p:pic>
        <p:nvPicPr>
          <p:cNvPr id="142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5" y="5508041"/>
            <a:ext cx="197752" cy="197481"/>
          </a:xfrm>
          <a:prstGeom prst="rect">
            <a:avLst/>
          </a:prstGeom>
          <a:noFill/>
        </p:spPr>
      </p:pic>
      <p:pic>
        <p:nvPicPr>
          <p:cNvPr id="143" name="Picture 5"/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1" y="5552720"/>
            <a:ext cx="234047" cy="165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14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4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19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05861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74EAD57-0142-AA17-C5CB-AB222B6CA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4"/>
            <a:ext cx="981686" cy="312031"/>
          </a:xfrm>
          <a:prstGeom prst="rect">
            <a:avLst/>
          </a:prstGeom>
        </p:spPr>
      </p:pic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516623-DEEB-4E14-484B-2B3C84C198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4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3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4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10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549877"/>
              </p:ext>
            </p:ext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对象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38708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6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0">
              <a:buNone/>
              <a:defRPr sz="2699" b="1"/>
            </a:lvl2pPr>
            <a:lvl3pPr marL="1218621" indent="0">
              <a:buNone/>
              <a:defRPr sz="2399" b="1"/>
            </a:lvl3pPr>
            <a:lvl4pPr marL="1827931" indent="0">
              <a:buNone/>
              <a:defRPr sz="2099" b="1"/>
            </a:lvl4pPr>
            <a:lvl5pPr marL="2437242" indent="0">
              <a:buNone/>
              <a:defRPr sz="2099" b="1"/>
            </a:lvl5pPr>
            <a:lvl6pPr marL="3046553" indent="0">
              <a:buNone/>
              <a:defRPr sz="2099" b="1"/>
            </a:lvl6pPr>
            <a:lvl7pPr marL="3655863" indent="0">
              <a:buNone/>
              <a:defRPr sz="2099" b="1"/>
            </a:lvl7pPr>
            <a:lvl8pPr marL="4265173" indent="0">
              <a:buNone/>
              <a:defRPr sz="2099" b="1"/>
            </a:lvl8pPr>
            <a:lvl9pPr marL="4874484" indent="0">
              <a:buNone/>
              <a:defRPr sz="20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18954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4" y="1179577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4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45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4" y="1179577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4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63538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7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7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23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7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211151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" y="3525797"/>
            <a:ext cx="7886069" cy="2290805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699">
                <a:solidFill>
                  <a:schemeClr val="tx1"/>
                </a:solidFill>
              </a:defRPr>
            </a:lvl1pPr>
            <a:lvl2pPr marL="341211" indent="0">
              <a:buNone/>
              <a:defRPr/>
            </a:lvl2pPr>
            <a:lvl3pPr marL="679246" indent="0">
              <a:buNone/>
              <a:defRPr/>
            </a:lvl3pPr>
            <a:lvl4pPr marL="966497" indent="0">
              <a:buNone/>
              <a:defRPr/>
            </a:lvl4pPr>
            <a:lvl5pPr marL="1145831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1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Produc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1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799" cap="none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548784" y="556263"/>
            <a:ext cx="6049951" cy="55793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Rectangle 70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16" name="Picture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cxnSp>
        <p:nvCxnSpPr>
          <p:cNvPr id="17" name="Straight Connector 69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12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Produc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1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799" cap="none"/>
            </a:lvl1pPr>
          </a:lstStyle>
          <a:p>
            <a:r>
              <a:rPr lang="en-US"/>
              <a:t>Click To Edit Product Text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0" y="3"/>
            <a:ext cx="6802622" cy="61356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9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5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Rectangle 20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799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16" name="Straight Connector 62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89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2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5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8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8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6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90316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 &amp; Sh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4" y="1179576"/>
            <a:ext cx="11076269" cy="5209682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9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9" name="Rectangle 11"/>
          <p:cNvSpPr/>
          <p:nvPr userDrawn="1"/>
        </p:nvSpPr>
        <p:spPr>
          <a:xfrm>
            <a:off x="2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pic>
        <p:nvPicPr>
          <p:cNvPr id="14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8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2" y="5505385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30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32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8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9" y="3071300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2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8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799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2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pic>
        <p:nvPicPr>
          <p:cNvPr id="13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6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224" y="6473952"/>
            <a:ext cx="1180777" cy="389860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0664341" y="6511803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13576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253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9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 userDrawn="1"/>
        </p:nvSpPr>
        <p:spPr bwMode="white">
          <a:xfrm>
            <a:off x="11751760" y="6395210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2"/>
            <a:ext cx="1480454" cy="47056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213576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5329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10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3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25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4"/>
            <a:ext cx="1262530" cy="401299"/>
          </a:xfrm>
          <a:prstGeom prst="rect">
            <a:avLst/>
          </a:prstGeom>
        </p:spPr>
      </p:pic>
      <p:sp>
        <p:nvSpPr>
          <p:cNvPr id="2" name="Freeform 5">
            <a:extLst>
              <a:ext uri="{FF2B5EF4-FFF2-40B4-BE49-F238E27FC236}">
                <a16:creationId xmlns:a16="http://schemas.microsoft.com/office/drawing/2014/main" id="{D6B964EB-1A3B-22C9-7FB9-A345DDF8C6A4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205411" y="423411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endParaRPr lang="en-US" sz="1797"/>
          </a:p>
        </p:txBody>
      </p:sp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6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647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6347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7834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834" algn="l"/>
              </a:tabLst>
              <a:defRPr lang="en-US" sz="3598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9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5" y="6486692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986972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0" cy="2387600"/>
          </a:xfrm>
        </p:spPr>
        <p:txBody>
          <a:bodyPr anchor="b"/>
          <a:lstStyle>
            <a:lvl1pPr algn="ctr">
              <a:defRPr sz="599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4000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926" indent="0" algn="ctr">
              <a:buNone/>
              <a:defRPr sz="1998"/>
            </a:lvl2pPr>
            <a:lvl3pPr marL="913852" indent="0" algn="ctr">
              <a:buNone/>
              <a:defRPr sz="1798"/>
            </a:lvl3pPr>
            <a:lvl4pPr marL="1370778" indent="0" algn="ctr">
              <a:buNone/>
              <a:defRPr sz="1600"/>
            </a:lvl4pPr>
            <a:lvl5pPr marL="1827703" indent="0" algn="ctr">
              <a:buNone/>
              <a:defRPr sz="1600"/>
            </a:lvl5pPr>
            <a:lvl6pPr marL="2284628" indent="0" algn="ctr">
              <a:buNone/>
              <a:defRPr sz="1600"/>
            </a:lvl6pPr>
            <a:lvl7pPr marL="2741554" indent="0" algn="ctr">
              <a:buNone/>
              <a:defRPr sz="1600"/>
            </a:lvl7pPr>
            <a:lvl8pPr marL="3198480" indent="0" algn="ctr">
              <a:buNone/>
              <a:defRPr sz="1600"/>
            </a:lvl8pPr>
            <a:lvl9pPr marL="3655406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459C4-1280-4319-A99C-36118E228DE8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783" y="6458563"/>
            <a:ext cx="2413972" cy="18466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1DE9-C144-402D-9493-72C862B5F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2012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67" name="Oval 66"/>
          <p:cNvSpPr/>
          <p:nvPr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1" name="Straight Connector 20"/>
          <p:cNvCxnSpPr/>
          <p:nvPr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2" name="Picture 5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7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text, two lines maximum</a:t>
            </a:r>
          </a:p>
        </p:txBody>
      </p:sp>
      <p:sp>
        <p:nvSpPr>
          <p:cNvPr id="62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817677" y="3464892"/>
            <a:ext cx="1200857" cy="1199183"/>
          </a:xfrm>
          <a:prstGeom prst="rect">
            <a:avLst/>
          </a:prstGeom>
          <a:ln w="38100">
            <a:noFill/>
          </a:ln>
          <a:effectLst/>
        </p:spPr>
        <p:txBody>
          <a:bodyPr/>
          <a:lstStyle>
            <a:lvl1pPr>
              <a:defRPr sz="10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9160674" y="4770439"/>
            <a:ext cx="1689540" cy="198437"/>
          </a:xfrm>
          <a:prstGeom prst="rect">
            <a:avLst/>
          </a:prstGeom>
        </p:spPr>
        <p:txBody>
          <a:bodyPr lIns="0" tIns="45720" rIns="45720"/>
          <a:lstStyle>
            <a:lvl1pPr marL="0" indent="0" algn="r">
              <a:buFontTx/>
              <a:buNone/>
              <a:defRPr sz="1100"/>
            </a:lvl1pPr>
            <a:lvl2pPr marL="341313" indent="0" algn="r">
              <a:buFontTx/>
              <a:buNone/>
              <a:defRPr sz="1100"/>
            </a:lvl2pPr>
            <a:lvl3pPr marL="679450" indent="0" algn="r">
              <a:buFontTx/>
              <a:buNone/>
              <a:defRPr sz="1100"/>
            </a:lvl3pPr>
            <a:lvl4pPr marL="966787" indent="0" algn="r">
              <a:buFontTx/>
              <a:buNone/>
              <a:defRPr sz="1100"/>
            </a:lvl4pPr>
            <a:lvl5pPr marL="1146175" indent="0" algn="r">
              <a:buFontTx/>
              <a:buNone/>
              <a:defRPr sz="1100"/>
            </a:lvl5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@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twitterhandle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9817677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69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4" name="Rectangle 53"/>
          <p:cNvSpPr/>
          <p:nvPr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39" y="2920476"/>
            <a:ext cx="2616181" cy="871741"/>
          </a:xfrm>
          <a:prstGeom prst="rect">
            <a:avLst/>
          </a:prstGeom>
        </p:spPr>
      </p:pic>
      <p:pic>
        <p:nvPicPr>
          <p:cNvPr id="71" name="Picture 6" descr="C:\Users\kathyp\Documents\00_Brand-Resources\Multimode Elements\Multimode Icons\PNG\Multimode-Icon_STAND-Table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Oval 71"/>
          <p:cNvSpPr/>
          <p:nvPr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3" name="Picture 3" descr="C:\Users\kathyp\Documents\00_Brand-Resources\Multimode Elements\Multimode Icons\PNG\Multimode-Icon_HOL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5" name="Picture 9" descr="C:\Users\kathyp\Documents\00_Brand-Resources\Multimode Elements\Multimode Icons\PNG\Multimode-Icon_T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Oval 75"/>
          <p:cNvSpPr/>
          <p:nvPr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77" name="Oval 76"/>
          <p:cNvSpPr/>
          <p:nvPr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78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79" name="Group 78"/>
          <p:cNvGrpSpPr/>
          <p:nvPr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80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1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2" name="Group 81"/>
          <p:cNvGrpSpPr/>
          <p:nvPr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83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4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85" name="Group 84"/>
          <p:cNvGrpSpPr/>
          <p:nvPr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86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87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88" name="Picture 4" descr="C:\Users\kathyp\Documents\00_Brand-Resources\Multimode Elements\Multimode Icons\PNG\Multimode-Icon_LAPTOP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5" descr="C:\Users\kathyp\Documents\00_Brand-Resources\Multimode Elements\Multimode Icons\PNG\Multimode-Icon_STAND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8" descr="C:\Users\kathyp\Documents\00_Brand-Resources\Multimode Elements\Multimode Icons\PNG\Multimode-Icon_TABLET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" name="Group 90"/>
          <p:cNvGrpSpPr/>
          <p:nvPr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92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3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94" name="Group 93"/>
          <p:cNvGrpSpPr/>
          <p:nvPr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95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6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97" name="Group 96"/>
          <p:cNvGrpSpPr/>
          <p:nvPr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98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99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00" name="Group 99"/>
          <p:cNvGrpSpPr/>
          <p:nvPr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101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02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25" name="Oval 124"/>
          <p:cNvSpPr/>
          <p:nvPr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26" name="Picture 5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127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128" name="Picture 5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129" name="Picture 5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pic>
        <p:nvPicPr>
          <p:cNvPr id="52" name="Picture 5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grpSp>
        <p:nvGrpSpPr>
          <p:cNvPr id="53" name="Group 67"/>
          <p:cNvGrpSpPr/>
          <p:nvPr userDrawn="1"/>
        </p:nvGrpSpPr>
        <p:grpSpPr>
          <a:xfrm>
            <a:off x="9817677" y="4664439"/>
            <a:ext cx="1200857" cy="305126"/>
            <a:chOff x="9815120" y="4664439"/>
            <a:chExt cx="1200544" cy="305126"/>
          </a:xfrm>
          <a:solidFill>
            <a:srgbClr val="4AC0E0"/>
          </a:solidFill>
        </p:grpSpPr>
        <p:sp>
          <p:nvSpPr>
            <p:cNvPr id="57" name="Rectangle 68"/>
            <p:cNvSpPr/>
            <p:nvPr userDrawn="1"/>
          </p:nvSpPr>
          <p:spPr bwMode="black">
            <a:xfrm>
              <a:off x="9815120" y="4664439"/>
              <a:ext cx="1200544" cy="106726"/>
            </a:xfrm>
            <a:prstGeom prst="rect">
              <a:avLst/>
            </a:pr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Rectangle 45"/>
            <p:cNvSpPr/>
            <p:nvPr userDrawn="1"/>
          </p:nvSpPr>
          <p:spPr bwMode="black">
            <a:xfrm>
              <a:off x="10853530" y="4771165"/>
              <a:ext cx="162133" cy="198400"/>
            </a:xfrm>
            <a:custGeom>
              <a:avLst/>
              <a:gdLst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1200544 w 1200544"/>
                <a:gd name="connsiteY2" fmla="*/ 106726 h 106726"/>
                <a:gd name="connsiteX3" fmla="*/ 0 w 1200544"/>
                <a:gd name="connsiteY3" fmla="*/ 106726 h 106726"/>
                <a:gd name="connsiteX4" fmla="*/ 0 w 1200544"/>
                <a:gd name="connsiteY4" fmla="*/ 0 h 106726"/>
                <a:gd name="connsiteX0" fmla="*/ 0 w 1200544"/>
                <a:gd name="connsiteY0" fmla="*/ 0 h 106726"/>
                <a:gd name="connsiteX1" fmla="*/ 1200544 w 1200544"/>
                <a:gd name="connsiteY1" fmla="*/ 0 h 106726"/>
                <a:gd name="connsiteX2" fmla="*/ 0 w 1200544"/>
                <a:gd name="connsiteY2" fmla="*/ 106726 h 106726"/>
                <a:gd name="connsiteX3" fmla="*/ 0 w 1200544"/>
                <a:gd name="connsiteY3" fmla="*/ 0 h 10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44" h="106726">
                  <a:moveTo>
                    <a:pt x="0" y="0"/>
                  </a:moveTo>
                  <a:lnTo>
                    <a:pt x="1200544" y="0"/>
                  </a:lnTo>
                  <a:lnTo>
                    <a:pt x="0" y="1067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9" name="Rectangle 53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0" name="Straight Connector 62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448039" y="2920476"/>
            <a:ext cx="2616181" cy="871741"/>
          </a:xfrm>
          <a:prstGeom prst="rect">
            <a:avLst/>
          </a:prstGeom>
        </p:spPr>
      </p:pic>
      <p:pic>
        <p:nvPicPr>
          <p:cNvPr id="64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Oval 71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Oval 73"/>
          <p:cNvSpPr/>
          <p:nvPr userDrawn="1"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6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Oval 75"/>
          <p:cNvSpPr/>
          <p:nvPr userDrawn="1"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08" name="Oval 76"/>
          <p:cNvSpPr/>
          <p:nvPr userDrawn="1"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09" name="Picture 5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110" name="Group 78"/>
          <p:cNvGrpSpPr/>
          <p:nvPr userDrawn="1"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111" name="Oval 79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2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3" name="Group 81"/>
          <p:cNvGrpSpPr/>
          <p:nvPr userDrawn="1"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114" name="Oval 82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5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116" name="Group 84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117" name="Oval 85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18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pic>
        <p:nvPicPr>
          <p:cNvPr id="119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90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123" name="Oval 91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24" name="Picture 92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130" name="Group 93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131" name="Oval 94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2" name="Picture 6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133" name="Group 96"/>
          <p:cNvGrpSpPr/>
          <p:nvPr userDrawn="1"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134" name="Oval 97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5" name="Picture 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136" name="Group 99"/>
          <p:cNvGrpSpPr/>
          <p:nvPr userDrawn="1"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137" name="Oval 100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pic>
          <p:nvPicPr>
            <p:cNvPr id="138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139" name="Oval 124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pic>
        <p:nvPicPr>
          <p:cNvPr id="140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141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142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143" name="Picture 5"/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1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4" name="Rectangle 11"/>
          <p:cNvSpPr/>
          <p:nvPr userDrawn="1"/>
        </p:nvSpPr>
        <p:spPr bwMode="gray">
          <a:xfrm>
            <a:off x="11751760" y="639571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83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524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4EAD57-0142-AA17-C5CB-AB222B6CA2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3"/>
            <a:ext cx="981686" cy="3120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516623-DEEB-4E14-484B-2B3C84C198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8" y="-12699"/>
            <a:ext cx="121920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3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3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4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17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54987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对象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50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ubtitle Conten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4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 Conten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7186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5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1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lide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0227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Imag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1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7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72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Imag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2432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000"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3525795"/>
            <a:ext cx="7886069" cy="2290805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lIns="548640" tIns="182880" rIns="548640" bIns="182880"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70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6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/Product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0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800" cap="none"/>
            </a:lvl1pPr>
          </a:lstStyle>
          <a:p>
            <a:r>
              <a:rPr lang="en-US"/>
              <a:t>Click To Edit Product Text</a:t>
            </a:r>
          </a:p>
        </p:txBody>
      </p: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548783" y="556261"/>
            <a:ext cx="6049951" cy="55793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Rectangle 70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6" name="Picture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cxnSp>
        <p:nvCxnSpPr>
          <p:cNvPr id="17" name="Straight Connector 69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01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/Product - With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/>
          <p:cNvSpPr/>
          <p:nvPr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3"/>
          </p:nvPr>
        </p:nvSpPr>
        <p:spPr>
          <a:xfrm>
            <a:off x="548783" y="6473952"/>
            <a:ext cx="2413972" cy="153888"/>
          </a:xfr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50" name="Rectangle 49"/>
          <p:cNvSpPr/>
          <p:nvPr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Title 1"/>
          <p:cNvSpPr>
            <a:spLocks noGrp="1"/>
          </p:cNvSpPr>
          <p:nvPr>
            <p:ph type="title" hasCustomPrompt="1"/>
          </p:nvPr>
        </p:nvSpPr>
        <p:spPr>
          <a:xfrm>
            <a:off x="6923210" y="961121"/>
            <a:ext cx="4557645" cy="8089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2800" cap="none"/>
            </a:lvl1pPr>
          </a:lstStyle>
          <a:p>
            <a:r>
              <a:rPr lang="en-US"/>
              <a:t>Click To Edit Product Text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186"/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802622" cy="61356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6923811" y="2020824"/>
            <a:ext cx="4554898" cy="41148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5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Rectangle 20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47"/>
          <p:cNvSpPr/>
          <p:nvPr userDrawn="1"/>
        </p:nvSpPr>
        <p:spPr>
          <a:xfrm>
            <a:off x="5932562" y="0"/>
            <a:ext cx="6262614" cy="6858000"/>
          </a:xfrm>
          <a:prstGeom prst="ellipse">
            <a:avLst/>
          </a:prstGeom>
          <a:gradFill flip="none" rotWithShape="1">
            <a:gsLst>
              <a:gs pos="0">
                <a:srgbClr val="515151"/>
              </a:gs>
              <a:gs pos="56000">
                <a:schemeClr val="bg2">
                  <a:lumMod val="45000"/>
                  <a:lumOff val="55000"/>
                  <a:alpha val="71000"/>
                </a:schemeClr>
              </a:gs>
              <a:gs pos="100000">
                <a:schemeClr val="bg2">
                  <a:lumMod val="30000"/>
                  <a:lumOff val="7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800"/>
          </a:p>
        </p:txBody>
      </p:sp>
      <p:sp>
        <p:nvSpPr>
          <p:cNvPr id="15" name="Rectangle 49"/>
          <p:cNvSpPr/>
          <p:nvPr userDrawn="1"/>
        </p:nvSpPr>
        <p:spPr bwMode="white">
          <a:xfrm>
            <a:off x="6802622" y="840981"/>
            <a:ext cx="4816540" cy="601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Straight Connector 62"/>
          <p:cNvCxnSpPr/>
          <p:nvPr userDrawn="1"/>
        </p:nvCxnSpPr>
        <p:spPr>
          <a:xfrm>
            <a:off x="6923811" y="1908190"/>
            <a:ext cx="4554898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06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rt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2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5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16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3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6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68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 - With Background &amp; Sh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09682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sp>
        <p:nvSpPr>
          <p:cNvPr id="9" name="Rectangle 11"/>
          <p:cNvSpPr/>
          <p:nvPr userDrawn="1"/>
        </p:nvSpPr>
        <p:spPr>
          <a:xfrm>
            <a:off x="1" y="4639112"/>
            <a:ext cx="12192000" cy="221916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4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7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8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08101" y="5505384"/>
            <a:ext cx="1330737" cy="443416"/>
          </a:xfrm>
          <a:prstGeom prst="rect">
            <a:avLst/>
          </a:prstGeom>
        </p:spPr>
      </p:pic>
      <p:sp>
        <p:nvSpPr>
          <p:cNvPr id="9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26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393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2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3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6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223" y="6473952"/>
            <a:ext cx="1180777" cy="389860"/>
          </a:xfrm>
          <a:prstGeom prst="rect">
            <a:avLst/>
          </a:prstGeom>
        </p:spPr>
      </p:pic>
      <p:sp>
        <p:nvSpPr>
          <p:cNvPr id="18" name="TextBox slide number"/>
          <p:cNvSpPr txBox="1"/>
          <p:nvPr userDrawn="1"/>
        </p:nvSpPr>
        <p:spPr bwMode="white">
          <a:xfrm>
            <a:off x="10664340" y="6511801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13575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6221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09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0" y="6395717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8" name="TextBox slide number"/>
          <p:cNvSpPr txBox="1"/>
          <p:nvPr userDrawn="1"/>
        </p:nvSpPr>
        <p:spPr bwMode="white">
          <a:xfrm>
            <a:off x="11751760" y="6395208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16489" y="5416951"/>
            <a:ext cx="1480454" cy="47056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213575" y="6597479"/>
            <a:ext cx="2931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1661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199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199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62E98-E84F-4C47-9466-A13D62155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052" y="6562851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52ABB85F-A80E-42D0-B4C1-42B0010FC022}"/>
              </a:ext>
            </a:extLst>
          </p:cNvPr>
          <p:cNvSpPr txBox="1"/>
          <p:nvPr userDrawn="1"/>
        </p:nvSpPr>
        <p:spPr>
          <a:xfrm>
            <a:off x="1985498" y="652681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2023 LCFC Internal. All rights reserved.</a:t>
            </a:r>
          </a:p>
        </p:txBody>
      </p:sp>
      <p:grpSp>
        <p:nvGrpSpPr>
          <p:cNvPr id="17" name="组合 1">
            <a:extLst>
              <a:ext uri="{FF2B5EF4-FFF2-40B4-BE49-F238E27FC236}">
                <a16:creationId xmlns:a16="http://schemas.microsoft.com/office/drawing/2014/main" id="{28F92A3A-7A49-468A-B339-AC66B8CE8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48784" y="6486690"/>
            <a:ext cx="1508419" cy="307777"/>
            <a:chOff x="631825" y="625174"/>
            <a:chExt cx="3121769" cy="636603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75B5A5D4-96C1-4422-866F-7CC7D68E6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825" y="749833"/>
              <a:ext cx="1311126" cy="41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611BEDE-D03A-4463-BCA8-C0D36A83E966}"/>
                </a:ext>
              </a:extLst>
            </p:cNvPr>
            <p:cNvSpPr txBox="1"/>
            <p:nvPr/>
          </p:nvSpPr>
          <p:spPr>
            <a:xfrm>
              <a:off x="1885879" y="625174"/>
              <a:ext cx="1867715" cy="636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kumimoji="1" lang="zh-CN" altLang="en-US" sz="14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联宝科技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627001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7" y="-1"/>
            <a:ext cx="12193587" cy="6857107"/>
          </a:xfrm>
          <a:prstGeom prst="rect">
            <a:avLst/>
          </a:prstGeom>
        </p:spPr>
      </p:pic>
      <p:pic>
        <p:nvPicPr>
          <p:cNvPr id="27" name="Picture 6" descr="C:\Users\kathyp\Documents\00_Brand-Resources\Multimode Elements\Multimode Icons\PNG\Multimode-Icon_STAND-Table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6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Oval 76"/>
          <p:cNvSpPr/>
          <p:nvPr userDrawn="1"/>
        </p:nvSpPr>
        <p:spPr>
          <a:xfrm>
            <a:off x="3461030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4" name="Picture 3" descr="C:\Users\kathyp\Documents\00_Brand-Resources\Multimode Elements\Multimode Icons\PNG\Multimode-Icon_HOLD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53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Oval 73"/>
          <p:cNvSpPr/>
          <p:nvPr userDrawn="1"/>
        </p:nvSpPr>
        <p:spPr>
          <a:xfrm>
            <a:off x="2364962" y="5468108"/>
            <a:ext cx="310977" cy="3108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3" name="Picture 9" descr="C:\Users\kathyp\Documents\00_Brand-Resources\Multimode Elements\Multimode Icons\PNG\Multimode-Icon_TENT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64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70"/>
          <p:cNvSpPr/>
          <p:nvPr userDrawn="1"/>
        </p:nvSpPr>
        <p:spPr>
          <a:xfrm>
            <a:off x="630894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Oval 66"/>
          <p:cNvSpPr/>
          <p:nvPr userDrawn="1"/>
        </p:nvSpPr>
        <p:spPr>
          <a:xfrm>
            <a:off x="597186" y="5468108"/>
            <a:ext cx="310977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8" name="Picture 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381" y="5515987"/>
            <a:ext cx="214589" cy="215141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 userDrawn="1"/>
        </p:nvGrpSpPr>
        <p:grpSpPr>
          <a:xfrm>
            <a:off x="5237495" y="5463092"/>
            <a:ext cx="310977" cy="315912"/>
            <a:chOff x="5236131" y="5463092"/>
            <a:chExt cx="310896" cy="315912"/>
          </a:xfrm>
        </p:grpSpPr>
        <p:sp>
          <p:nvSpPr>
            <p:cNvPr id="46" name="Oval 45"/>
            <p:cNvSpPr/>
            <p:nvPr userDrawn="1"/>
          </p:nvSpPr>
          <p:spPr>
            <a:xfrm>
              <a:off x="5236131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0" name="Picture 8" descr="C:\Users\yhwang\Desktop\WW Design\Multimode Icons\think_light-01.png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6131" y="5463092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 userDrawn="1"/>
        </p:nvGrpSpPr>
        <p:grpSpPr>
          <a:xfrm>
            <a:off x="1305106" y="5468108"/>
            <a:ext cx="310977" cy="310896"/>
            <a:chOff x="4523337" y="5468108"/>
            <a:chExt cx="310896" cy="310896"/>
          </a:xfrm>
        </p:grpSpPr>
        <p:sp>
          <p:nvSpPr>
            <p:cNvPr id="49" name="Oval 48"/>
            <p:cNvSpPr/>
            <p:nvPr userDrawn="1"/>
          </p:nvSpPr>
          <p:spPr>
            <a:xfrm>
              <a:off x="4523337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50" name="Picture 7" descr="C:\Users\yhwang\Desktop\WW Design\Multimode Icons\server-01.png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337" y="5468108"/>
              <a:ext cx="310896" cy="310896"/>
            </a:xfrm>
            <a:prstGeom prst="rect">
              <a:avLst/>
            </a:prstGeom>
            <a:noFill/>
          </p:spPr>
        </p:pic>
      </p:grpSp>
      <p:grpSp>
        <p:nvGrpSpPr>
          <p:cNvPr id="51" name="Group 50"/>
          <p:cNvGrpSpPr/>
          <p:nvPr userDrawn="1"/>
        </p:nvGrpSpPr>
        <p:grpSpPr>
          <a:xfrm>
            <a:off x="4497076" y="5442941"/>
            <a:ext cx="365855" cy="365760"/>
            <a:chOff x="2355828" y="5442941"/>
            <a:chExt cx="365760" cy="365760"/>
          </a:xfrm>
        </p:grpSpPr>
        <p:sp>
          <p:nvSpPr>
            <p:cNvPr id="54" name="Oval 53"/>
            <p:cNvSpPr/>
            <p:nvPr userDrawn="1"/>
          </p:nvSpPr>
          <p:spPr>
            <a:xfrm>
              <a:off x="2380995" y="5468108"/>
              <a:ext cx="310896" cy="31089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3" name="Picture 2" descr="C:\Users\yhwang\Desktop\WW Design\Multimode Icons\chain-01.png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5828" y="5442941"/>
              <a:ext cx="365760" cy="365760"/>
            </a:xfrm>
            <a:prstGeom prst="rect">
              <a:avLst/>
            </a:prstGeom>
            <a:noFill/>
          </p:spPr>
        </p:pic>
      </p:grpSp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2048256"/>
            <a:ext cx="8725648" cy="1581912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lang="en-US" sz="60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text, two lines maximum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4059936"/>
            <a:ext cx="8716502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1"/>
          </p:nvPr>
        </p:nvSpPr>
        <p:spPr>
          <a:xfrm>
            <a:off x="548783" y="4800600"/>
            <a:ext cx="6411614" cy="512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" name="Rectangle 19"/>
          <p:cNvSpPr/>
          <p:nvPr userDrawn="1"/>
        </p:nvSpPr>
        <p:spPr bwMode="black">
          <a:xfrm>
            <a:off x="548783" y="4557713"/>
            <a:ext cx="1097969" cy="1067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48783" y="4664439"/>
            <a:ext cx="1042180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C:\Users\kathyp\Documents\00_Brand-Resources\Multimode Elements\Multimode Icons\PNG\Multimode-Icon_LAPTOP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20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5" descr="C:\Users\kathyp\Documents\00_Brand-Resources\Multimode Elements\Multimode Icons\PNG\Multimode-Icon_STAND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10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C:\Users\kathyp\Documents\00_Brand-Resources\Multimode Elements\Multimode Icons\PNG\Multimode-Icon_TABLET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035" y="5468108"/>
            <a:ext cx="311967" cy="3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/>
          <p:cNvGrpSpPr/>
          <p:nvPr userDrawn="1"/>
        </p:nvGrpSpPr>
        <p:grpSpPr>
          <a:xfrm>
            <a:off x="2025125" y="5468108"/>
            <a:ext cx="310977" cy="310896"/>
            <a:chOff x="2024598" y="5468108"/>
            <a:chExt cx="310896" cy="310896"/>
          </a:xfrm>
        </p:grpSpPr>
        <p:sp>
          <p:nvSpPr>
            <p:cNvPr id="34" name="Oval 33"/>
            <p:cNvSpPr/>
            <p:nvPr userDrawn="1"/>
          </p:nvSpPr>
          <p:spPr>
            <a:xfrm>
              <a:off x="2024598" y="5468108"/>
              <a:ext cx="310896" cy="3108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8814" y="5509256"/>
              <a:ext cx="122464" cy="228600"/>
            </a:xfrm>
            <a:prstGeom prst="rect">
              <a:avLst/>
            </a:prstGeom>
          </p:spPr>
        </p:pic>
      </p:grpSp>
      <p:grpSp>
        <p:nvGrpSpPr>
          <p:cNvPr id="52" name="Group 51"/>
          <p:cNvGrpSpPr/>
          <p:nvPr userDrawn="1"/>
        </p:nvGrpSpPr>
        <p:grpSpPr>
          <a:xfrm>
            <a:off x="4881005" y="5468108"/>
            <a:ext cx="310977" cy="310896"/>
            <a:chOff x="4879734" y="5468108"/>
            <a:chExt cx="310896" cy="310896"/>
          </a:xfrm>
        </p:grpSpPr>
        <p:sp>
          <p:nvSpPr>
            <p:cNvPr id="53" name="Oval 52"/>
            <p:cNvSpPr/>
            <p:nvPr userDrawn="1"/>
          </p:nvSpPr>
          <p:spPr>
            <a:xfrm>
              <a:off x="4879734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57" name="Picture 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5867" y="5521169"/>
              <a:ext cx="196609" cy="194742"/>
            </a:xfrm>
            <a:prstGeom prst="rect">
              <a:avLst/>
            </a:prstGeom>
            <a:noFill/>
          </p:spPr>
        </p:pic>
      </p:grpSp>
      <p:grpSp>
        <p:nvGrpSpPr>
          <p:cNvPr id="58" name="Group 57"/>
          <p:cNvGrpSpPr/>
          <p:nvPr userDrawn="1"/>
        </p:nvGrpSpPr>
        <p:grpSpPr>
          <a:xfrm>
            <a:off x="5951465" y="5468108"/>
            <a:ext cx="310977" cy="310896"/>
            <a:chOff x="5949915" y="5468108"/>
            <a:chExt cx="310896" cy="310896"/>
          </a:xfrm>
        </p:grpSpPr>
        <p:sp>
          <p:nvSpPr>
            <p:cNvPr id="59" name="Oval 58"/>
            <p:cNvSpPr/>
            <p:nvPr userDrawn="1"/>
          </p:nvSpPr>
          <p:spPr>
            <a:xfrm>
              <a:off x="5949915" y="5468108"/>
              <a:ext cx="310896" cy="31089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0" name="Picture 8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07100" y="5527072"/>
              <a:ext cx="185758" cy="188431"/>
            </a:xfrm>
            <a:prstGeom prst="rect">
              <a:avLst/>
            </a:prstGeom>
            <a:noFill/>
          </p:spPr>
        </p:pic>
      </p:grpSp>
      <p:grpSp>
        <p:nvGrpSpPr>
          <p:cNvPr id="3" name="Group 2"/>
          <p:cNvGrpSpPr/>
          <p:nvPr userDrawn="1"/>
        </p:nvGrpSpPr>
        <p:grpSpPr>
          <a:xfrm>
            <a:off x="3095586" y="5468109"/>
            <a:ext cx="311604" cy="315559"/>
            <a:chOff x="3094779" y="5468108"/>
            <a:chExt cx="311523" cy="315559"/>
          </a:xfrm>
        </p:grpSpPr>
        <p:sp>
          <p:nvSpPr>
            <p:cNvPr id="37" name="Oval 36"/>
            <p:cNvSpPr/>
            <p:nvPr userDrawn="1"/>
          </p:nvSpPr>
          <p:spPr>
            <a:xfrm>
              <a:off x="3094779" y="5468108"/>
              <a:ext cx="310896" cy="31089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69" name="Picture 6" descr="C:\Users\yhwang\Desktop\WW Design\Multimode Icons\network-01.png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406" y="5472771"/>
              <a:ext cx="310896" cy="310896"/>
            </a:xfrm>
            <a:prstGeom prst="rect">
              <a:avLst/>
            </a:prstGeom>
            <a:noFill/>
          </p:spPr>
        </p:pic>
      </p:grpSp>
      <p:sp>
        <p:nvSpPr>
          <p:cNvPr id="40" name="Oval 39"/>
          <p:cNvSpPr/>
          <p:nvPr userDrawn="1"/>
        </p:nvSpPr>
        <p:spPr>
          <a:xfrm>
            <a:off x="953675" y="5468108"/>
            <a:ext cx="310977" cy="31089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" name="Picture 5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7039" y="5515987"/>
            <a:ext cx="204249" cy="215141"/>
          </a:xfrm>
          <a:prstGeom prst="rect">
            <a:avLst/>
          </a:prstGeom>
          <a:noFill/>
        </p:spPr>
      </p:pic>
      <p:pic>
        <p:nvPicPr>
          <p:cNvPr id="78" name="Picture 5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8483" y="5540156"/>
            <a:ext cx="238492" cy="145035"/>
          </a:xfrm>
          <a:prstGeom prst="rect">
            <a:avLst/>
          </a:prstGeom>
          <a:noFill/>
        </p:spPr>
      </p:pic>
      <p:pic>
        <p:nvPicPr>
          <p:cNvPr id="79" name="Picture 5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644" y="5508039"/>
            <a:ext cx="197752" cy="197481"/>
          </a:xfrm>
          <a:prstGeom prst="rect">
            <a:avLst/>
          </a:prstGeom>
          <a:noFill/>
        </p:spPr>
      </p:pic>
      <p:pic>
        <p:nvPicPr>
          <p:cNvPr id="80" name="Picture 5"/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7410" y="5552718"/>
            <a:ext cx="234047" cy="165847"/>
          </a:xfrm>
          <a:prstGeom prst="rect">
            <a:avLst/>
          </a:prstGeom>
          <a:noFill/>
        </p:spPr>
      </p:pic>
      <p:sp>
        <p:nvSpPr>
          <p:cNvPr id="66" name="Footer Placeholder 19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pPr defTabSz="1218987"/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pPr defTabSz="1218987"/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110" y="2691925"/>
            <a:ext cx="626890" cy="197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3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 noChangeAspect="1" noEditPoints="1"/>
          </p:cNvSpPr>
          <p:nvPr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52761" y="274320"/>
            <a:ext cx="11172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16E2E1-548A-7EDA-92EF-D7B8E5BA4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60086" y="5551812"/>
            <a:ext cx="1262530" cy="401299"/>
          </a:xfrm>
          <a:prstGeom prst="rect">
            <a:avLst/>
          </a:prstGeom>
        </p:spPr>
      </p:pic>
      <p:sp>
        <p:nvSpPr>
          <p:cNvPr id="4" name="TextBox slide number">
            <a:extLst>
              <a:ext uri="{FF2B5EF4-FFF2-40B4-BE49-F238E27FC236}">
                <a16:creationId xmlns:a16="http://schemas.microsoft.com/office/drawing/2014/main" id="{2C1AD093-DEE4-969F-2C56-7931873BAA8C}"/>
              </a:ext>
            </a:extLst>
          </p:cNvPr>
          <p:cNvSpPr txBox="1"/>
          <p:nvPr userDrawn="1"/>
        </p:nvSpPr>
        <p:spPr bwMode="white">
          <a:xfrm>
            <a:off x="11790701" y="6370492"/>
            <a:ext cx="401299" cy="24622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66AD4543-8A4C-68D5-90E9-94A766928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2761" y="6539769"/>
            <a:ext cx="2413972" cy="153888"/>
          </a:xfr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78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8" name="Group 57"/>
          <p:cNvGrpSpPr/>
          <p:nvPr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9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61" name="Group 60"/>
          <p:cNvGrpSpPr/>
          <p:nvPr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62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 dirty="0"/>
            </a:p>
          </p:txBody>
        </p:sp>
        <p:sp>
          <p:nvSpPr>
            <p:cNvPr id="63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527908" y="3071299"/>
            <a:ext cx="2519469" cy="800821"/>
          </a:xfrm>
          <a:prstGeom prst="rect">
            <a:avLst/>
          </a:prstGeom>
        </p:spPr>
      </p:pic>
      <p:pic>
        <p:nvPicPr>
          <p:cNvPr id="13" name="Picture 4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14" name="Rectangle 1"/>
          <p:cNvSpPr/>
          <p:nvPr userDrawn="1"/>
        </p:nvSpPr>
        <p:spPr>
          <a:xfrm>
            <a:off x="1" y="893"/>
            <a:ext cx="12192000" cy="685710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25000"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5" name="Group 57"/>
          <p:cNvGrpSpPr/>
          <p:nvPr userDrawn="1"/>
        </p:nvGrpSpPr>
        <p:grpSpPr bwMode="gray">
          <a:xfrm>
            <a:off x="1828647" y="1525134"/>
            <a:ext cx="8537884" cy="4341742"/>
            <a:chOff x="1828170" y="1258957"/>
            <a:chExt cx="8535661" cy="434174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Freeform 9"/>
            <p:cNvSpPr>
              <a:spLocks/>
            </p:cNvSpPr>
            <p:nvPr userDrawn="1"/>
          </p:nvSpPr>
          <p:spPr bwMode="gray">
            <a:xfrm>
              <a:off x="5610226" y="4994274"/>
              <a:ext cx="974725" cy="606425"/>
            </a:xfrm>
            <a:custGeom>
              <a:avLst/>
              <a:gdLst>
                <a:gd name="T0" fmla="*/ 122 w 257"/>
                <a:gd name="T1" fmla="*/ 155 h 159"/>
                <a:gd name="T2" fmla="*/ 4 w 257"/>
                <a:gd name="T3" fmla="*/ 12 h 159"/>
                <a:gd name="T4" fmla="*/ 10 w 257"/>
                <a:gd name="T5" fmla="*/ 0 h 159"/>
                <a:gd name="T6" fmla="*/ 247 w 257"/>
                <a:gd name="T7" fmla="*/ 0 h 159"/>
                <a:gd name="T8" fmla="*/ 253 w 257"/>
                <a:gd name="T9" fmla="*/ 12 h 159"/>
                <a:gd name="T10" fmla="*/ 134 w 257"/>
                <a:gd name="T11" fmla="*/ 155 h 159"/>
                <a:gd name="T12" fmla="*/ 122 w 257"/>
                <a:gd name="T13" fmla="*/ 1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7" h="159">
                  <a:moveTo>
                    <a:pt x="122" y="155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0" y="7"/>
                    <a:pt x="3" y="0"/>
                    <a:pt x="10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3" y="0"/>
                    <a:pt x="257" y="7"/>
                    <a:pt x="253" y="12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1" y="159"/>
                    <a:pt x="125" y="159"/>
                    <a:pt x="122" y="1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Rounded Rectangle 59"/>
            <p:cNvSpPr/>
            <p:nvPr userDrawn="1"/>
          </p:nvSpPr>
          <p:spPr bwMode="gray">
            <a:xfrm>
              <a:off x="1828170" y="1258957"/>
              <a:ext cx="8535661" cy="3893151"/>
            </a:xfrm>
            <a:prstGeom prst="roundRect">
              <a:avLst>
                <a:gd name="adj" fmla="val 54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</p:grpSp>
      <p:grpSp>
        <p:nvGrpSpPr>
          <p:cNvPr id="18" name="Group 60"/>
          <p:cNvGrpSpPr/>
          <p:nvPr userDrawn="1"/>
        </p:nvGrpSpPr>
        <p:grpSpPr bwMode="gray">
          <a:xfrm>
            <a:off x="5854958" y="1265716"/>
            <a:ext cx="485260" cy="485134"/>
            <a:chOff x="5853433" y="734066"/>
            <a:chExt cx="485134" cy="485134"/>
          </a:xfrm>
        </p:grpSpPr>
        <p:sp>
          <p:nvSpPr>
            <p:cNvPr id="19" name="Oval 61"/>
            <p:cNvSpPr/>
            <p:nvPr userDrawn="1"/>
          </p:nvSpPr>
          <p:spPr bwMode="gray">
            <a:xfrm>
              <a:off x="5886450" y="767634"/>
              <a:ext cx="419098" cy="4190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1800" dirty="0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gray">
            <a:xfrm>
              <a:off x="5853433" y="734066"/>
              <a:ext cx="485134" cy="485134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206 w 412"/>
                <a:gd name="T11" fmla="*/ 376 h 412"/>
                <a:gd name="T12" fmla="*/ 36 w 412"/>
                <a:gd name="T13" fmla="*/ 206 h 412"/>
                <a:gd name="T14" fmla="*/ 206 w 412"/>
                <a:gd name="T15" fmla="*/ 36 h 412"/>
                <a:gd name="T16" fmla="*/ 376 w 412"/>
                <a:gd name="T17" fmla="*/ 206 h 412"/>
                <a:gd name="T18" fmla="*/ 206 w 412"/>
                <a:gd name="T19" fmla="*/ 376 h 412"/>
                <a:gd name="T20" fmla="*/ 189 w 412"/>
                <a:gd name="T21" fmla="*/ 262 h 412"/>
                <a:gd name="T22" fmla="*/ 125 w 412"/>
                <a:gd name="T23" fmla="*/ 262 h 412"/>
                <a:gd name="T24" fmla="*/ 125 w 412"/>
                <a:gd name="T25" fmla="*/ 216 h 412"/>
                <a:gd name="T26" fmla="*/ 130 w 412"/>
                <a:gd name="T27" fmla="*/ 172 h 412"/>
                <a:gd name="T28" fmla="*/ 148 w 412"/>
                <a:gd name="T29" fmla="*/ 143 h 412"/>
                <a:gd name="T30" fmla="*/ 182 w 412"/>
                <a:gd name="T31" fmla="*/ 123 h 412"/>
                <a:gd name="T32" fmla="*/ 194 w 412"/>
                <a:gd name="T33" fmla="*/ 150 h 412"/>
                <a:gd name="T34" fmla="*/ 167 w 412"/>
                <a:gd name="T35" fmla="*/ 167 h 412"/>
                <a:gd name="T36" fmla="*/ 158 w 412"/>
                <a:gd name="T37" fmla="*/ 198 h 412"/>
                <a:gd name="T38" fmla="*/ 189 w 412"/>
                <a:gd name="T39" fmla="*/ 198 h 412"/>
                <a:gd name="T40" fmla="*/ 189 w 412"/>
                <a:gd name="T41" fmla="*/ 262 h 412"/>
                <a:gd name="T42" fmla="*/ 278 w 412"/>
                <a:gd name="T43" fmla="*/ 262 h 412"/>
                <a:gd name="T44" fmla="*/ 214 w 412"/>
                <a:gd name="T45" fmla="*/ 262 h 412"/>
                <a:gd name="T46" fmla="*/ 214 w 412"/>
                <a:gd name="T47" fmla="*/ 216 h 412"/>
                <a:gd name="T48" fmla="*/ 219 w 412"/>
                <a:gd name="T49" fmla="*/ 172 h 412"/>
                <a:gd name="T50" fmla="*/ 237 w 412"/>
                <a:gd name="T51" fmla="*/ 143 h 412"/>
                <a:gd name="T52" fmla="*/ 270 w 412"/>
                <a:gd name="T53" fmla="*/ 123 h 412"/>
                <a:gd name="T54" fmla="*/ 283 w 412"/>
                <a:gd name="T55" fmla="*/ 150 h 412"/>
                <a:gd name="T56" fmla="*/ 255 w 412"/>
                <a:gd name="T57" fmla="*/ 167 h 412"/>
                <a:gd name="T58" fmla="*/ 247 w 412"/>
                <a:gd name="T59" fmla="*/ 198 h 412"/>
                <a:gd name="T60" fmla="*/ 278 w 412"/>
                <a:gd name="T61" fmla="*/ 198 h 412"/>
                <a:gd name="T62" fmla="*/ 278 w 412"/>
                <a:gd name="T63" fmla="*/ 26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3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3"/>
                    <a:pt x="320" y="0"/>
                    <a:pt x="206" y="0"/>
                  </a:cubicBezTo>
                  <a:close/>
                  <a:moveTo>
                    <a:pt x="206" y="376"/>
                  </a:moveTo>
                  <a:cubicBezTo>
                    <a:pt x="112" y="376"/>
                    <a:pt x="36" y="300"/>
                    <a:pt x="36" y="206"/>
                  </a:cubicBezTo>
                  <a:cubicBezTo>
                    <a:pt x="36" y="112"/>
                    <a:pt x="112" y="36"/>
                    <a:pt x="206" y="36"/>
                  </a:cubicBezTo>
                  <a:cubicBezTo>
                    <a:pt x="300" y="36"/>
                    <a:pt x="376" y="112"/>
                    <a:pt x="376" y="206"/>
                  </a:cubicBezTo>
                  <a:cubicBezTo>
                    <a:pt x="376" y="300"/>
                    <a:pt x="300" y="376"/>
                    <a:pt x="206" y="376"/>
                  </a:cubicBezTo>
                  <a:close/>
                  <a:moveTo>
                    <a:pt x="189" y="262"/>
                  </a:moveTo>
                  <a:cubicBezTo>
                    <a:pt x="125" y="262"/>
                    <a:pt x="125" y="262"/>
                    <a:pt x="125" y="262"/>
                  </a:cubicBezTo>
                  <a:cubicBezTo>
                    <a:pt x="125" y="216"/>
                    <a:pt x="125" y="216"/>
                    <a:pt x="125" y="216"/>
                  </a:cubicBezTo>
                  <a:cubicBezTo>
                    <a:pt x="125" y="197"/>
                    <a:pt x="127" y="183"/>
                    <a:pt x="130" y="172"/>
                  </a:cubicBezTo>
                  <a:cubicBezTo>
                    <a:pt x="133" y="161"/>
                    <a:pt x="139" y="152"/>
                    <a:pt x="148" y="143"/>
                  </a:cubicBezTo>
                  <a:cubicBezTo>
                    <a:pt x="157" y="135"/>
                    <a:pt x="168" y="128"/>
                    <a:pt x="182" y="123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82" y="154"/>
                    <a:pt x="172" y="160"/>
                    <a:pt x="167" y="167"/>
                  </a:cubicBezTo>
                  <a:cubicBezTo>
                    <a:pt x="161" y="175"/>
                    <a:pt x="158" y="185"/>
                    <a:pt x="158" y="198"/>
                  </a:cubicBezTo>
                  <a:cubicBezTo>
                    <a:pt x="189" y="198"/>
                    <a:pt x="189" y="198"/>
                    <a:pt x="189" y="198"/>
                  </a:cubicBezTo>
                  <a:lnTo>
                    <a:pt x="189" y="262"/>
                  </a:lnTo>
                  <a:close/>
                  <a:moveTo>
                    <a:pt x="278" y="262"/>
                  </a:moveTo>
                  <a:cubicBezTo>
                    <a:pt x="214" y="262"/>
                    <a:pt x="214" y="262"/>
                    <a:pt x="214" y="262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197"/>
                    <a:pt x="215" y="182"/>
                    <a:pt x="219" y="172"/>
                  </a:cubicBezTo>
                  <a:cubicBezTo>
                    <a:pt x="222" y="161"/>
                    <a:pt x="228" y="152"/>
                    <a:pt x="237" y="143"/>
                  </a:cubicBezTo>
                  <a:cubicBezTo>
                    <a:pt x="246" y="135"/>
                    <a:pt x="257" y="128"/>
                    <a:pt x="270" y="123"/>
                  </a:cubicBezTo>
                  <a:cubicBezTo>
                    <a:pt x="283" y="150"/>
                    <a:pt x="283" y="150"/>
                    <a:pt x="283" y="150"/>
                  </a:cubicBezTo>
                  <a:cubicBezTo>
                    <a:pt x="270" y="154"/>
                    <a:pt x="261" y="160"/>
                    <a:pt x="255" y="167"/>
                  </a:cubicBezTo>
                  <a:cubicBezTo>
                    <a:pt x="250" y="175"/>
                    <a:pt x="247" y="185"/>
                    <a:pt x="247" y="198"/>
                  </a:cubicBezTo>
                  <a:cubicBezTo>
                    <a:pt x="278" y="198"/>
                    <a:pt x="278" y="198"/>
                    <a:pt x="278" y="198"/>
                  </a:cubicBezTo>
                  <a:lnTo>
                    <a:pt x="278" y="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pic>
        <p:nvPicPr>
          <p:cNvPr id="21" name="Picture 5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582" y="2791839"/>
            <a:ext cx="5376010" cy="12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9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1181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621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599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10" y="423410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399" indent="-17139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3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10" indent="-228491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68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689" indent="-156559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997" indent="-150213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999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Footer Placeholder 19">
            <a:extLst>
              <a:ext uri="{FF2B5EF4-FFF2-40B4-BE49-F238E27FC236}">
                <a16:creationId xmlns:a16="http://schemas.microsoft.com/office/drawing/2014/main" id="{AA268876-370B-41B6-33A4-524107A0EE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8782" y="6490645"/>
            <a:ext cx="2723335" cy="153888"/>
          </a:xfrm>
          <a:prstGeom prst="rect">
            <a:avLst/>
          </a:prstGeom>
        </p:spPr>
        <p:txBody>
          <a:bodyPr/>
          <a:lstStyle/>
          <a:p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2023 LCFC Internal. All rights reserved.</a:t>
            </a:r>
            <a:endParaRPr lang="en-US" sz="1000">
              <a:solidFill>
                <a:srgbClr val="939598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0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22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3401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87473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lvl="0"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32699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 noEditPoints="1"/>
          </p:cNvSpPr>
          <p:nvPr userDrawn="1"/>
        </p:nvSpPr>
        <p:spPr bwMode="black">
          <a:xfrm>
            <a:off x="205409" y="423418"/>
            <a:ext cx="200638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rgbClr val="367CC4"/>
          </a:solidFill>
          <a:ln>
            <a:noFill/>
          </a:ln>
        </p:spPr>
        <p:txBody>
          <a:bodyPr vert="horz" wrap="square" lIns="90720" tIns="45361" rIns="90720" bIns="45361" numCol="1" anchor="t" anchorCtr="0" compatLnSpc="1"/>
          <a:lstStyle/>
          <a:p>
            <a:endParaRPr lang="en-US" sz="180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11751767" y="6395955"/>
            <a:ext cx="443416" cy="322249"/>
          </a:xfrm>
          <a:prstGeom prst="rect">
            <a:avLst/>
          </a:prstGeom>
          <a:noFill/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4174" y="5800424"/>
            <a:ext cx="974339" cy="318995"/>
          </a:xfrm>
          <a:prstGeom prst="rect">
            <a:avLst/>
          </a:prstGeom>
        </p:spPr>
      </p:pic>
      <p:sp>
        <p:nvSpPr>
          <p:cNvPr id="11" name="Rectangle 6"/>
          <p:cNvSpPr/>
          <p:nvPr userDrawn="1"/>
        </p:nvSpPr>
        <p:spPr bwMode="gray">
          <a:xfrm flipH="1">
            <a:off x="11881845" y="6446903"/>
            <a:ext cx="320620" cy="167530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720" tIns="45361" rIns="90720" bIns="45361" rtlCol="0" anchor="ctr"/>
          <a:lstStyle/>
          <a:p>
            <a:pPr algn="ctr"/>
            <a:endParaRPr lang="en-US" sz="1800"/>
          </a:p>
        </p:txBody>
      </p:sp>
      <p:sp>
        <p:nvSpPr>
          <p:cNvPr id="15" name="TextBox slide number"/>
          <p:cNvSpPr txBox="1"/>
          <p:nvPr userDrawn="1"/>
        </p:nvSpPr>
        <p:spPr bwMode="white">
          <a:xfrm>
            <a:off x="11907626" y="649132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smtClean="0"/>
              <a:t>‹#›</a:t>
            </a:fld>
            <a:endParaRPr lang="en-US" sz="1000" dirty="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017139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D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0468634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M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0776120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algn="ctr" defTabSz="1218987">
              <a:spcBef>
                <a:spcPct val="50000"/>
              </a:spcBef>
              <a:defRPr sz="1600" b="1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 dirty="0"/>
              <a:t>A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11074553" y="361710"/>
            <a:ext cx="252066" cy="338554"/>
          </a:xfrm>
          <a:prstGeom prst="rect">
            <a:avLst/>
          </a:prstGeom>
          <a:solidFill>
            <a:srgbClr val="00CCFF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lvl="0" algn="ctr" defTabSz="1218987">
              <a:spcBef>
                <a:spcPct val="50000"/>
              </a:spcBef>
              <a:defRPr sz="1600" b="1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09493" defTabSz="1218987"/>
            <a:lvl3pPr marL="1218987" defTabSz="1218987"/>
            <a:lvl4pPr marL="1828480" defTabSz="1218987"/>
            <a:lvl5pPr marL="2437973" defTabSz="1218987"/>
            <a:lvl6pPr marL="3047467" defTabSz="1218987"/>
            <a:lvl7pPr marL="3656960" defTabSz="1218987"/>
            <a:lvl8pPr marL="4266453" defTabSz="1218987"/>
            <a:lvl9pPr marL="4875947" defTabSz="1218987"/>
          </a:lstStyle>
          <a:p>
            <a:pPr lvl="0"/>
            <a:r>
              <a:rPr lang="en-US" altLang="zh-CN" sz="1600"/>
              <a:t>I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11372986" y="361710"/>
            <a:ext cx="252066" cy="338554"/>
          </a:xfrm>
          <a:prstGeom prst="rect">
            <a:avLst/>
          </a:prstGeom>
          <a:solidFill>
            <a:schemeClr val="tx2"/>
          </a:solidFill>
          <a:ln w="28575" algn="ctr">
            <a:noFill/>
            <a:miter lim="800000"/>
          </a:ln>
        </p:spPr>
        <p:txBody>
          <a:bodyPr anchor="t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 dirty="0">
                <a:solidFill>
                  <a:srgbClr val="CCCCF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06047" y="6475418"/>
            <a:ext cx="2388151" cy="24622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</a:rPr>
              <a:t>2025 LCFC Internal. All rights reserved.</a:t>
            </a:r>
          </a:p>
        </p:txBody>
      </p:sp>
      <p:sp>
        <p:nvSpPr>
          <p:cNvPr id="14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06054" y="274320"/>
            <a:ext cx="1121899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411949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lumn Slide - N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2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16489" y="5416950"/>
            <a:ext cx="1480454" cy="47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2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8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27.xml"/><Relationship Id="rId9" Type="http://schemas.openxmlformats.org/officeDocument/2006/relationships/tags" Target="../tags/tag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theme" Target="../theme/theme4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image" Target="../media/image32.pn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image" Target="../media/image35.png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tags" Target="../tags/tag11.xml"/><Relationship Id="rId8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79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image" Target="../media/image35.png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tags" Target="../tags/tag13.xml"/><Relationship Id="rId30" Type="http://schemas.openxmlformats.org/officeDocument/2006/relationships/oleObject" Target="../embeddings/oleObject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image" Target="../media/image35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01146" y="6521578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2019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8029" y="5710769"/>
            <a:ext cx="1085960" cy="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9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01146" y="6521578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39598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2019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8029" y="5710769"/>
            <a:ext cx="1085960" cy="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783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9" y="1592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3" name="对象 2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92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slide number"/>
          <p:cNvSpPr txBox="1"/>
          <p:nvPr/>
        </p:nvSpPr>
        <p:spPr bwMode="white">
          <a:xfrm>
            <a:off x="11867485" y="6424604"/>
            <a:ext cx="324001" cy="18824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62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19792" y="5754636"/>
            <a:ext cx="1019387" cy="324000"/>
          </a:xfrm>
          <a:prstGeom prst="rect">
            <a:avLst/>
          </a:prstGeom>
        </p:spPr>
      </p:pic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5001159A-3116-9632-86DC-D6DB77AAA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2761" y="6539769"/>
            <a:ext cx="2413972" cy="153888"/>
          </a:xfrm>
          <a:prstGeom prst="rect">
            <a:avLst/>
          </a:prstGeom>
        </p:spPr>
        <p:txBody>
          <a:bodyPr lIns="0" anchor="ctr"/>
          <a:lstStyle>
            <a:lvl1pPr>
              <a:defRPr cap="none"/>
            </a:lvl1pPr>
          </a:lstStyle>
          <a:p>
            <a:r>
              <a:rPr lang="en-US" sz="1000" dirty="0">
                <a:solidFill>
                  <a:srgbClr val="939598"/>
                </a:solidFill>
                <a:cs typeface="Arial" pitchFamily="34" charset="0"/>
              </a:rPr>
              <a:t>2025 LCFC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6554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621" rtl="0" eaLnBrk="1" latinLnBrk="0" hangingPunct="1">
        <a:spcBef>
          <a:spcPct val="0"/>
        </a:spcBef>
        <a:buNone/>
        <a:defRPr sz="4299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983" indent="-456983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130" indent="-380819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276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258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189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1207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518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82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13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1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2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93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242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55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86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17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484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25921" y="6370494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4"/>
            <a:ext cx="981686" cy="312031"/>
          </a:xfrm>
          <a:prstGeom prst="rect">
            <a:avLst/>
          </a:prstGeom>
        </p:spPr>
      </p:pic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892526919"/>
              </p:ext>
            </p:ext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96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621" rtl="0" eaLnBrk="1" latinLnBrk="0" hangingPunct="1">
        <a:spcBef>
          <a:spcPct val="0"/>
        </a:spcBef>
        <a:buNone/>
        <a:defRPr sz="4299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983" indent="-456983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130" indent="-380819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276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258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1897" indent="-304656" algn="l" defTabSz="1218621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9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1207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518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82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139" indent="-304656" algn="l" defTabSz="1218621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10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2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931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242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55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86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173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484" algn="l" defTabSz="1218621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cap="none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2016 Lenovo Internal. All rights reserved.</a:t>
            </a:r>
          </a:p>
        </p:txBody>
      </p:sp>
      <p:sp>
        <p:nvSpPr>
          <p:cNvPr id="9" name="TextBox slide number"/>
          <p:cNvSpPr txBox="1"/>
          <p:nvPr/>
        </p:nvSpPr>
        <p:spPr bwMode="white">
          <a:xfrm>
            <a:off x="11825921" y="6370492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lvl="0" algn="ctr"/>
            <a:fld id="{6EA5B71A-1B18-4E34-A48F-65DC4937AA99}" type="slidenum">
              <a:rPr lang="en-US" sz="1000" b="0" smtClean="0">
                <a:solidFill>
                  <a:schemeClr val="tx1"/>
                </a:solidFill>
              </a:rPr>
              <a:pPr lvl="0" algn="ctr"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47229" y="5721963"/>
            <a:ext cx="981686" cy="312031"/>
          </a:xfrm>
          <a:prstGeom prst="rect">
            <a:avLst/>
          </a:prstGeom>
        </p:spPr>
      </p:pic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89252691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270" imgH="270" progId="TCLayout.ActiveDocument.1">
                  <p:embed/>
                </p:oleObj>
              </mc:Choice>
              <mc:Fallback>
                <p:oleObj name="think-cell Slide" r:id="rId30" imgW="270" imgH="27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986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70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3587" cy="6857107"/>
          </a:xfrm>
          <a:prstGeom prst="rect">
            <a:avLst/>
          </a:prstGeom>
        </p:spPr>
      </p:pic>
      <p:sp>
        <p:nvSpPr>
          <p:cNvPr id="9" name="TextBox slide number"/>
          <p:cNvSpPr txBox="1"/>
          <p:nvPr/>
        </p:nvSpPr>
        <p:spPr bwMode="white">
          <a:xfrm>
            <a:off x="11751760" y="6395206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2876" y="5800424"/>
            <a:ext cx="974339" cy="318995"/>
          </a:xfrm>
          <a:prstGeom prst="rect">
            <a:avLst/>
          </a:prstGeom>
        </p:spPr>
      </p:pic>
      <p:sp>
        <p:nvSpPr>
          <p:cNvPr id="8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548783" y="6473952"/>
            <a:ext cx="2413972" cy="153888"/>
          </a:xfrm>
          <a:prstGeom prst="rect">
            <a:avLst/>
          </a:prstGeom>
        </p:spPr>
        <p:txBody>
          <a:bodyPr/>
          <a:lstStyle/>
          <a:p>
            <a:pPr defTabSz="1218987"/>
            <a:r>
              <a:rPr lang="en-US" altLang="zh-CN" sz="1000">
                <a:solidFill>
                  <a:srgbClr val="939598"/>
                </a:solidFill>
                <a:cs typeface="Arial" pitchFamily="34" charset="0"/>
              </a:rPr>
              <a:t>2016 LCFC Internal. All rights reserved.</a:t>
            </a:r>
          </a:p>
          <a:p>
            <a:pPr defTabSz="1218987"/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.</a:t>
            </a:r>
            <a:endParaRPr lang="en-US" sz="1000" dirty="0">
              <a:solidFill>
                <a:srgbClr val="939598"/>
              </a:solidFill>
              <a:cs typeface="Arial" pitchFamily="34" charset="0"/>
            </a:endParaRPr>
          </a:p>
        </p:txBody>
      </p:sp>
      <p:sp>
        <p:nvSpPr>
          <p:cNvPr id="6" name="Rectangle 6"/>
          <p:cNvSpPr/>
          <p:nvPr userDrawn="1"/>
        </p:nvSpPr>
        <p:spPr bwMode="gray">
          <a:xfrm flipH="1">
            <a:off x="11890545" y="6446656"/>
            <a:ext cx="311676" cy="182166"/>
          </a:xfrm>
          <a:prstGeom prst="rect">
            <a:avLst/>
          </a:prstGeom>
          <a:solidFill>
            <a:schemeClr val="tx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slide number"/>
          <p:cNvSpPr txBox="1"/>
          <p:nvPr userDrawn="1"/>
        </p:nvSpPr>
        <p:spPr bwMode="white">
          <a:xfrm>
            <a:off x="11907627" y="6491082"/>
            <a:ext cx="311675" cy="12311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42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6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svg"/><Relationship Id="rId3" Type="http://schemas.openxmlformats.org/officeDocument/2006/relationships/image" Target="../media/image7.png"/><Relationship Id="rId7" Type="http://schemas.openxmlformats.org/officeDocument/2006/relationships/image" Target="../media/image74.sv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3.png"/><Relationship Id="rId11" Type="http://schemas.openxmlformats.org/officeDocument/2006/relationships/image" Target="../media/image78.svg"/><Relationship Id="rId5" Type="http://schemas.openxmlformats.org/officeDocument/2006/relationships/image" Target="../media/image72.svg"/><Relationship Id="rId15" Type="http://schemas.openxmlformats.org/officeDocument/2006/relationships/image" Target="../media/image82.sv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svg"/><Relationship Id="rId14" Type="http://schemas.openxmlformats.org/officeDocument/2006/relationships/image" Target="../media/image8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D0E0-8552-B3B1-0FA1-0782B0E4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703BBCD-4353-2ED6-4145-4B6057024672}"/>
              </a:ext>
            </a:extLst>
          </p:cNvPr>
          <p:cNvSpPr/>
          <p:nvPr/>
        </p:nvSpPr>
        <p:spPr>
          <a:xfrm>
            <a:off x="-10374" y="0"/>
            <a:ext cx="12202374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2E9A0-1136-322D-6F0B-2E406C97BB92}"/>
              </a:ext>
            </a:extLst>
          </p:cNvPr>
          <p:cNvSpPr/>
          <p:nvPr/>
        </p:nvSpPr>
        <p:spPr>
          <a:xfrm>
            <a:off x="488323" y="1015380"/>
            <a:ext cx="5549763" cy="1750691"/>
          </a:xfrm>
          <a:prstGeom prst="rect">
            <a:avLst/>
          </a:prstGeom>
          <a:solidFill>
            <a:srgbClr val="219DBF">
              <a:alpha val="63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221126" tIns="221126" rIns="221126" bIns="221126" rtlCol="0" anchor="t"/>
          <a:lstStyle/>
          <a:p>
            <a:pPr marL="0" marR="0" lvl="0" indent="0" algn="l" defTabSz="1473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41599C-F399-50BA-DC58-5B017C4F01BD}"/>
              </a:ext>
            </a:extLst>
          </p:cNvPr>
          <p:cNvSpPr/>
          <p:nvPr/>
        </p:nvSpPr>
        <p:spPr>
          <a:xfrm>
            <a:off x="475858" y="2841949"/>
            <a:ext cx="11280211" cy="1750691"/>
          </a:xfrm>
          <a:prstGeom prst="rect">
            <a:avLst/>
          </a:prstGeom>
          <a:solidFill>
            <a:schemeClr val="accent4">
              <a:lumMod val="75000"/>
              <a:alpha val="62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221126" tIns="221126" rIns="221126" bIns="221126" rtlCol="0" anchor="t"/>
          <a:lstStyle/>
          <a:p>
            <a:pPr marL="0" marR="0" lvl="0" indent="0" algn="ctr" defTabSz="1473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1DB51A-F241-B642-B98A-BF1AED8BE5AA}"/>
              </a:ext>
            </a:extLst>
          </p:cNvPr>
          <p:cNvSpPr/>
          <p:nvPr/>
        </p:nvSpPr>
        <p:spPr>
          <a:xfrm>
            <a:off x="475858" y="4675509"/>
            <a:ext cx="11280211" cy="1750691"/>
          </a:xfrm>
          <a:prstGeom prst="rect">
            <a:avLst/>
          </a:prstGeom>
          <a:solidFill>
            <a:schemeClr val="accent4">
              <a:lumMod val="50000"/>
              <a:alpha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221126" tIns="221126" rIns="221126" bIns="221126" rtlCol="0" anchor="t"/>
          <a:lstStyle/>
          <a:p>
            <a:pPr marL="0" marR="0" lvl="0" indent="0" algn="ctr" defTabSz="1473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D3840-6FF8-DCCF-09CC-750F8E3B9BD3}"/>
              </a:ext>
            </a:extLst>
          </p:cNvPr>
          <p:cNvSpPr txBox="1"/>
          <p:nvPr/>
        </p:nvSpPr>
        <p:spPr>
          <a:xfrm>
            <a:off x="470538" y="3694921"/>
            <a:ext cx="11285531" cy="712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1218621"/>
            <a:r>
              <a:rPr lang="en-US" altLang="zh-CN" sz="2400" b="1" dirty="0">
                <a:solidFill>
                  <a:prstClr val="white"/>
                </a:solidFill>
                <a:latin typeface="Arial" pitchFamily="34" charset="0"/>
                <a:ea typeface="微软雅黑"/>
                <a:cs typeface="Arial" pitchFamily="34" charset="0"/>
              </a:rPr>
              <a:t>Intelligence Driver</a:t>
            </a:r>
          </a:p>
          <a:p>
            <a:pPr marL="0" marR="0" lvl="0" indent="0" algn="ctr" defTabSz="1473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(Transformation + Empower)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4B0A97-1302-54CD-F358-727110C0D104}"/>
              </a:ext>
            </a:extLst>
          </p:cNvPr>
          <p:cNvSpPr/>
          <p:nvPr/>
        </p:nvSpPr>
        <p:spPr>
          <a:xfrm>
            <a:off x="435930" y="979990"/>
            <a:ext cx="11307677" cy="191765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221126" tIns="221126" rIns="221126" bIns="221126" rtlCol="0" anchor="t"/>
          <a:lstStyle/>
          <a:p>
            <a:pPr marL="0" marR="0" lvl="0" indent="0" algn="l" defTabSz="1473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5E57B4-D794-3FC7-2369-F904B8500B39}"/>
              </a:ext>
            </a:extLst>
          </p:cNvPr>
          <p:cNvSpPr txBox="1"/>
          <p:nvPr/>
        </p:nvSpPr>
        <p:spPr>
          <a:xfrm>
            <a:off x="680515" y="5524665"/>
            <a:ext cx="5105668" cy="717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Org &amp; Talent Driver</a:t>
            </a:r>
          </a:p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(Organization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 + Talent) 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48BE10-F540-EDCA-6089-915A5DF3D1E4}"/>
              </a:ext>
            </a:extLst>
          </p:cNvPr>
          <p:cNvSpPr/>
          <p:nvPr/>
        </p:nvSpPr>
        <p:spPr>
          <a:xfrm>
            <a:off x="6092693" y="1015380"/>
            <a:ext cx="5650913" cy="1750691"/>
          </a:xfrm>
          <a:prstGeom prst="rect">
            <a:avLst/>
          </a:prstGeom>
          <a:solidFill>
            <a:srgbClr val="219DBF">
              <a:alpha val="63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221126" tIns="221126" rIns="221126" bIns="221126" rtlCol="0" anchor="t"/>
          <a:lstStyle/>
          <a:p>
            <a:pPr marL="0" marR="0" lvl="0" indent="0" algn="l" defTabSz="1473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DC2E31-BD83-591D-E51F-D4600D62EC71}"/>
              </a:ext>
            </a:extLst>
          </p:cNvPr>
          <p:cNvSpPr txBox="1"/>
          <p:nvPr/>
        </p:nvSpPr>
        <p:spPr>
          <a:xfrm>
            <a:off x="6090135" y="1882416"/>
            <a:ext cx="5650913" cy="78130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84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Driver</a:t>
            </a:r>
          </a:p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84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4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Standard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Management + Execution)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FD4B-B90E-D928-AF71-BE7B2D336BEF}"/>
              </a:ext>
            </a:extLst>
          </p:cNvPr>
          <p:cNvSpPr txBox="1"/>
          <p:nvPr/>
        </p:nvSpPr>
        <p:spPr>
          <a:xfrm>
            <a:off x="6573303" y="5496920"/>
            <a:ext cx="5105668" cy="7171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Culture Driver</a:t>
            </a:r>
          </a:p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(D.S.B.P. + Mindset &amp; </a:t>
            </a:r>
            <a:r>
              <a:rPr lang="en-US" altLang="zh-CN" sz="1400" b="1" dirty="0">
                <a:solidFill>
                  <a:prstClr val="white"/>
                </a:solidFill>
                <a:latin typeface="Arial" panose="020B0604020202020204" pitchFamily="34" charset="0"/>
                <a:ea typeface="微软雅黑"/>
                <a:cs typeface="Arial" pitchFamily="34" charset="0"/>
              </a:rPr>
              <a:t>Behavior +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itchFamily="34" charset="0"/>
              </a:rPr>
              <a:t>Quality Awareness) 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EC7574-4791-D760-931B-592FDE8C15E5}"/>
              </a:ext>
            </a:extLst>
          </p:cNvPr>
          <p:cNvSpPr txBox="1"/>
          <p:nvPr/>
        </p:nvSpPr>
        <p:spPr>
          <a:xfrm>
            <a:off x="483003" y="1935281"/>
            <a:ext cx="5552525" cy="717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Eng &amp; Tech Driver</a:t>
            </a:r>
          </a:p>
          <a:p>
            <a:pPr marL="0" marR="0" lvl="0" indent="0" algn="ctr" defTabSz="1473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(Kylin 2.0 + DDDW + FA</a:t>
            </a:r>
            <a:r>
              <a:rPr kumimoji="0" lang="zh-CN" altLang="en-US" sz="1400" b="1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Capability</a:t>
            </a:r>
            <a:r>
              <a:rPr kumimoji="0" lang="en-US" altLang="zh-CN" sz="1400" b="1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kumimoji="0" lang="zh-CN" altLang="en-US" sz="14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3" name="job_86155">
            <a:extLst>
              <a:ext uri="{FF2B5EF4-FFF2-40B4-BE49-F238E27FC236}">
                <a16:creationId xmlns:a16="http://schemas.microsoft.com/office/drawing/2014/main" id="{9771102E-8E25-3790-96FD-4AF073133427}"/>
              </a:ext>
            </a:extLst>
          </p:cNvPr>
          <p:cNvSpPr/>
          <p:nvPr/>
        </p:nvSpPr>
        <p:spPr>
          <a:xfrm>
            <a:off x="2979651" y="1293551"/>
            <a:ext cx="542782" cy="54887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  <a:gd name="connsiteX84" fmla="*/ 121763 h 600884"/>
              <a:gd name="connsiteY84" fmla="*/ 121763 h 600884"/>
              <a:gd name="connsiteX85" fmla="*/ 121763 h 600884"/>
              <a:gd name="connsiteY85" fmla="*/ 121763 h 600884"/>
              <a:gd name="connsiteX86" fmla="*/ 121763 h 600884"/>
              <a:gd name="connsiteY86" fmla="*/ 121763 h 600884"/>
              <a:gd name="connsiteX87" fmla="*/ 121763 h 600884"/>
              <a:gd name="connsiteY87" fmla="*/ 121763 h 600884"/>
              <a:gd name="connsiteX88" fmla="*/ 121763 h 600884"/>
              <a:gd name="connsiteY88" fmla="*/ 121763 h 600884"/>
              <a:gd name="connsiteX89" fmla="*/ 121763 h 600884"/>
              <a:gd name="connsiteY89" fmla="*/ 121763 h 600884"/>
              <a:gd name="connsiteX90" fmla="*/ 121763 h 600884"/>
              <a:gd name="connsiteY90" fmla="*/ 121763 h 600884"/>
              <a:gd name="connsiteX91" fmla="*/ 121763 h 600884"/>
              <a:gd name="connsiteY91" fmla="*/ 121763 h 600884"/>
              <a:gd name="connsiteX92" fmla="*/ 121763 h 600884"/>
              <a:gd name="connsiteY92" fmla="*/ 121763 h 600884"/>
              <a:gd name="connsiteX93" fmla="*/ 121763 h 600884"/>
              <a:gd name="connsiteY93" fmla="*/ 121763 h 600884"/>
              <a:gd name="connsiteX94" fmla="*/ 121763 h 600884"/>
              <a:gd name="connsiteY94" fmla="*/ 121763 h 600884"/>
              <a:gd name="connsiteX95" fmla="*/ 121763 h 600884"/>
              <a:gd name="connsiteY95" fmla="*/ 121763 h 600884"/>
              <a:gd name="connsiteX96" fmla="*/ 121763 h 600884"/>
              <a:gd name="connsiteY96" fmla="*/ 121763 h 600884"/>
              <a:gd name="connsiteX97" fmla="*/ 121763 h 600884"/>
              <a:gd name="connsiteY97" fmla="*/ 121763 h 600884"/>
              <a:gd name="connsiteX98" fmla="*/ 121763 h 600884"/>
              <a:gd name="connsiteY98" fmla="*/ 121763 h 600884"/>
              <a:gd name="connsiteX99" fmla="*/ 121763 h 600884"/>
              <a:gd name="connsiteY99" fmla="*/ 121763 h 600884"/>
              <a:gd name="connsiteX100" fmla="*/ 121763 h 600884"/>
              <a:gd name="connsiteY100" fmla="*/ 121763 h 600884"/>
              <a:gd name="connsiteX101" fmla="*/ 121763 h 600884"/>
              <a:gd name="connsiteY101" fmla="*/ 121763 h 600884"/>
              <a:gd name="connsiteX102" fmla="*/ 121763 h 600884"/>
              <a:gd name="connsiteY102" fmla="*/ 121763 h 600884"/>
              <a:gd name="connsiteX103" fmla="*/ 121763 h 600884"/>
              <a:gd name="connsiteY103" fmla="*/ 121763 h 600884"/>
              <a:gd name="connsiteX104" fmla="*/ 121763 h 600884"/>
              <a:gd name="connsiteY104" fmla="*/ 121763 h 600884"/>
              <a:gd name="connsiteX105" fmla="*/ 121763 h 600884"/>
              <a:gd name="connsiteY105" fmla="*/ 121763 h 600884"/>
              <a:gd name="connsiteX106" fmla="*/ 121763 h 600884"/>
              <a:gd name="connsiteY106" fmla="*/ 121763 h 600884"/>
              <a:gd name="connsiteX107" fmla="*/ 121763 h 600884"/>
              <a:gd name="connsiteY107" fmla="*/ 121763 h 600884"/>
              <a:gd name="connsiteX108" fmla="*/ 121763 h 600884"/>
              <a:gd name="connsiteY108" fmla="*/ 121763 h 600884"/>
              <a:gd name="connsiteX109" fmla="*/ 121763 h 600884"/>
              <a:gd name="connsiteY109" fmla="*/ 121763 h 600884"/>
              <a:gd name="connsiteX110" fmla="*/ 121763 h 600884"/>
              <a:gd name="connsiteY110" fmla="*/ 121763 h 600884"/>
              <a:gd name="connsiteX111" fmla="*/ 121763 h 600884"/>
              <a:gd name="connsiteY111" fmla="*/ 121763 h 600884"/>
              <a:gd name="connsiteX112" fmla="*/ 121763 h 600884"/>
              <a:gd name="connsiteY112" fmla="*/ 121763 h 600884"/>
              <a:gd name="connsiteX113" fmla="*/ 121763 h 600884"/>
              <a:gd name="connsiteY113" fmla="*/ 121763 h 600884"/>
              <a:gd name="connsiteX114" fmla="*/ 121763 h 600884"/>
              <a:gd name="connsiteY114" fmla="*/ 121763 h 600884"/>
              <a:gd name="connsiteX115" fmla="*/ 121763 h 600884"/>
              <a:gd name="connsiteY115" fmla="*/ 121763 h 600884"/>
              <a:gd name="connsiteX116" fmla="*/ 121763 h 600884"/>
              <a:gd name="connsiteY116" fmla="*/ 121763 h 600884"/>
              <a:gd name="connsiteX117" fmla="*/ 121763 h 600884"/>
              <a:gd name="connsiteY117" fmla="*/ 121763 h 600884"/>
              <a:gd name="connsiteX118" fmla="*/ 121763 h 600884"/>
              <a:gd name="connsiteY118" fmla="*/ 121763 h 600884"/>
              <a:gd name="connsiteX119" fmla="*/ 121763 h 600884"/>
              <a:gd name="connsiteY119" fmla="*/ 121763 h 600884"/>
              <a:gd name="connsiteX120" fmla="*/ 121763 h 600884"/>
              <a:gd name="connsiteY120" fmla="*/ 121763 h 600884"/>
              <a:gd name="connsiteX121" fmla="*/ 121763 h 600884"/>
              <a:gd name="connsiteY121" fmla="*/ 121763 h 600884"/>
              <a:gd name="connsiteX122" fmla="*/ 121763 h 600884"/>
              <a:gd name="connsiteY122" fmla="*/ 121763 h 600884"/>
              <a:gd name="connsiteX123" fmla="*/ 121763 h 600884"/>
              <a:gd name="connsiteY123" fmla="*/ 121763 h 600884"/>
              <a:gd name="connsiteX124" fmla="*/ 121763 h 600884"/>
              <a:gd name="connsiteY124" fmla="*/ 121763 h 600884"/>
              <a:gd name="connsiteX125" fmla="*/ 121763 h 600884"/>
              <a:gd name="connsiteY125" fmla="*/ 121763 h 600884"/>
              <a:gd name="connsiteX126" fmla="*/ 121763 h 600884"/>
              <a:gd name="connsiteY126" fmla="*/ 121763 h 600884"/>
              <a:gd name="connsiteX127" fmla="*/ 121763 h 600884"/>
              <a:gd name="connsiteY127" fmla="*/ 121763 h 600884"/>
              <a:gd name="connsiteX128" fmla="*/ 121763 h 600884"/>
              <a:gd name="connsiteY128" fmla="*/ 121763 h 600884"/>
              <a:gd name="connsiteX129" fmla="*/ 121763 h 600884"/>
              <a:gd name="connsiteY129" fmla="*/ 121763 h 600884"/>
              <a:gd name="connsiteX130" fmla="*/ 121763 h 600884"/>
              <a:gd name="connsiteY130" fmla="*/ 121763 h 600884"/>
              <a:gd name="connsiteX131" fmla="*/ 121763 h 600884"/>
              <a:gd name="connsiteY131" fmla="*/ 121763 h 600884"/>
              <a:gd name="connsiteX132" fmla="*/ 121763 h 600884"/>
              <a:gd name="connsiteY132" fmla="*/ 121763 h 600884"/>
              <a:gd name="connsiteX133" fmla="*/ 121763 h 600884"/>
              <a:gd name="connsiteY133" fmla="*/ 121763 h 600884"/>
              <a:gd name="connsiteX134" fmla="*/ 121763 h 600884"/>
              <a:gd name="connsiteY134" fmla="*/ 121763 h 600884"/>
              <a:gd name="connsiteX135" fmla="*/ 121763 h 600884"/>
              <a:gd name="connsiteY135" fmla="*/ 121763 h 600884"/>
              <a:gd name="connsiteX136" fmla="*/ 121763 h 600884"/>
              <a:gd name="connsiteY136" fmla="*/ 121763 h 600884"/>
              <a:gd name="connsiteX137" fmla="*/ 121763 h 600884"/>
              <a:gd name="connsiteY137" fmla="*/ 121763 h 600884"/>
              <a:gd name="connsiteX138" fmla="*/ 121763 h 600884"/>
              <a:gd name="connsiteY138" fmla="*/ 121763 h 600884"/>
              <a:gd name="connsiteX139" fmla="*/ 121763 h 600884"/>
              <a:gd name="connsiteY139" fmla="*/ 121763 h 600884"/>
              <a:gd name="connsiteX140" fmla="*/ 121763 h 600884"/>
              <a:gd name="connsiteY140" fmla="*/ 121763 h 600884"/>
              <a:gd name="connsiteX141" fmla="*/ 121763 h 600884"/>
              <a:gd name="connsiteY141" fmla="*/ 121763 h 600884"/>
              <a:gd name="connsiteX142" fmla="*/ 121763 h 600884"/>
              <a:gd name="connsiteY142" fmla="*/ 121763 h 600884"/>
              <a:gd name="connsiteX143" fmla="*/ 121763 h 600884"/>
              <a:gd name="connsiteY143" fmla="*/ 121763 h 600884"/>
              <a:gd name="connsiteX144" fmla="*/ 121763 h 600884"/>
              <a:gd name="connsiteY144" fmla="*/ 121763 h 600884"/>
              <a:gd name="connsiteX145" fmla="*/ 121763 h 600884"/>
              <a:gd name="connsiteY145" fmla="*/ 121763 h 600884"/>
              <a:gd name="connsiteX146" fmla="*/ 121763 h 600884"/>
              <a:gd name="connsiteY146" fmla="*/ 121763 h 600884"/>
              <a:gd name="connsiteX147" fmla="*/ 121763 h 600884"/>
              <a:gd name="connsiteY147" fmla="*/ 121763 h 600884"/>
              <a:gd name="connsiteX148" fmla="*/ 121763 h 600884"/>
              <a:gd name="connsiteY148" fmla="*/ 121763 h 600884"/>
              <a:gd name="connsiteX149" fmla="*/ 121763 h 600884"/>
              <a:gd name="connsiteY149" fmla="*/ 121763 h 600884"/>
              <a:gd name="connsiteX150" fmla="*/ 121763 h 600884"/>
              <a:gd name="connsiteY150" fmla="*/ 121763 h 600884"/>
              <a:gd name="connsiteX151" fmla="*/ 121763 h 600884"/>
              <a:gd name="connsiteY151" fmla="*/ 121763 h 600884"/>
              <a:gd name="connsiteX152" fmla="*/ 121763 h 600884"/>
              <a:gd name="connsiteY152" fmla="*/ 121763 h 600884"/>
              <a:gd name="connsiteX153" fmla="*/ 121763 h 600884"/>
              <a:gd name="connsiteY153" fmla="*/ 121763 h 600884"/>
              <a:gd name="connsiteX154" fmla="*/ 121763 h 600884"/>
              <a:gd name="connsiteY154" fmla="*/ 121763 h 600884"/>
              <a:gd name="connsiteX155" fmla="*/ 121763 h 600884"/>
              <a:gd name="connsiteY155" fmla="*/ 121763 h 600884"/>
              <a:gd name="connsiteX156" fmla="*/ 121763 h 600884"/>
              <a:gd name="connsiteY156" fmla="*/ 121763 h 600884"/>
              <a:gd name="connsiteX157" fmla="*/ 121763 h 600884"/>
              <a:gd name="connsiteY157" fmla="*/ 121763 h 600884"/>
              <a:gd name="connsiteX158" fmla="*/ 121763 h 600884"/>
              <a:gd name="connsiteY158" fmla="*/ 121763 h 600884"/>
              <a:gd name="connsiteX159" fmla="*/ 121763 h 600884"/>
              <a:gd name="connsiteY159" fmla="*/ 121763 h 600884"/>
              <a:gd name="connsiteX160" fmla="*/ 121763 h 600884"/>
              <a:gd name="connsiteY160" fmla="*/ 121763 h 600884"/>
              <a:gd name="connsiteX161" fmla="*/ 121763 h 600884"/>
              <a:gd name="connsiteY161" fmla="*/ 121763 h 600884"/>
              <a:gd name="connsiteX162" fmla="*/ 121763 h 600884"/>
              <a:gd name="connsiteY162" fmla="*/ 121763 h 600884"/>
              <a:gd name="connsiteX163" fmla="*/ 121763 h 600884"/>
              <a:gd name="connsiteY163" fmla="*/ 121763 h 600884"/>
              <a:gd name="connsiteX164" fmla="*/ 121763 h 600884"/>
              <a:gd name="connsiteY164" fmla="*/ 121763 h 600884"/>
              <a:gd name="connsiteX165" fmla="*/ 121763 h 600884"/>
              <a:gd name="connsiteY165" fmla="*/ 121763 h 600884"/>
              <a:gd name="connsiteX166" fmla="*/ 121763 h 600884"/>
              <a:gd name="connsiteY166" fmla="*/ 121763 h 600884"/>
              <a:gd name="connsiteX167" fmla="*/ 121763 h 600884"/>
              <a:gd name="connsiteY167" fmla="*/ 121763 h 600884"/>
              <a:gd name="connsiteX168" fmla="*/ 121763 h 600884"/>
              <a:gd name="connsiteY168" fmla="*/ 121763 h 600884"/>
              <a:gd name="connsiteX169" fmla="*/ 121763 h 600884"/>
              <a:gd name="connsiteY169" fmla="*/ 121763 h 600884"/>
              <a:gd name="connsiteX170" fmla="*/ 121763 h 600884"/>
              <a:gd name="connsiteY170" fmla="*/ 121763 h 600884"/>
              <a:gd name="connsiteX171" fmla="*/ 121763 h 600884"/>
              <a:gd name="connsiteY171" fmla="*/ 121763 h 600884"/>
              <a:gd name="connsiteX172" fmla="*/ 121763 h 600884"/>
              <a:gd name="connsiteY172" fmla="*/ 121763 h 600884"/>
              <a:gd name="connsiteX173" fmla="*/ 121763 h 600884"/>
              <a:gd name="connsiteY173" fmla="*/ 121763 h 600884"/>
              <a:gd name="connsiteX174" fmla="*/ 121763 h 600884"/>
              <a:gd name="connsiteY174" fmla="*/ 121763 h 600884"/>
              <a:gd name="connsiteX175" fmla="*/ 121763 h 600884"/>
              <a:gd name="connsiteY175" fmla="*/ 121763 h 600884"/>
              <a:gd name="connsiteX176" fmla="*/ 121763 h 600884"/>
              <a:gd name="connsiteY176" fmla="*/ 121763 h 600884"/>
              <a:gd name="connsiteX177" fmla="*/ 121763 h 600884"/>
              <a:gd name="connsiteY177" fmla="*/ 121763 h 600884"/>
              <a:gd name="connsiteX178" fmla="*/ 121763 h 600884"/>
              <a:gd name="connsiteY178" fmla="*/ 121763 h 600884"/>
              <a:gd name="connsiteX179" fmla="*/ 121763 h 600884"/>
              <a:gd name="connsiteY179" fmla="*/ 121763 h 600884"/>
              <a:gd name="connsiteX180" fmla="*/ 121763 h 600884"/>
              <a:gd name="connsiteY180" fmla="*/ 121763 h 600884"/>
              <a:gd name="connsiteX181" fmla="*/ 121763 h 600884"/>
              <a:gd name="connsiteY181" fmla="*/ 121763 h 600884"/>
              <a:gd name="connsiteX182" fmla="*/ 121763 h 600884"/>
              <a:gd name="connsiteY182" fmla="*/ 121763 h 600884"/>
              <a:gd name="connsiteX183" fmla="*/ 121763 h 600884"/>
              <a:gd name="connsiteY183" fmla="*/ 121763 h 600884"/>
              <a:gd name="connsiteX184" fmla="*/ 121763 h 600884"/>
              <a:gd name="connsiteY184" fmla="*/ 121763 h 600884"/>
              <a:gd name="connsiteX185" fmla="*/ 121763 h 600884"/>
              <a:gd name="connsiteY185" fmla="*/ 121763 h 600884"/>
              <a:gd name="connsiteX186" fmla="*/ 121763 h 600884"/>
              <a:gd name="connsiteY186" fmla="*/ 121763 h 600884"/>
              <a:gd name="connsiteX187" fmla="*/ 121763 h 600884"/>
              <a:gd name="connsiteY187" fmla="*/ 121763 h 600884"/>
              <a:gd name="connsiteX188" fmla="*/ 121763 h 600884"/>
              <a:gd name="connsiteY188" fmla="*/ 121763 h 600884"/>
              <a:gd name="connsiteX189" fmla="*/ 121763 h 600884"/>
              <a:gd name="connsiteY189" fmla="*/ 121763 h 600884"/>
              <a:gd name="connsiteX190" fmla="*/ 121763 h 600884"/>
              <a:gd name="connsiteY190" fmla="*/ 121763 h 600884"/>
              <a:gd name="connsiteX191" fmla="*/ 121763 h 600884"/>
              <a:gd name="connsiteY191" fmla="*/ 121763 h 600884"/>
              <a:gd name="connsiteX192" fmla="*/ 121763 h 600884"/>
              <a:gd name="connsiteY192" fmla="*/ 121763 h 600884"/>
              <a:gd name="connsiteX193" fmla="*/ 121763 h 600884"/>
              <a:gd name="connsiteY193" fmla="*/ 121763 h 600884"/>
              <a:gd name="connsiteX194" fmla="*/ 121763 h 600884"/>
              <a:gd name="connsiteY194" fmla="*/ 121763 h 600884"/>
              <a:gd name="connsiteX195" fmla="*/ 121763 h 600884"/>
              <a:gd name="connsiteY195" fmla="*/ 121763 h 600884"/>
              <a:gd name="connsiteX196" fmla="*/ 121763 h 600884"/>
              <a:gd name="connsiteY196" fmla="*/ 121763 h 600884"/>
              <a:gd name="connsiteX197" fmla="*/ 121763 h 600884"/>
              <a:gd name="connsiteY197" fmla="*/ 121763 h 600884"/>
              <a:gd name="connsiteX198" fmla="*/ 121763 h 600884"/>
              <a:gd name="connsiteY198" fmla="*/ 121763 h 600884"/>
              <a:gd name="connsiteX199" fmla="*/ 121763 h 600884"/>
              <a:gd name="connsiteY199" fmla="*/ 121763 h 600884"/>
              <a:gd name="connsiteX200" fmla="*/ 121763 h 600884"/>
              <a:gd name="connsiteY200" fmla="*/ 121763 h 600884"/>
              <a:gd name="connsiteX201" fmla="*/ 121763 h 600884"/>
              <a:gd name="connsiteY201" fmla="*/ 121763 h 600884"/>
              <a:gd name="connsiteX202" fmla="*/ 121763 h 600884"/>
              <a:gd name="connsiteY202" fmla="*/ 121763 h 600884"/>
              <a:gd name="connsiteX203" fmla="*/ 121763 h 600884"/>
              <a:gd name="connsiteY203" fmla="*/ 121763 h 600884"/>
              <a:gd name="connsiteX204" fmla="*/ 121763 h 600884"/>
              <a:gd name="connsiteY204" fmla="*/ 121763 h 600884"/>
              <a:gd name="connsiteX205" fmla="*/ 121763 h 600884"/>
              <a:gd name="connsiteY205" fmla="*/ 121763 h 600884"/>
              <a:gd name="connsiteX206" fmla="*/ 121763 h 600884"/>
              <a:gd name="connsiteY206" fmla="*/ 121763 h 600884"/>
              <a:gd name="connsiteX207" fmla="*/ 121763 h 600884"/>
              <a:gd name="connsiteY207" fmla="*/ 121763 h 600884"/>
              <a:gd name="connsiteX208" fmla="*/ 121763 h 600884"/>
              <a:gd name="connsiteY208" fmla="*/ 121763 h 600884"/>
              <a:gd name="connsiteX209" fmla="*/ 121763 h 600884"/>
              <a:gd name="connsiteY209" fmla="*/ 121763 h 600884"/>
              <a:gd name="connsiteX210" fmla="*/ 121763 h 600884"/>
              <a:gd name="connsiteY210" fmla="*/ 121763 h 600884"/>
              <a:gd name="connsiteX211" fmla="*/ 121763 h 600884"/>
              <a:gd name="connsiteY211" fmla="*/ 121763 h 600884"/>
              <a:gd name="connsiteX212" fmla="*/ 121763 h 600884"/>
              <a:gd name="connsiteY212" fmla="*/ 121763 h 600884"/>
              <a:gd name="connsiteX213" fmla="*/ 121763 h 600884"/>
              <a:gd name="connsiteY213" fmla="*/ 121763 h 600884"/>
              <a:gd name="connsiteX214" fmla="*/ 121763 h 600884"/>
              <a:gd name="connsiteY214" fmla="*/ 121763 h 600884"/>
              <a:gd name="connsiteX215" fmla="*/ 121763 h 600884"/>
              <a:gd name="connsiteY215" fmla="*/ 121763 h 600884"/>
              <a:gd name="connsiteX216" fmla="*/ 121763 h 600884"/>
              <a:gd name="connsiteY216" fmla="*/ 121763 h 600884"/>
              <a:gd name="connsiteX217" fmla="*/ 121763 h 600884"/>
              <a:gd name="connsiteY217" fmla="*/ 121763 h 600884"/>
              <a:gd name="connsiteX218" fmla="*/ 121763 h 600884"/>
              <a:gd name="connsiteY218" fmla="*/ 121763 h 600884"/>
              <a:gd name="connsiteX219" fmla="*/ 121763 h 600884"/>
              <a:gd name="connsiteY219" fmla="*/ 121763 h 600884"/>
              <a:gd name="connsiteX220" fmla="*/ 121763 h 600884"/>
              <a:gd name="connsiteY220" fmla="*/ 121763 h 600884"/>
              <a:gd name="connsiteX221" fmla="*/ 121763 h 600884"/>
              <a:gd name="connsiteY221" fmla="*/ 121763 h 600884"/>
              <a:gd name="connsiteX222" fmla="*/ 121763 h 600884"/>
              <a:gd name="connsiteY222" fmla="*/ 121763 h 600884"/>
              <a:gd name="connsiteX223" fmla="*/ 121763 h 600884"/>
              <a:gd name="connsiteY223" fmla="*/ 121763 h 600884"/>
              <a:gd name="connsiteX224" fmla="*/ 121763 h 600884"/>
              <a:gd name="connsiteY224" fmla="*/ 121763 h 600884"/>
              <a:gd name="connsiteX225" fmla="*/ 121763 h 600884"/>
              <a:gd name="connsiteY225" fmla="*/ 121763 h 600884"/>
              <a:gd name="connsiteX226" fmla="*/ 121763 h 600884"/>
              <a:gd name="connsiteY226" fmla="*/ 121763 h 600884"/>
              <a:gd name="connsiteX227" fmla="*/ 121763 h 600884"/>
              <a:gd name="connsiteY227" fmla="*/ 121763 h 600884"/>
              <a:gd name="connsiteX228" fmla="*/ 121763 h 600884"/>
              <a:gd name="connsiteY228" fmla="*/ 121763 h 600884"/>
              <a:gd name="connsiteX229" fmla="*/ 121763 h 600884"/>
              <a:gd name="connsiteY229" fmla="*/ 121763 h 600884"/>
              <a:gd name="connsiteX230" fmla="*/ 121763 h 600884"/>
              <a:gd name="connsiteY230" fmla="*/ 121763 h 600884"/>
              <a:gd name="connsiteX231" fmla="*/ 121763 h 600884"/>
              <a:gd name="connsiteY231" fmla="*/ 121763 h 600884"/>
              <a:gd name="connsiteX232" fmla="*/ 121763 h 600884"/>
              <a:gd name="connsiteY232" fmla="*/ 121763 h 600884"/>
              <a:gd name="connsiteX233" fmla="*/ 121763 h 600884"/>
              <a:gd name="connsiteY233" fmla="*/ 121763 h 600884"/>
              <a:gd name="connsiteX234" fmla="*/ 121763 h 600884"/>
              <a:gd name="connsiteY234" fmla="*/ 121763 h 600884"/>
              <a:gd name="connsiteX235" fmla="*/ 121763 h 600884"/>
              <a:gd name="connsiteY235" fmla="*/ 121763 h 600884"/>
              <a:gd name="connsiteX236" fmla="*/ 121763 h 600884"/>
              <a:gd name="connsiteY236" fmla="*/ 121763 h 600884"/>
              <a:gd name="connsiteX237" fmla="*/ 121763 h 600884"/>
              <a:gd name="connsiteY237" fmla="*/ 121763 h 600884"/>
              <a:gd name="connsiteX238" fmla="*/ 121763 h 600884"/>
              <a:gd name="connsiteY238" fmla="*/ 121763 h 600884"/>
              <a:gd name="connsiteX239" fmla="*/ 121763 h 600884"/>
              <a:gd name="connsiteY239" fmla="*/ 121763 h 600884"/>
              <a:gd name="connsiteX240" fmla="*/ 121763 h 600884"/>
              <a:gd name="connsiteY240" fmla="*/ 121763 h 600884"/>
              <a:gd name="connsiteX241" fmla="*/ 121763 h 600884"/>
              <a:gd name="connsiteY241" fmla="*/ 121763 h 600884"/>
              <a:gd name="connsiteX242" fmla="*/ 121763 h 600884"/>
              <a:gd name="connsiteY242" fmla="*/ 121763 h 600884"/>
              <a:gd name="connsiteX243" fmla="*/ 121763 h 600884"/>
              <a:gd name="connsiteY243" fmla="*/ 121763 h 600884"/>
              <a:gd name="connsiteX244" fmla="*/ 121763 h 600884"/>
              <a:gd name="connsiteY244" fmla="*/ 121763 h 600884"/>
              <a:gd name="connsiteX245" fmla="*/ 121763 h 600884"/>
              <a:gd name="connsiteY245" fmla="*/ 121763 h 600884"/>
              <a:gd name="connsiteX246" fmla="*/ 121763 h 600884"/>
              <a:gd name="connsiteY246" fmla="*/ 121763 h 600884"/>
              <a:gd name="connsiteX247" fmla="*/ 121763 h 600884"/>
              <a:gd name="connsiteY247" fmla="*/ 121763 h 600884"/>
              <a:gd name="connsiteX248" fmla="*/ 121763 h 600884"/>
              <a:gd name="connsiteY248" fmla="*/ 121763 h 600884"/>
              <a:gd name="connsiteX249" fmla="*/ 121763 h 600884"/>
              <a:gd name="connsiteY249" fmla="*/ 121763 h 600884"/>
              <a:gd name="connsiteX250" fmla="*/ 121763 h 600884"/>
              <a:gd name="connsiteY250" fmla="*/ 121763 h 600884"/>
              <a:gd name="connsiteX251" fmla="*/ 121763 h 600884"/>
              <a:gd name="connsiteY251" fmla="*/ 121763 h 600884"/>
              <a:gd name="connsiteX252" fmla="*/ 121763 h 600884"/>
              <a:gd name="connsiteY252" fmla="*/ 121763 h 600884"/>
              <a:gd name="connsiteX253" fmla="*/ 121763 h 600884"/>
              <a:gd name="connsiteY253" fmla="*/ 121763 h 600884"/>
              <a:gd name="connsiteX254" fmla="*/ 121763 h 600884"/>
              <a:gd name="connsiteY254" fmla="*/ 121763 h 600884"/>
              <a:gd name="connsiteX255" fmla="*/ 121763 h 600884"/>
              <a:gd name="connsiteY255" fmla="*/ 121763 h 600884"/>
              <a:gd name="connsiteX256" fmla="*/ 121763 h 600884"/>
              <a:gd name="connsiteY256" fmla="*/ 121763 h 600884"/>
              <a:gd name="connsiteX257" fmla="*/ 121763 h 600884"/>
              <a:gd name="connsiteY257" fmla="*/ 121763 h 600884"/>
              <a:gd name="connsiteX258" fmla="*/ 121763 h 600884"/>
              <a:gd name="connsiteY258" fmla="*/ 121763 h 600884"/>
              <a:gd name="connsiteX259" fmla="*/ 121763 h 600884"/>
              <a:gd name="connsiteY259" fmla="*/ 121763 h 600884"/>
              <a:gd name="connsiteX260" fmla="*/ 121763 h 600884"/>
              <a:gd name="connsiteY260" fmla="*/ 121763 h 600884"/>
              <a:gd name="connsiteX261" fmla="*/ 121763 h 600884"/>
              <a:gd name="connsiteY261" fmla="*/ 121763 h 600884"/>
              <a:gd name="connsiteX262" fmla="*/ 121763 h 600884"/>
              <a:gd name="connsiteY262" fmla="*/ 121763 h 600884"/>
              <a:gd name="connsiteX263" fmla="*/ 121763 h 600884"/>
              <a:gd name="connsiteY263" fmla="*/ 121763 h 600884"/>
              <a:gd name="connsiteX264" fmla="*/ 121763 h 600884"/>
              <a:gd name="connsiteY264" fmla="*/ 121763 h 600884"/>
              <a:gd name="connsiteX265" fmla="*/ 121763 h 600884"/>
              <a:gd name="connsiteY265" fmla="*/ 121763 h 600884"/>
              <a:gd name="connsiteX266" fmla="*/ 121763 h 600884"/>
              <a:gd name="connsiteY266" fmla="*/ 121763 h 600884"/>
              <a:gd name="connsiteX267" fmla="*/ 121763 h 600884"/>
              <a:gd name="connsiteY267" fmla="*/ 121763 h 600884"/>
              <a:gd name="connsiteX268" fmla="*/ 121763 h 600884"/>
              <a:gd name="connsiteY268" fmla="*/ 121763 h 600884"/>
              <a:gd name="connsiteX269" fmla="*/ 121763 h 600884"/>
              <a:gd name="connsiteY269" fmla="*/ 121763 h 600884"/>
              <a:gd name="connsiteX270" fmla="*/ 121763 h 600884"/>
              <a:gd name="connsiteY270" fmla="*/ 121763 h 600884"/>
              <a:gd name="connsiteX271" fmla="*/ 121763 h 600884"/>
              <a:gd name="connsiteY271" fmla="*/ 121763 h 600884"/>
              <a:gd name="connsiteX272" fmla="*/ 121763 h 600884"/>
              <a:gd name="connsiteY272" fmla="*/ 121763 h 600884"/>
              <a:gd name="connsiteX273" fmla="*/ 121763 h 600884"/>
              <a:gd name="connsiteY273" fmla="*/ 121763 h 600884"/>
              <a:gd name="connsiteX274" fmla="*/ 121763 h 600884"/>
              <a:gd name="connsiteY274" fmla="*/ 121763 h 600884"/>
              <a:gd name="connsiteX275" fmla="*/ 121763 h 600884"/>
              <a:gd name="connsiteY275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</a:cxnLst>
            <a:rect l="l" t="t" r="r" b="b"/>
            <a:pathLst>
              <a:path w="607639" h="606722">
                <a:moveTo>
                  <a:pt x="356355" y="368725"/>
                </a:moveTo>
                <a:lnTo>
                  <a:pt x="313376" y="394056"/>
                </a:lnTo>
                <a:lnTo>
                  <a:pt x="313376" y="417075"/>
                </a:lnTo>
                <a:lnTo>
                  <a:pt x="405384" y="417075"/>
                </a:lnTo>
                <a:cubicBezTo>
                  <a:pt x="407342" y="417075"/>
                  <a:pt x="408321" y="416009"/>
                  <a:pt x="408321" y="415742"/>
                </a:cubicBezTo>
                <a:lnTo>
                  <a:pt x="408321" y="405521"/>
                </a:lnTo>
                <a:cubicBezTo>
                  <a:pt x="408321" y="394144"/>
                  <a:pt x="401380" y="380724"/>
                  <a:pt x="387944" y="376902"/>
                </a:cubicBezTo>
                <a:close/>
                <a:moveTo>
                  <a:pt x="251889" y="368547"/>
                </a:moveTo>
                <a:lnTo>
                  <a:pt x="219766" y="376902"/>
                </a:lnTo>
                <a:cubicBezTo>
                  <a:pt x="206419" y="380724"/>
                  <a:pt x="199389" y="394144"/>
                  <a:pt x="199389" y="405521"/>
                </a:cubicBezTo>
                <a:lnTo>
                  <a:pt x="199389" y="415742"/>
                </a:lnTo>
                <a:cubicBezTo>
                  <a:pt x="199389" y="416009"/>
                  <a:pt x="200368" y="417075"/>
                  <a:pt x="202326" y="417075"/>
                </a:cubicBezTo>
                <a:lnTo>
                  <a:pt x="294334" y="417075"/>
                </a:lnTo>
                <a:lnTo>
                  <a:pt x="294334" y="394056"/>
                </a:lnTo>
                <a:close/>
                <a:moveTo>
                  <a:pt x="275114" y="342239"/>
                </a:moveTo>
                <a:lnTo>
                  <a:pt x="275114" y="346328"/>
                </a:lnTo>
                <a:cubicBezTo>
                  <a:pt x="275114" y="350861"/>
                  <a:pt x="273512" y="354771"/>
                  <a:pt x="271020" y="357882"/>
                </a:cubicBezTo>
                <a:lnTo>
                  <a:pt x="303944" y="377613"/>
                </a:lnTo>
                <a:lnTo>
                  <a:pt x="336957" y="358149"/>
                </a:lnTo>
                <a:cubicBezTo>
                  <a:pt x="334287" y="354949"/>
                  <a:pt x="332596" y="350949"/>
                  <a:pt x="332596" y="346239"/>
                </a:cubicBezTo>
                <a:lnTo>
                  <a:pt x="332596" y="342773"/>
                </a:lnTo>
                <a:cubicBezTo>
                  <a:pt x="323787" y="347750"/>
                  <a:pt x="314088" y="350327"/>
                  <a:pt x="303944" y="350327"/>
                </a:cubicBezTo>
                <a:cubicBezTo>
                  <a:pt x="293711" y="350327"/>
                  <a:pt x="283923" y="347394"/>
                  <a:pt x="275114" y="342239"/>
                </a:cubicBezTo>
                <a:close/>
                <a:moveTo>
                  <a:pt x="263635" y="237096"/>
                </a:moveTo>
                <a:cubicBezTo>
                  <a:pt x="260698" y="245806"/>
                  <a:pt x="256694" y="259582"/>
                  <a:pt x="256694" y="269004"/>
                </a:cubicBezTo>
                <a:lnTo>
                  <a:pt x="256694" y="272203"/>
                </a:lnTo>
                <a:cubicBezTo>
                  <a:pt x="256694" y="303755"/>
                  <a:pt x="278762" y="331396"/>
                  <a:pt x="303944" y="331396"/>
                </a:cubicBezTo>
                <a:cubicBezTo>
                  <a:pt x="315868" y="331396"/>
                  <a:pt x="326902" y="325797"/>
                  <a:pt x="335355" y="316731"/>
                </a:cubicBezTo>
                <a:cubicBezTo>
                  <a:pt x="335355" y="316731"/>
                  <a:pt x="335355" y="316642"/>
                  <a:pt x="335355" y="316642"/>
                </a:cubicBezTo>
                <a:cubicBezTo>
                  <a:pt x="345232" y="306066"/>
                  <a:pt x="351461" y="290690"/>
                  <a:pt x="351461" y="273981"/>
                </a:cubicBezTo>
                <a:lnTo>
                  <a:pt x="351461" y="258249"/>
                </a:lnTo>
                <a:lnTo>
                  <a:pt x="351461" y="258160"/>
                </a:lnTo>
                <a:lnTo>
                  <a:pt x="351461" y="252916"/>
                </a:lnTo>
                <a:cubicBezTo>
                  <a:pt x="339092" y="248384"/>
                  <a:pt x="306702" y="238074"/>
                  <a:pt x="263635" y="237096"/>
                </a:cubicBezTo>
                <a:close/>
                <a:moveTo>
                  <a:pt x="295513" y="180203"/>
                </a:moveTo>
                <a:cubicBezTo>
                  <a:pt x="286837" y="179969"/>
                  <a:pt x="278807" y="181725"/>
                  <a:pt x="271821" y="187413"/>
                </a:cubicBezTo>
                <a:cubicBezTo>
                  <a:pt x="271732" y="187502"/>
                  <a:pt x="271643" y="187591"/>
                  <a:pt x="271554" y="187591"/>
                </a:cubicBezTo>
                <a:cubicBezTo>
                  <a:pt x="271465" y="187769"/>
                  <a:pt x="271287" y="187857"/>
                  <a:pt x="271109" y="187946"/>
                </a:cubicBezTo>
                <a:cubicBezTo>
                  <a:pt x="270931" y="188035"/>
                  <a:pt x="270842" y="188124"/>
                  <a:pt x="270753" y="188213"/>
                </a:cubicBezTo>
                <a:cubicBezTo>
                  <a:pt x="270575" y="188302"/>
                  <a:pt x="270398" y="188391"/>
                  <a:pt x="270309" y="188480"/>
                </a:cubicBezTo>
                <a:cubicBezTo>
                  <a:pt x="270131" y="188568"/>
                  <a:pt x="269953" y="188568"/>
                  <a:pt x="269864" y="188657"/>
                </a:cubicBezTo>
                <a:cubicBezTo>
                  <a:pt x="269686" y="188746"/>
                  <a:pt x="269597" y="188835"/>
                  <a:pt x="269419" y="188835"/>
                </a:cubicBezTo>
                <a:cubicBezTo>
                  <a:pt x="269330" y="188924"/>
                  <a:pt x="269152" y="189013"/>
                  <a:pt x="268974" y="189013"/>
                </a:cubicBezTo>
                <a:cubicBezTo>
                  <a:pt x="268796" y="189102"/>
                  <a:pt x="268707" y="189102"/>
                  <a:pt x="268618" y="189191"/>
                </a:cubicBezTo>
                <a:cubicBezTo>
                  <a:pt x="268351" y="189191"/>
                  <a:pt x="268173" y="189279"/>
                  <a:pt x="267995" y="189279"/>
                </a:cubicBezTo>
                <a:cubicBezTo>
                  <a:pt x="267906" y="189368"/>
                  <a:pt x="267817" y="189368"/>
                  <a:pt x="267639" y="189368"/>
                </a:cubicBezTo>
                <a:cubicBezTo>
                  <a:pt x="267461" y="189457"/>
                  <a:pt x="267283" y="189457"/>
                  <a:pt x="267016" y="189457"/>
                </a:cubicBezTo>
                <a:cubicBezTo>
                  <a:pt x="266927" y="189546"/>
                  <a:pt x="266838" y="189546"/>
                  <a:pt x="266749" y="189546"/>
                </a:cubicBezTo>
                <a:cubicBezTo>
                  <a:pt x="266482" y="189546"/>
                  <a:pt x="266215" y="189546"/>
                  <a:pt x="265948" y="189546"/>
                </a:cubicBezTo>
                <a:cubicBezTo>
                  <a:pt x="265859" y="189546"/>
                  <a:pt x="265859" y="189546"/>
                  <a:pt x="265859" y="189546"/>
                </a:cubicBezTo>
                <a:cubicBezTo>
                  <a:pt x="252156" y="189546"/>
                  <a:pt x="247262" y="201634"/>
                  <a:pt x="247262" y="211855"/>
                </a:cubicBezTo>
                <a:cubicBezTo>
                  <a:pt x="247262" y="215143"/>
                  <a:pt x="247707" y="219232"/>
                  <a:pt x="248330" y="223764"/>
                </a:cubicBezTo>
                <a:cubicBezTo>
                  <a:pt x="248419" y="223587"/>
                  <a:pt x="248508" y="223498"/>
                  <a:pt x="248508" y="223320"/>
                </a:cubicBezTo>
                <a:cubicBezTo>
                  <a:pt x="248597" y="223231"/>
                  <a:pt x="248597" y="223142"/>
                  <a:pt x="248686" y="223053"/>
                </a:cubicBezTo>
                <a:cubicBezTo>
                  <a:pt x="248775" y="222876"/>
                  <a:pt x="248864" y="222787"/>
                  <a:pt x="248953" y="222609"/>
                </a:cubicBezTo>
                <a:cubicBezTo>
                  <a:pt x="249042" y="222520"/>
                  <a:pt x="249131" y="222342"/>
                  <a:pt x="249131" y="222253"/>
                </a:cubicBezTo>
                <a:cubicBezTo>
                  <a:pt x="249220" y="222165"/>
                  <a:pt x="249309" y="222076"/>
                  <a:pt x="249398" y="221898"/>
                </a:cubicBezTo>
                <a:cubicBezTo>
                  <a:pt x="249487" y="221809"/>
                  <a:pt x="249576" y="221631"/>
                  <a:pt x="249754" y="221454"/>
                </a:cubicBezTo>
                <a:cubicBezTo>
                  <a:pt x="249754" y="221454"/>
                  <a:pt x="249842" y="221365"/>
                  <a:pt x="249842" y="221365"/>
                </a:cubicBezTo>
                <a:cubicBezTo>
                  <a:pt x="250020" y="221187"/>
                  <a:pt x="250198" y="221009"/>
                  <a:pt x="250376" y="220831"/>
                </a:cubicBezTo>
                <a:cubicBezTo>
                  <a:pt x="250376" y="220742"/>
                  <a:pt x="250376" y="220742"/>
                  <a:pt x="250465" y="220742"/>
                </a:cubicBezTo>
                <a:cubicBezTo>
                  <a:pt x="250643" y="220565"/>
                  <a:pt x="250821" y="220387"/>
                  <a:pt x="250999" y="220209"/>
                </a:cubicBezTo>
                <a:cubicBezTo>
                  <a:pt x="251088" y="220120"/>
                  <a:pt x="251177" y="220120"/>
                  <a:pt x="251177" y="220031"/>
                </a:cubicBezTo>
                <a:cubicBezTo>
                  <a:pt x="251355" y="219943"/>
                  <a:pt x="251533" y="219765"/>
                  <a:pt x="251711" y="219676"/>
                </a:cubicBezTo>
                <a:cubicBezTo>
                  <a:pt x="251889" y="219587"/>
                  <a:pt x="252067" y="219498"/>
                  <a:pt x="252156" y="219409"/>
                </a:cubicBezTo>
                <a:cubicBezTo>
                  <a:pt x="252245" y="219320"/>
                  <a:pt x="252423" y="219232"/>
                  <a:pt x="252512" y="219143"/>
                </a:cubicBezTo>
                <a:cubicBezTo>
                  <a:pt x="252690" y="219054"/>
                  <a:pt x="252868" y="218965"/>
                  <a:pt x="253135" y="218876"/>
                </a:cubicBezTo>
                <a:cubicBezTo>
                  <a:pt x="253135" y="218876"/>
                  <a:pt x="253224" y="218787"/>
                  <a:pt x="253313" y="218787"/>
                </a:cubicBezTo>
                <a:cubicBezTo>
                  <a:pt x="253491" y="218698"/>
                  <a:pt x="253669" y="218609"/>
                  <a:pt x="253936" y="218521"/>
                </a:cubicBezTo>
                <a:cubicBezTo>
                  <a:pt x="254025" y="218521"/>
                  <a:pt x="254114" y="218521"/>
                  <a:pt x="254203" y="218432"/>
                </a:cubicBezTo>
                <a:cubicBezTo>
                  <a:pt x="254292" y="218432"/>
                  <a:pt x="254470" y="218343"/>
                  <a:pt x="254648" y="218343"/>
                </a:cubicBezTo>
                <a:cubicBezTo>
                  <a:pt x="254826" y="218254"/>
                  <a:pt x="254915" y="218254"/>
                  <a:pt x="255092" y="218254"/>
                </a:cubicBezTo>
                <a:cubicBezTo>
                  <a:pt x="255181" y="218165"/>
                  <a:pt x="255359" y="218165"/>
                  <a:pt x="255448" y="218165"/>
                </a:cubicBezTo>
                <a:cubicBezTo>
                  <a:pt x="255626" y="218165"/>
                  <a:pt x="255804" y="218076"/>
                  <a:pt x="256071" y="218076"/>
                </a:cubicBezTo>
                <a:cubicBezTo>
                  <a:pt x="256160" y="218076"/>
                  <a:pt x="256249" y="218076"/>
                  <a:pt x="256338" y="218076"/>
                </a:cubicBezTo>
                <a:cubicBezTo>
                  <a:pt x="256516" y="218076"/>
                  <a:pt x="256783" y="217987"/>
                  <a:pt x="256961" y="217987"/>
                </a:cubicBezTo>
                <a:cubicBezTo>
                  <a:pt x="257050" y="217987"/>
                  <a:pt x="257050" y="217987"/>
                  <a:pt x="257050" y="217987"/>
                </a:cubicBezTo>
                <a:cubicBezTo>
                  <a:pt x="304923" y="217987"/>
                  <a:pt x="341228" y="229008"/>
                  <a:pt x="356622" y="234608"/>
                </a:cubicBezTo>
                <a:cubicBezTo>
                  <a:pt x="359202" y="215321"/>
                  <a:pt x="356800" y="199145"/>
                  <a:pt x="354308" y="189991"/>
                </a:cubicBezTo>
                <a:cubicBezTo>
                  <a:pt x="344075" y="189991"/>
                  <a:pt x="333397" y="187413"/>
                  <a:pt x="323075" y="184924"/>
                </a:cubicBezTo>
                <a:cubicBezTo>
                  <a:pt x="313510" y="182658"/>
                  <a:pt x="304189" y="180436"/>
                  <a:pt x="295513" y="180203"/>
                </a:cubicBezTo>
                <a:close/>
                <a:moveTo>
                  <a:pt x="454521" y="172698"/>
                </a:moveTo>
                <a:cubicBezTo>
                  <a:pt x="458616" y="169498"/>
                  <a:pt x="464580" y="170209"/>
                  <a:pt x="467874" y="174298"/>
                </a:cubicBezTo>
                <a:cubicBezTo>
                  <a:pt x="472859" y="180609"/>
                  <a:pt x="477488" y="187276"/>
                  <a:pt x="481672" y="194121"/>
                </a:cubicBezTo>
                <a:cubicBezTo>
                  <a:pt x="484432" y="198565"/>
                  <a:pt x="483097" y="204343"/>
                  <a:pt x="478646" y="207099"/>
                </a:cubicBezTo>
                <a:cubicBezTo>
                  <a:pt x="477043" y="208077"/>
                  <a:pt x="475352" y="208521"/>
                  <a:pt x="473661" y="208521"/>
                </a:cubicBezTo>
                <a:cubicBezTo>
                  <a:pt x="470456" y="208521"/>
                  <a:pt x="467340" y="206921"/>
                  <a:pt x="465560" y="204077"/>
                </a:cubicBezTo>
                <a:cubicBezTo>
                  <a:pt x="461732" y="197854"/>
                  <a:pt x="457459" y="191810"/>
                  <a:pt x="452919" y="186032"/>
                </a:cubicBezTo>
                <a:cubicBezTo>
                  <a:pt x="449714" y="181943"/>
                  <a:pt x="450426" y="175987"/>
                  <a:pt x="454521" y="172698"/>
                </a:cubicBezTo>
                <a:close/>
                <a:moveTo>
                  <a:pt x="294856" y="161227"/>
                </a:moveTo>
                <a:cubicBezTo>
                  <a:pt x="305946" y="161394"/>
                  <a:pt x="317069" y="164038"/>
                  <a:pt x="327524" y="166527"/>
                </a:cubicBezTo>
                <a:cubicBezTo>
                  <a:pt x="339359" y="169371"/>
                  <a:pt x="350482" y="172037"/>
                  <a:pt x="359647" y="170704"/>
                </a:cubicBezTo>
                <a:cubicBezTo>
                  <a:pt x="359647" y="170704"/>
                  <a:pt x="359736" y="170704"/>
                  <a:pt x="359736" y="170704"/>
                </a:cubicBezTo>
                <a:cubicBezTo>
                  <a:pt x="359914" y="170704"/>
                  <a:pt x="360181" y="170615"/>
                  <a:pt x="360359" y="170615"/>
                </a:cubicBezTo>
                <a:cubicBezTo>
                  <a:pt x="360448" y="170615"/>
                  <a:pt x="360626" y="170615"/>
                  <a:pt x="360715" y="170615"/>
                </a:cubicBezTo>
                <a:cubicBezTo>
                  <a:pt x="360893" y="170615"/>
                  <a:pt x="361071" y="170615"/>
                  <a:pt x="361249" y="170615"/>
                </a:cubicBezTo>
                <a:cubicBezTo>
                  <a:pt x="361427" y="170615"/>
                  <a:pt x="361516" y="170615"/>
                  <a:pt x="361694" y="170615"/>
                </a:cubicBezTo>
                <a:cubicBezTo>
                  <a:pt x="361783" y="170615"/>
                  <a:pt x="361961" y="170704"/>
                  <a:pt x="362139" y="170704"/>
                </a:cubicBezTo>
                <a:cubicBezTo>
                  <a:pt x="362317" y="170704"/>
                  <a:pt x="362406" y="170704"/>
                  <a:pt x="362584" y="170793"/>
                </a:cubicBezTo>
                <a:cubicBezTo>
                  <a:pt x="362762" y="170793"/>
                  <a:pt x="362851" y="170793"/>
                  <a:pt x="362940" y="170793"/>
                </a:cubicBezTo>
                <a:cubicBezTo>
                  <a:pt x="363117" y="170882"/>
                  <a:pt x="363295" y="170882"/>
                  <a:pt x="363473" y="170971"/>
                </a:cubicBezTo>
                <a:cubicBezTo>
                  <a:pt x="363651" y="170971"/>
                  <a:pt x="363740" y="171059"/>
                  <a:pt x="363829" y="171059"/>
                </a:cubicBezTo>
                <a:cubicBezTo>
                  <a:pt x="364007" y="171148"/>
                  <a:pt x="364185" y="171148"/>
                  <a:pt x="364363" y="171237"/>
                </a:cubicBezTo>
                <a:cubicBezTo>
                  <a:pt x="364452" y="171326"/>
                  <a:pt x="364630" y="171326"/>
                  <a:pt x="364719" y="171415"/>
                </a:cubicBezTo>
                <a:cubicBezTo>
                  <a:pt x="364897" y="171504"/>
                  <a:pt x="365075" y="171504"/>
                  <a:pt x="365164" y="171593"/>
                </a:cubicBezTo>
                <a:cubicBezTo>
                  <a:pt x="365342" y="171682"/>
                  <a:pt x="365431" y="171770"/>
                  <a:pt x="365609" y="171859"/>
                </a:cubicBezTo>
                <a:cubicBezTo>
                  <a:pt x="365698" y="171859"/>
                  <a:pt x="365876" y="171948"/>
                  <a:pt x="365965" y="172037"/>
                </a:cubicBezTo>
                <a:cubicBezTo>
                  <a:pt x="366143" y="172126"/>
                  <a:pt x="366321" y="172215"/>
                  <a:pt x="366410" y="172393"/>
                </a:cubicBezTo>
                <a:cubicBezTo>
                  <a:pt x="366499" y="172393"/>
                  <a:pt x="366588" y="172481"/>
                  <a:pt x="366677" y="172570"/>
                </a:cubicBezTo>
                <a:cubicBezTo>
                  <a:pt x="366855" y="172659"/>
                  <a:pt x="367033" y="172837"/>
                  <a:pt x="367211" y="172926"/>
                </a:cubicBezTo>
                <a:cubicBezTo>
                  <a:pt x="367300" y="173015"/>
                  <a:pt x="367300" y="173104"/>
                  <a:pt x="367389" y="173104"/>
                </a:cubicBezTo>
                <a:cubicBezTo>
                  <a:pt x="367567" y="173281"/>
                  <a:pt x="367656" y="173370"/>
                  <a:pt x="367834" y="173548"/>
                </a:cubicBezTo>
                <a:cubicBezTo>
                  <a:pt x="367923" y="173637"/>
                  <a:pt x="368012" y="173726"/>
                  <a:pt x="368100" y="173815"/>
                </a:cubicBezTo>
                <a:cubicBezTo>
                  <a:pt x="368189" y="173904"/>
                  <a:pt x="368278" y="174081"/>
                  <a:pt x="368367" y="174170"/>
                </a:cubicBezTo>
                <a:cubicBezTo>
                  <a:pt x="368456" y="174259"/>
                  <a:pt x="368545" y="174437"/>
                  <a:pt x="368634" y="174526"/>
                </a:cubicBezTo>
                <a:cubicBezTo>
                  <a:pt x="368723" y="174615"/>
                  <a:pt x="368812" y="174792"/>
                  <a:pt x="368901" y="174881"/>
                </a:cubicBezTo>
                <a:cubicBezTo>
                  <a:pt x="368990" y="175059"/>
                  <a:pt x="369079" y="175148"/>
                  <a:pt x="369168" y="175326"/>
                </a:cubicBezTo>
                <a:cubicBezTo>
                  <a:pt x="369257" y="175414"/>
                  <a:pt x="369257" y="175503"/>
                  <a:pt x="369346" y="175681"/>
                </a:cubicBezTo>
                <a:cubicBezTo>
                  <a:pt x="369435" y="175859"/>
                  <a:pt x="369524" y="176037"/>
                  <a:pt x="369613" y="176214"/>
                </a:cubicBezTo>
                <a:cubicBezTo>
                  <a:pt x="369613" y="176214"/>
                  <a:pt x="369702" y="176214"/>
                  <a:pt x="369702" y="176303"/>
                </a:cubicBezTo>
                <a:cubicBezTo>
                  <a:pt x="374062" y="186258"/>
                  <a:pt x="382605" y="220387"/>
                  <a:pt x="370503" y="259671"/>
                </a:cubicBezTo>
                <a:lnTo>
                  <a:pt x="370503" y="273981"/>
                </a:lnTo>
                <a:cubicBezTo>
                  <a:pt x="370503" y="293623"/>
                  <a:pt x="363829" y="312376"/>
                  <a:pt x="351639" y="326863"/>
                </a:cubicBezTo>
                <a:cubicBezTo>
                  <a:pt x="351639" y="326863"/>
                  <a:pt x="351639" y="326863"/>
                  <a:pt x="351550" y="326952"/>
                </a:cubicBezTo>
                <a:lnTo>
                  <a:pt x="351639" y="346150"/>
                </a:lnTo>
                <a:cubicBezTo>
                  <a:pt x="352084" y="346950"/>
                  <a:pt x="354486" y="348550"/>
                  <a:pt x="357512" y="349439"/>
                </a:cubicBezTo>
                <a:lnTo>
                  <a:pt x="392838" y="358593"/>
                </a:lnTo>
                <a:cubicBezTo>
                  <a:pt x="392927" y="358593"/>
                  <a:pt x="392927" y="358593"/>
                  <a:pt x="393016" y="358593"/>
                </a:cubicBezTo>
                <a:cubicBezTo>
                  <a:pt x="415528" y="364903"/>
                  <a:pt x="427274" y="386945"/>
                  <a:pt x="427274" y="405521"/>
                </a:cubicBezTo>
                <a:lnTo>
                  <a:pt x="427274" y="415742"/>
                </a:lnTo>
                <a:cubicBezTo>
                  <a:pt x="427274" y="426941"/>
                  <a:pt x="417486" y="436006"/>
                  <a:pt x="405384" y="436006"/>
                </a:cubicBezTo>
                <a:lnTo>
                  <a:pt x="304033" y="436095"/>
                </a:lnTo>
                <a:cubicBezTo>
                  <a:pt x="304033" y="436095"/>
                  <a:pt x="303944" y="436095"/>
                  <a:pt x="303855" y="436095"/>
                </a:cubicBezTo>
                <a:cubicBezTo>
                  <a:pt x="303766" y="436095"/>
                  <a:pt x="303677" y="436095"/>
                  <a:pt x="303677" y="436095"/>
                </a:cubicBezTo>
                <a:lnTo>
                  <a:pt x="202326" y="436095"/>
                </a:lnTo>
                <a:cubicBezTo>
                  <a:pt x="190224" y="436095"/>
                  <a:pt x="180436" y="426941"/>
                  <a:pt x="180436" y="415742"/>
                </a:cubicBezTo>
                <a:lnTo>
                  <a:pt x="180436" y="405521"/>
                </a:lnTo>
                <a:cubicBezTo>
                  <a:pt x="180436" y="386945"/>
                  <a:pt x="192182" y="364903"/>
                  <a:pt x="214694" y="358682"/>
                </a:cubicBezTo>
                <a:cubicBezTo>
                  <a:pt x="214783" y="358593"/>
                  <a:pt x="214783" y="358593"/>
                  <a:pt x="214872" y="358593"/>
                </a:cubicBezTo>
                <a:lnTo>
                  <a:pt x="250198" y="349439"/>
                </a:lnTo>
                <a:cubicBezTo>
                  <a:pt x="253224" y="348550"/>
                  <a:pt x="255626" y="346950"/>
                  <a:pt x="256160" y="346150"/>
                </a:cubicBezTo>
                <a:lnTo>
                  <a:pt x="256160" y="325619"/>
                </a:lnTo>
                <a:cubicBezTo>
                  <a:pt x="244770" y="311576"/>
                  <a:pt x="237741" y="292645"/>
                  <a:pt x="237741" y="272203"/>
                </a:cubicBezTo>
                <a:lnTo>
                  <a:pt x="237741" y="264293"/>
                </a:lnTo>
                <a:cubicBezTo>
                  <a:pt x="235961" y="257805"/>
                  <a:pt x="228309" y="228386"/>
                  <a:pt x="228309" y="211855"/>
                </a:cubicBezTo>
                <a:cubicBezTo>
                  <a:pt x="228309" y="189279"/>
                  <a:pt x="242457" y="172481"/>
                  <a:pt x="262389" y="170793"/>
                </a:cubicBezTo>
                <a:cubicBezTo>
                  <a:pt x="272711" y="163371"/>
                  <a:pt x="283767" y="161061"/>
                  <a:pt x="294856" y="161227"/>
                </a:cubicBezTo>
                <a:close/>
                <a:moveTo>
                  <a:pt x="303775" y="94840"/>
                </a:moveTo>
                <a:cubicBezTo>
                  <a:pt x="353348" y="94840"/>
                  <a:pt x="401408" y="112435"/>
                  <a:pt x="439055" y="144426"/>
                </a:cubicBezTo>
                <a:cubicBezTo>
                  <a:pt x="443060" y="147803"/>
                  <a:pt x="443505" y="153846"/>
                  <a:pt x="440123" y="157845"/>
                </a:cubicBezTo>
                <a:cubicBezTo>
                  <a:pt x="436741" y="161755"/>
                  <a:pt x="430778" y="162288"/>
                  <a:pt x="426773" y="158912"/>
                </a:cubicBezTo>
                <a:cubicBezTo>
                  <a:pt x="392508" y="129764"/>
                  <a:pt x="348809" y="113768"/>
                  <a:pt x="303775" y="113768"/>
                </a:cubicBezTo>
                <a:cubicBezTo>
                  <a:pt x="199111" y="113768"/>
                  <a:pt x="113938" y="198812"/>
                  <a:pt x="113938" y="303317"/>
                </a:cubicBezTo>
                <a:cubicBezTo>
                  <a:pt x="113938" y="407910"/>
                  <a:pt x="199111" y="492954"/>
                  <a:pt x="303775" y="492954"/>
                </a:cubicBezTo>
                <a:cubicBezTo>
                  <a:pt x="408528" y="492954"/>
                  <a:pt x="493701" y="407910"/>
                  <a:pt x="493701" y="303317"/>
                </a:cubicBezTo>
                <a:cubicBezTo>
                  <a:pt x="493701" y="281634"/>
                  <a:pt x="490052" y="260395"/>
                  <a:pt x="482843" y="240134"/>
                </a:cubicBezTo>
                <a:cubicBezTo>
                  <a:pt x="481152" y="235246"/>
                  <a:pt x="483733" y="229826"/>
                  <a:pt x="488628" y="228048"/>
                </a:cubicBezTo>
                <a:cubicBezTo>
                  <a:pt x="493612" y="226360"/>
                  <a:pt x="499041" y="228937"/>
                  <a:pt x="500821" y="233824"/>
                </a:cubicBezTo>
                <a:cubicBezTo>
                  <a:pt x="508653" y="256129"/>
                  <a:pt x="512658" y="279501"/>
                  <a:pt x="512658" y="303317"/>
                </a:cubicBezTo>
                <a:cubicBezTo>
                  <a:pt x="512658" y="418308"/>
                  <a:pt x="418941" y="511882"/>
                  <a:pt x="303775" y="511882"/>
                </a:cubicBezTo>
                <a:cubicBezTo>
                  <a:pt x="188609" y="511882"/>
                  <a:pt x="94981" y="418308"/>
                  <a:pt x="94981" y="303317"/>
                </a:cubicBezTo>
                <a:cubicBezTo>
                  <a:pt x="94981" y="188326"/>
                  <a:pt x="188609" y="94840"/>
                  <a:pt x="303775" y="94840"/>
                </a:cubicBezTo>
                <a:close/>
                <a:moveTo>
                  <a:pt x="284817" y="18929"/>
                </a:moveTo>
                <a:cubicBezTo>
                  <a:pt x="274314" y="18929"/>
                  <a:pt x="265859" y="27461"/>
                  <a:pt x="265859" y="37948"/>
                </a:cubicBezTo>
                <a:lnTo>
                  <a:pt x="265859" y="61499"/>
                </a:lnTo>
                <a:cubicBezTo>
                  <a:pt x="265859" y="66031"/>
                  <a:pt x="262566" y="69941"/>
                  <a:pt x="258115" y="70741"/>
                </a:cubicBezTo>
                <a:cubicBezTo>
                  <a:pt x="226963" y="76873"/>
                  <a:pt x="197770" y="88960"/>
                  <a:pt x="171335" y="106645"/>
                </a:cubicBezTo>
                <a:cubicBezTo>
                  <a:pt x="167597" y="109222"/>
                  <a:pt x="162613" y="108689"/>
                  <a:pt x="159319" y="105490"/>
                </a:cubicBezTo>
                <a:lnTo>
                  <a:pt x="142675" y="88871"/>
                </a:lnTo>
                <a:cubicBezTo>
                  <a:pt x="135288" y="81495"/>
                  <a:pt x="123272" y="81495"/>
                  <a:pt x="115796" y="88871"/>
                </a:cubicBezTo>
                <a:lnTo>
                  <a:pt x="89005" y="115621"/>
                </a:lnTo>
                <a:cubicBezTo>
                  <a:pt x="81618" y="123086"/>
                  <a:pt x="81618" y="135084"/>
                  <a:pt x="89005" y="142460"/>
                </a:cubicBezTo>
                <a:lnTo>
                  <a:pt x="105649" y="159079"/>
                </a:lnTo>
                <a:cubicBezTo>
                  <a:pt x="108853" y="162367"/>
                  <a:pt x="109387" y="167344"/>
                  <a:pt x="106806" y="171077"/>
                </a:cubicBezTo>
                <a:cubicBezTo>
                  <a:pt x="89094" y="197471"/>
                  <a:pt x="76990" y="226621"/>
                  <a:pt x="70848" y="257726"/>
                </a:cubicBezTo>
                <a:cubicBezTo>
                  <a:pt x="70047" y="262258"/>
                  <a:pt x="66131" y="265458"/>
                  <a:pt x="61592" y="265458"/>
                </a:cubicBezTo>
                <a:lnTo>
                  <a:pt x="38005" y="265458"/>
                </a:lnTo>
                <a:cubicBezTo>
                  <a:pt x="27503" y="265458"/>
                  <a:pt x="18958" y="273900"/>
                  <a:pt x="18958" y="284387"/>
                </a:cubicBezTo>
                <a:lnTo>
                  <a:pt x="18958" y="322335"/>
                </a:lnTo>
                <a:cubicBezTo>
                  <a:pt x="18958" y="332733"/>
                  <a:pt x="27503" y="341265"/>
                  <a:pt x="38005" y="341265"/>
                </a:cubicBezTo>
                <a:lnTo>
                  <a:pt x="61592" y="341265"/>
                </a:lnTo>
                <a:cubicBezTo>
                  <a:pt x="66131" y="341265"/>
                  <a:pt x="70047" y="344464"/>
                  <a:pt x="70848" y="348907"/>
                </a:cubicBezTo>
                <a:cubicBezTo>
                  <a:pt x="76990" y="380101"/>
                  <a:pt x="89094" y="409251"/>
                  <a:pt x="106806" y="435557"/>
                </a:cubicBezTo>
                <a:cubicBezTo>
                  <a:pt x="109387" y="439378"/>
                  <a:pt x="108853" y="444355"/>
                  <a:pt x="105649" y="447554"/>
                </a:cubicBezTo>
                <a:lnTo>
                  <a:pt x="89005" y="464262"/>
                </a:lnTo>
                <a:cubicBezTo>
                  <a:pt x="81618" y="471638"/>
                  <a:pt x="81618" y="483636"/>
                  <a:pt x="89005" y="491012"/>
                </a:cubicBezTo>
                <a:lnTo>
                  <a:pt x="115796" y="517851"/>
                </a:lnTo>
                <a:cubicBezTo>
                  <a:pt x="123272" y="525227"/>
                  <a:pt x="135288" y="525227"/>
                  <a:pt x="142675" y="517851"/>
                </a:cubicBezTo>
                <a:lnTo>
                  <a:pt x="159319" y="501232"/>
                </a:lnTo>
                <a:cubicBezTo>
                  <a:pt x="161189" y="499366"/>
                  <a:pt x="163592" y="498388"/>
                  <a:pt x="166084" y="498388"/>
                </a:cubicBezTo>
                <a:cubicBezTo>
                  <a:pt x="167953" y="498388"/>
                  <a:pt x="169733" y="498922"/>
                  <a:pt x="171335" y="500077"/>
                </a:cubicBezTo>
                <a:cubicBezTo>
                  <a:pt x="197770" y="517762"/>
                  <a:pt x="226963" y="529849"/>
                  <a:pt x="258115" y="535892"/>
                </a:cubicBezTo>
                <a:cubicBezTo>
                  <a:pt x="262655" y="536781"/>
                  <a:pt x="265859" y="540691"/>
                  <a:pt x="265859" y="545223"/>
                </a:cubicBezTo>
                <a:lnTo>
                  <a:pt x="265859" y="568774"/>
                </a:lnTo>
                <a:cubicBezTo>
                  <a:pt x="265859" y="579261"/>
                  <a:pt x="274314" y="587704"/>
                  <a:pt x="284817" y="587704"/>
                </a:cubicBezTo>
                <a:lnTo>
                  <a:pt x="322822" y="587704"/>
                </a:lnTo>
                <a:cubicBezTo>
                  <a:pt x="333236" y="587704"/>
                  <a:pt x="341780" y="579261"/>
                  <a:pt x="341780" y="568774"/>
                </a:cubicBezTo>
                <a:lnTo>
                  <a:pt x="341780" y="545223"/>
                </a:lnTo>
                <a:cubicBezTo>
                  <a:pt x="341780" y="540691"/>
                  <a:pt x="344984" y="536781"/>
                  <a:pt x="349435" y="535892"/>
                </a:cubicBezTo>
                <a:cubicBezTo>
                  <a:pt x="380676" y="529849"/>
                  <a:pt x="409869" y="517762"/>
                  <a:pt x="436215" y="500077"/>
                </a:cubicBezTo>
                <a:cubicBezTo>
                  <a:pt x="440042" y="497500"/>
                  <a:pt x="445026" y="498033"/>
                  <a:pt x="448231" y="501232"/>
                </a:cubicBezTo>
                <a:lnTo>
                  <a:pt x="464964" y="517851"/>
                </a:lnTo>
                <a:cubicBezTo>
                  <a:pt x="472351" y="525227"/>
                  <a:pt x="484367" y="525227"/>
                  <a:pt x="491754" y="517851"/>
                </a:cubicBezTo>
                <a:lnTo>
                  <a:pt x="518634" y="491012"/>
                </a:lnTo>
                <a:cubicBezTo>
                  <a:pt x="526021" y="483636"/>
                  <a:pt x="526021" y="471638"/>
                  <a:pt x="518634" y="464262"/>
                </a:cubicBezTo>
                <a:lnTo>
                  <a:pt x="501990" y="447554"/>
                </a:lnTo>
                <a:cubicBezTo>
                  <a:pt x="498786" y="444355"/>
                  <a:pt x="498252" y="439378"/>
                  <a:pt x="500833" y="435557"/>
                </a:cubicBezTo>
                <a:cubicBezTo>
                  <a:pt x="518545" y="409251"/>
                  <a:pt x="530649" y="380101"/>
                  <a:pt x="536702" y="348907"/>
                </a:cubicBezTo>
                <a:cubicBezTo>
                  <a:pt x="537592" y="344464"/>
                  <a:pt x="541508" y="341265"/>
                  <a:pt x="546047" y="341265"/>
                </a:cubicBezTo>
                <a:lnTo>
                  <a:pt x="569634" y="341265"/>
                </a:lnTo>
                <a:cubicBezTo>
                  <a:pt x="580136" y="341265"/>
                  <a:pt x="588592" y="332733"/>
                  <a:pt x="588592" y="322335"/>
                </a:cubicBezTo>
                <a:lnTo>
                  <a:pt x="588592" y="284387"/>
                </a:lnTo>
                <a:cubicBezTo>
                  <a:pt x="588592" y="273900"/>
                  <a:pt x="580136" y="265458"/>
                  <a:pt x="569634" y="265458"/>
                </a:cubicBezTo>
                <a:lnTo>
                  <a:pt x="546047" y="265458"/>
                </a:lnTo>
                <a:cubicBezTo>
                  <a:pt x="541508" y="265458"/>
                  <a:pt x="537592" y="262258"/>
                  <a:pt x="536702" y="257726"/>
                </a:cubicBezTo>
                <a:cubicBezTo>
                  <a:pt x="530649" y="226621"/>
                  <a:pt x="518545" y="197471"/>
                  <a:pt x="500833" y="171077"/>
                </a:cubicBezTo>
                <a:cubicBezTo>
                  <a:pt x="498252" y="167344"/>
                  <a:pt x="498786" y="162367"/>
                  <a:pt x="501990" y="159079"/>
                </a:cubicBezTo>
                <a:lnTo>
                  <a:pt x="518634" y="142460"/>
                </a:lnTo>
                <a:cubicBezTo>
                  <a:pt x="526021" y="135084"/>
                  <a:pt x="526021" y="123086"/>
                  <a:pt x="518634" y="115621"/>
                </a:cubicBezTo>
                <a:lnTo>
                  <a:pt x="491754" y="88871"/>
                </a:lnTo>
                <a:cubicBezTo>
                  <a:pt x="484367" y="81495"/>
                  <a:pt x="472351" y="81495"/>
                  <a:pt x="464964" y="88871"/>
                </a:cubicBezTo>
                <a:lnTo>
                  <a:pt x="448231" y="105490"/>
                </a:lnTo>
                <a:cubicBezTo>
                  <a:pt x="445026" y="108689"/>
                  <a:pt x="440042" y="109222"/>
                  <a:pt x="436215" y="106645"/>
                </a:cubicBezTo>
                <a:cubicBezTo>
                  <a:pt x="409869" y="88960"/>
                  <a:pt x="380676" y="76873"/>
                  <a:pt x="349435" y="70741"/>
                </a:cubicBezTo>
                <a:cubicBezTo>
                  <a:pt x="344984" y="69941"/>
                  <a:pt x="341780" y="66031"/>
                  <a:pt x="341780" y="61499"/>
                </a:cubicBezTo>
                <a:lnTo>
                  <a:pt x="341780" y="37948"/>
                </a:lnTo>
                <a:cubicBezTo>
                  <a:pt x="341780" y="27461"/>
                  <a:pt x="333236" y="18929"/>
                  <a:pt x="322822" y="18929"/>
                </a:cubicBezTo>
                <a:close/>
                <a:moveTo>
                  <a:pt x="284817" y="0"/>
                </a:moveTo>
                <a:lnTo>
                  <a:pt x="322822" y="0"/>
                </a:lnTo>
                <a:cubicBezTo>
                  <a:pt x="343738" y="0"/>
                  <a:pt x="360738" y="16974"/>
                  <a:pt x="360738" y="37948"/>
                </a:cubicBezTo>
                <a:lnTo>
                  <a:pt x="360738" y="53767"/>
                </a:lnTo>
                <a:cubicBezTo>
                  <a:pt x="389042" y="60166"/>
                  <a:pt x="415744" y="71186"/>
                  <a:pt x="440309" y="86649"/>
                </a:cubicBezTo>
                <a:lnTo>
                  <a:pt x="451524" y="75451"/>
                </a:lnTo>
                <a:cubicBezTo>
                  <a:pt x="466299" y="60699"/>
                  <a:pt x="490419" y="60699"/>
                  <a:pt x="505194" y="75451"/>
                </a:cubicBezTo>
                <a:lnTo>
                  <a:pt x="532074" y="102290"/>
                </a:lnTo>
                <a:cubicBezTo>
                  <a:pt x="546848" y="117043"/>
                  <a:pt x="546848" y="141127"/>
                  <a:pt x="532074" y="155880"/>
                </a:cubicBezTo>
                <a:lnTo>
                  <a:pt x="520859" y="167077"/>
                </a:lnTo>
                <a:cubicBezTo>
                  <a:pt x="536257" y="191606"/>
                  <a:pt x="547293" y="218178"/>
                  <a:pt x="553702" y="246439"/>
                </a:cubicBezTo>
                <a:lnTo>
                  <a:pt x="569634" y="246439"/>
                </a:lnTo>
                <a:cubicBezTo>
                  <a:pt x="590550" y="246439"/>
                  <a:pt x="607639" y="263502"/>
                  <a:pt x="607639" y="284387"/>
                </a:cubicBezTo>
                <a:lnTo>
                  <a:pt x="607639" y="322335"/>
                </a:lnTo>
                <a:cubicBezTo>
                  <a:pt x="607639" y="343220"/>
                  <a:pt x="590550" y="360194"/>
                  <a:pt x="569634" y="360194"/>
                </a:cubicBezTo>
                <a:lnTo>
                  <a:pt x="553702" y="360194"/>
                </a:lnTo>
                <a:cubicBezTo>
                  <a:pt x="547293" y="388455"/>
                  <a:pt x="536257" y="415116"/>
                  <a:pt x="520859" y="439645"/>
                </a:cubicBezTo>
                <a:lnTo>
                  <a:pt x="532074" y="450842"/>
                </a:lnTo>
                <a:cubicBezTo>
                  <a:pt x="546848" y="465595"/>
                  <a:pt x="546848" y="489679"/>
                  <a:pt x="532074" y="504432"/>
                </a:cubicBezTo>
                <a:lnTo>
                  <a:pt x="505194" y="531271"/>
                </a:lnTo>
                <a:cubicBezTo>
                  <a:pt x="490419" y="546023"/>
                  <a:pt x="466299" y="546023"/>
                  <a:pt x="451524" y="531271"/>
                </a:cubicBezTo>
                <a:lnTo>
                  <a:pt x="440309" y="520073"/>
                </a:lnTo>
                <a:cubicBezTo>
                  <a:pt x="415744" y="535448"/>
                  <a:pt x="389042" y="546468"/>
                  <a:pt x="360738" y="552866"/>
                </a:cubicBezTo>
                <a:lnTo>
                  <a:pt x="360738" y="568774"/>
                </a:lnTo>
                <a:cubicBezTo>
                  <a:pt x="360738" y="589659"/>
                  <a:pt x="343738" y="606722"/>
                  <a:pt x="322822" y="606722"/>
                </a:cubicBezTo>
                <a:lnTo>
                  <a:pt x="284817" y="606722"/>
                </a:lnTo>
                <a:cubicBezTo>
                  <a:pt x="263901" y="606722"/>
                  <a:pt x="246812" y="589659"/>
                  <a:pt x="246812" y="568774"/>
                </a:cubicBezTo>
                <a:lnTo>
                  <a:pt x="246812" y="552866"/>
                </a:lnTo>
                <a:cubicBezTo>
                  <a:pt x="218508" y="546468"/>
                  <a:pt x="191895" y="535448"/>
                  <a:pt x="167330" y="520073"/>
                </a:cubicBezTo>
                <a:lnTo>
                  <a:pt x="156115" y="531271"/>
                </a:lnTo>
                <a:cubicBezTo>
                  <a:pt x="141340" y="546023"/>
                  <a:pt x="117220" y="546023"/>
                  <a:pt x="102445" y="531271"/>
                </a:cubicBezTo>
                <a:lnTo>
                  <a:pt x="75565" y="504432"/>
                </a:lnTo>
                <a:cubicBezTo>
                  <a:pt x="60791" y="489679"/>
                  <a:pt x="60791" y="465595"/>
                  <a:pt x="75565" y="450842"/>
                </a:cubicBezTo>
                <a:lnTo>
                  <a:pt x="86780" y="439645"/>
                </a:lnTo>
                <a:cubicBezTo>
                  <a:pt x="71293" y="415116"/>
                  <a:pt x="60257" y="388455"/>
                  <a:pt x="53848" y="360194"/>
                </a:cubicBezTo>
                <a:lnTo>
                  <a:pt x="38005" y="360194"/>
                </a:lnTo>
                <a:cubicBezTo>
                  <a:pt x="17000" y="360194"/>
                  <a:pt x="0" y="343220"/>
                  <a:pt x="0" y="322335"/>
                </a:cubicBezTo>
                <a:lnTo>
                  <a:pt x="0" y="284387"/>
                </a:lnTo>
                <a:cubicBezTo>
                  <a:pt x="0" y="263502"/>
                  <a:pt x="17000" y="246439"/>
                  <a:pt x="38005" y="246439"/>
                </a:cubicBezTo>
                <a:lnTo>
                  <a:pt x="53848" y="246439"/>
                </a:lnTo>
                <a:cubicBezTo>
                  <a:pt x="60257" y="218178"/>
                  <a:pt x="71293" y="191606"/>
                  <a:pt x="86780" y="167077"/>
                </a:cubicBezTo>
                <a:lnTo>
                  <a:pt x="75565" y="155880"/>
                </a:lnTo>
                <a:cubicBezTo>
                  <a:pt x="60791" y="141127"/>
                  <a:pt x="60791" y="117043"/>
                  <a:pt x="75565" y="102290"/>
                </a:cubicBezTo>
                <a:lnTo>
                  <a:pt x="102445" y="75451"/>
                </a:lnTo>
                <a:cubicBezTo>
                  <a:pt x="117220" y="60699"/>
                  <a:pt x="141340" y="60699"/>
                  <a:pt x="156115" y="75451"/>
                </a:cubicBezTo>
                <a:lnTo>
                  <a:pt x="167330" y="86649"/>
                </a:lnTo>
                <a:cubicBezTo>
                  <a:pt x="191895" y="71186"/>
                  <a:pt x="218508" y="60166"/>
                  <a:pt x="246812" y="53767"/>
                </a:cubicBezTo>
                <a:lnTo>
                  <a:pt x="246812" y="37948"/>
                </a:lnTo>
                <a:cubicBezTo>
                  <a:pt x="246812" y="16974"/>
                  <a:pt x="263901" y="0"/>
                  <a:pt x="28481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ettings_155968">
            <a:extLst>
              <a:ext uri="{FF2B5EF4-FFF2-40B4-BE49-F238E27FC236}">
                <a16:creationId xmlns:a16="http://schemas.microsoft.com/office/drawing/2014/main" id="{10378D05-0A7E-2E6F-F1E5-C76EDF20EB6A}"/>
              </a:ext>
            </a:extLst>
          </p:cNvPr>
          <p:cNvSpPr/>
          <p:nvPr/>
        </p:nvSpPr>
        <p:spPr>
          <a:xfrm>
            <a:off x="8884687" y="4962627"/>
            <a:ext cx="474906" cy="478603"/>
          </a:xfrm>
          <a:custGeom>
            <a:avLst/>
            <a:gdLst>
              <a:gd name="connsiteX0" fmla="*/ 497033 w 606580"/>
              <a:gd name="connsiteY0" fmla="*/ 292846 h 605592"/>
              <a:gd name="connsiteX1" fmla="*/ 469643 w 606580"/>
              <a:gd name="connsiteY1" fmla="*/ 399262 h 605592"/>
              <a:gd name="connsiteX2" fmla="*/ 378376 w 606580"/>
              <a:gd name="connsiteY2" fmla="*/ 496780 h 605592"/>
              <a:gd name="connsiteX3" fmla="*/ 332696 w 606580"/>
              <a:gd name="connsiteY3" fmla="*/ 496780 h 605592"/>
              <a:gd name="connsiteX4" fmla="*/ 360085 w 606580"/>
              <a:gd name="connsiteY4" fmla="*/ 399262 h 605592"/>
              <a:gd name="connsiteX5" fmla="*/ 433155 w 606580"/>
              <a:gd name="connsiteY5" fmla="*/ 337155 h 605592"/>
              <a:gd name="connsiteX6" fmla="*/ 451353 w 606580"/>
              <a:gd name="connsiteY6" fmla="*/ 354860 h 605592"/>
              <a:gd name="connsiteX7" fmla="*/ 414864 w 606580"/>
              <a:gd name="connsiteY7" fmla="*/ 399262 h 605592"/>
              <a:gd name="connsiteX8" fmla="*/ 469643 w 606580"/>
              <a:gd name="connsiteY8" fmla="*/ 354860 h 605592"/>
              <a:gd name="connsiteX9" fmla="*/ 497033 w 606580"/>
              <a:gd name="connsiteY9" fmla="*/ 292846 h 605592"/>
              <a:gd name="connsiteX10" fmla="*/ 109639 w 606580"/>
              <a:gd name="connsiteY10" fmla="*/ 292846 h 605592"/>
              <a:gd name="connsiteX11" fmla="*/ 136936 w 606580"/>
              <a:gd name="connsiteY11" fmla="*/ 354860 h 605592"/>
              <a:gd name="connsiteX12" fmla="*/ 191715 w 606580"/>
              <a:gd name="connsiteY12" fmla="*/ 399262 h 605592"/>
              <a:gd name="connsiteX13" fmla="*/ 155226 w 606580"/>
              <a:gd name="connsiteY13" fmla="*/ 354860 h 605592"/>
              <a:gd name="connsiteX14" fmla="*/ 173517 w 606580"/>
              <a:gd name="connsiteY14" fmla="*/ 337155 h 605592"/>
              <a:gd name="connsiteX15" fmla="*/ 246494 w 606580"/>
              <a:gd name="connsiteY15" fmla="*/ 399262 h 605592"/>
              <a:gd name="connsiteX16" fmla="*/ 273883 w 606580"/>
              <a:gd name="connsiteY16" fmla="*/ 496780 h 605592"/>
              <a:gd name="connsiteX17" fmla="*/ 228203 w 606580"/>
              <a:gd name="connsiteY17" fmla="*/ 496780 h 605592"/>
              <a:gd name="connsiteX18" fmla="*/ 136936 w 606580"/>
              <a:gd name="connsiteY18" fmla="*/ 399262 h 605592"/>
              <a:gd name="connsiteX19" fmla="*/ 109639 w 606580"/>
              <a:gd name="connsiteY19" fmla="*/ 292846 h 605592"/>
              <a:gd name="connsiteX20" fmla="*/ 22837 w 606580"/>
              <a:gd name="connsiteY20" fmla="*/ 188206 h 605592"/>
              <a:gd name="connsiteX21" fmla="*/ 22837 w 606580"/>
              <a:gd name="connsiteY21" fmla="*/ 188206 h 605592"/>
              <a:gd name="connsiteX22" fmla="*/ 21044 w 606580"/>
              <a:gd name="connsiteY22" fmla="*/ 191810 h 605592"/>
              <a:gd name="connsiteX23" fmla="*/ 6166 w 606580"/>
              <a:gd name="connsiteY23" fmla="*/ 241812 h 605592"/>
              <a:gd name="connsiteX24" fmla="*/ 6166 w 606580"/>
              <a:gd name="connsiteY24" fmla="*/ 241812 h 605592"/>
              <a:gd name="connsiteX25" fmla="*/ 21044 w 606580"/>
              <a:gd name="connsiteY25" fmla="*/ 191810 h 605592"/>
              <a:gd name="connsiteX26" fmla="*/ 583757 w 606580"/>
              <a:gd name="connsiteY26" fmla="*/ 188205 h 605592"/>
              <a:gd name="connsiteX27" fmla="*/ 585549 w 606580"/>
              <a:gd name="connsiteY27" fmla="*/ 191810 h 605592"/>
              <a:gd name="connsiteX28" fmla="*/ 600419 w 606580"/>
              <a:gd name="connsiteY28" fmla="*/ 241813 h 605592"/>
              <a:gd name="connsiteX29" fmla="*/ 600419 w 606580"/>
              <a:gd name="connsiteY29" fmla="*/ 241813 h 605592"/>
              <a:gd name="connsiteX30" fmla="*/ 585549 w 606580"/>
              <a:gd name="connsiteY30" fmla="*/ 191810 h 605592"/>
              <a:gd name="connsiteX31" fmla="*/ 583757 w 606580"/>
              <a:gd name="connsiteY31" fmla="*/ 188205 h 605592"/>
              <a:gd name="connsiteX32" fmla="*/ 303337 w 606580"/>
              <a:gd name="connsiteY32" fmla="*/ 180575 h 605592"/>
              <a:gd name="connsiteX33" fmla="*/ 270931 w 606580"/>
              <a:gd name="connsiteY33" fmla="*/ 212932 h 605592"/>
              <a:gd name="connsiteX34" fmla="*/ 303337 w 606580"/>
              <a:gd name="connsiteY34" fmla="*/ 245196 h 605592"/>
              <a:gd name="connsiteX35" fmla="*/ 335650 w 606580"/>
              <a:gd name="connsiteY35" fmla="*/ 212932 h 605592"/>
              <a:gd name="connsiteX36" fmla="*/ 303337 w 606580"/>
              <a:gd name="connsiteY36" fmla="*/ 180575 h 605592"/>
              <a:gd name="connsiteX37" fmla="*/ 575681 w 606580"/>
              <a:gd name="connsiteY37" fmla="*/ 171962 h 605592"/>
              <a:gd name="connsiteX38" fmla="*/ 582753 w 606580"/>
              <a:gd name="connsiteY38" fmla="*/ 184975 h 605592"/>
              <a:gd name="connsiteX39" fmla="*/ 583757 w 606580"/>
              <a:gd name="connsiteY39" fmla="*/ 188205 h 605592"/>
              <a:gd name="connsiteX40" fmla="*/ 30919 w 606580"/>
              <a:gd name="connsiteY40" fmla="*/ 171960 h 605592"/>
              <a:gd name="connsiteX41" fmla="*/ 22837 w 606580"/>
              <a:gd name="connsiteY41" fmla="*/ 188206 h 605592"/>
              <a:gd name="connsiteX42" fmla="*/ 23842 w 606580"/>
              <a:gd name="connsiteY42" fmla="*/ 184975 h 605592"/>
              <a:gd name="connsiteX43" fmla="*/ 303337 w 606580"/>
              <a:gd name="connsiteY43" fmla="*/ 161661 h 605592"/>
              <a:gd name="connsiteX44" fmla="*/ 354592 w 606580"/>
              <a:gd name="connsiteY44" fmla="*/ 212932 h 605592"/>
              <a:gd name="connsiteX45" fmla="*/ 303337 w 606580"/>
              <a:gd name="connsiteY45" fmla="*/ 264202 h 605592"/>
              <a:gd name="connsiteX46" fmla="*/ 251989 w 606580"/>
              <a:gd name="connsiteY46" fmla="*/ 212932 h 605592"/>
              <a:gd name="connsiteX47" fmla="*/ 303337 w 606580"/>
              <a:gd name="connsiteY47" fmla="*/ 161661 h 605592"/>
              <a:gd name="connsiteX48" fmla="*/ 47166 w 606580"/>
              <a:gd name="connsiteY48" fmla="*/ 142080 h 605592"/>
              <a:gd name="connsiteX49" fmla="*/ 47166 w 606580"/>
              <a:gd name="connsiteY49" fmla="*/ 142080 h 605592"/>
              <a:gd name="connsiteX50" fmla="*/ 43922 w 606580"/>
              <a:gd name="connsiteY50" fmla="*/ 145821 h 605592"/>
              <a:gd name="connsiteX51" fmla="*/ 30919 w 606580"/>
              <a:gd name="connsiteY51" fmla="*/ 171959 h 605592"/>
              <a:gd name="connsiteX52" fmla="*/ 30919 w 606580"/>
              <a:gd name="connsiteY52" fmla="*/ 171960 h 605592"/>
              <a:gd name="connsiteX53" fmla="*/ 43922 w 606580"/>
              <a:gd name="connsiteY53" fmla="*/ 145821 h 605592"/>
              <a:gd name="connsiteX54" fmla="*/ 559441 w 606580"/>
              <a:gd name="connsiteY54" fmla="*/ 142080 h 605592"/>
              <a:gd name="connsiteX55" fmla="*/ 562684 w 606580"/>
              <a:gd name="connsiteY55" fmla="*/ 145821 h 605592"/>
              <a:gd name="connsiteX56" fmla="*/ 575681 w 606580"/>
              <a:gd name="connsiteY56" fmla="*/ 171962 h 605592"/>
              <a:gd name="connsiteX57" fmla="*/ 575681 w 606580"/>
              <a:gd name="connsiteY57" fmla="*/ 171962 h 605592"/>
              <a:gd name="connsiteX58" fmla="*/ 562684 w 606580"/>
              <a:gd name="connsiteY58" fmla="*/ 145821 h 605592"/>
              <a:gd name="connsiteX59" fmla="*/ 559441 w 606580"/>
              <a:gd name="connsiteY59" fmla="*/ 142080 h 605592"/>
              <a:gd name="connsiteX60" fmla="*/ 286159 w 606580"/>
              <a:gd name="connsiteY60" fmla="*/ 99358 h 605592"/>
              <a:gd name="connsiteX61" fmla="*/ 282445 w 606580"/>
              <a:gd name="connsiteY61" fmla="*/ 136814 h 605592"/>
              <a:gd name="connsiteX62" fmla="*/ 263317 w 606580"/>
              <a:gd name="connsiteY62" fmla="*/ 143861 h 605592"/>
              <a:gd name="connsiteX63" fmla="*/ 234904 w 606580"/>
              <a:gd name="connsiteY63" fmla="*/ 120590 h 605592"/>
              <a:gd name="connsiteX64" fmla="*/ 210762 w 606580"/>
              <a:gd name="connsiteY64" fmla="*/ 144695 h 605592"/>
              <a:gd name="connsiteX65" fmla="*/ 233140 w 606580"/>
              <a:gd name="connsiteY65" fmla="*/ 171953 h 605592"/>
              <a:gd name="connsiteX66" fmla="*/ 224226 w 606580"/>
              <a:gd name="connsiteY66" fmla="*/ 192442 h 605592"/>
              <a:gd name="connsiteX67" fmla="*/ 189592 w 606580"/>
              <a:gd name="connsiteY67" fmla="*/ 195872 h 605592"/>
              <a:gd name="connsiteX68" fmla="*/ 189592 w 606580"/>
              <a:gd name="connsiteY68" fmla="*/ 229991 h 605592"/>
              <a:gd name="connsiteX69" fmla="*/ 224319 w 606580"/>
              <a:gd name="connsiteY69" fmla="*/ 233421 h 605592"/>
              <a:gd name="connsiteX70" fmla="*/ 233233 w 606580"/>
              <a:gd name="connsiteY70" fmla="*/ 253818 h 605592"/>
              <a:gd name="connsiteX71" fmla="*/ 210762 w 606580"/>
              <a:gd name="connsiteY71" fmla="*/ 281168 h 605592"/>
              <a:gd name="connsiteX72" fmla="*/ 234904 w 606580"/>
              <a:gd name="connsiteY72" fmla="*/ 305273 h 605592"/>
              <a:gd name="connsiteX73" fmla="*/ 263317 w 606580"/>
              <a:gd name="connsiteY73" fmla="*/ 282003 h 605592"/>
              <a:gd name="connsiteX74" fmla="*/ 282445 w 606580"/>
              <a:gd name="connsiteY74" fmla="*/ 289049 h 605592"/>
              <a:gd name="connsiteX75" fmla="*/ 286159 w 606580"/>
              <a:gd name="connsiteY75" fmla="*/ 326505 h 605592"/>
              <a:gd name="connsiteX76" fmla="*/ 303244 w 606580"/>
              <a:gd name="connsiteY76" fmla="*/ 326505 h 605592"/>
              <a:gd name="connsiteX77" fmla="*/ 303337 w 606580"/>
              <a:gd name="connsiteY77" fmla="*/ 326505 h 605592"/>
              <a:gd name="connsiteX78" fmla="*/ 320422 w 606580"/>
              <a:gd name="connsiteY78" fmla="*/ 326505 h 605592"/>
              <a:gd name="connsiteX79" fmla="*/ 324136 w 606580"/>
              <a:gd name="connsiteY79" fmla="*/ 289049 h 605592"/>
              <a:gd name="connsiteX80" fmla="*/ 343264 w 606580"/>
              <a:gd name="connsiteY80" fmla="*/ 282003 h 605592"/>
              <a:gd name="connsiteX81" fmla="*/ 371677 w 606580"/>
              <a:gd name="connsiteY81" fmla="*/ 305273 h 605592"/>
              <a:gd name="connsiteX82" fmla="*/ 395819 w 606580"/>
              <a:gd name="connsiteY82" fmla="*/ 281168 h 605592"/>
              <a:gd name="connsiteX83" fmla="*/ 373441 w 606580"/>
              <a:gd name="connsiteY83" fmla="*/ 253818 h 605592"/>
              <a:gd name="connsiteX84" fmla="*/ 382262 w 606580"/>
              <a:gd name="connsiteY84" fmla="*/ 233421 h 605592"/>
              <a:gd name="connsiteX85" fmla="*/ 417082 w 606580"/>
              <a:gd name="connsiteY85" fmla="*/ 229991 h 605592"/>
              <a:gd name="connsiteX86" fmla="*/ 417082 w 606580"/>
              <a:gd name="connsiteY86" fmla="*/ 195872 h 605592"/>
              <a:gd name="connsiteX87" fmla="*/ 382355 w 606580"/>
              <a:gd name="connsiteY87" fmla="*/ 192442 h 605592"/>
              <a:gd name="connsiteX88" fmla="*/ 373441 w 606580"/>
              <a:gd name="connsiteY88" fmla="*/ 171953 h 605592"/>
              <a:gd name="connsiteX89" fmla="*/ 395819 w 606580"/>
              <a:gd name="connsiteY89" fmla="*/ 144695 h 605592"/>
              <a:gd name="connsiteX90" fmla="*/ 371677 w 606580"/>
              <a:gd name="connsiteY90" fmla="*/ 120590 h 605592"/>
              <a:gd name="connsiteX91" fmla="*/ 343264 w 606580"/>
              <a:gd name="connsiteY91" fmla="*/ 143861 h 605592"/>
              <a:gd name="connsiteX92" fmla="*/ 324136 w 606580"/>
              <a:gd name="connsiteY92" fmla="*/ 136814 h 605592"/>
              <a:gd name="connsiteX93" fmla="*/ 320422 w 606580"/>
              <a:gd name="connsiteY93" fmla="*/ 99358 h 605592"/>
              <a:gd name="connsiteX94" fmla="*/ 303337 w 606580"/>
              <a:gd name="connsiteY94" fmla="*/ 99358 h 605592"/>
              <a:gd name="connsiteX95" fmla="*/ 303244 w 606580"/>
              <a:gd name="connsiteY95" fmla="*/ 99358 h 605592"/>
              <a:gd name="connsiteX96" fmla="*/ 268981 w 606580"/>
              <a:gd name="connsiteY96" fmla="*/ 80445 h 605592"/>
              <a:gd name="connsiteX97" fmla="*/ 286159 w 606580"/>
              <a:gd name="connsiteY97" fmla="*/ 80445 h 605592"/>
              <a:gd name="connsiteX98" fmla="*/ 303337 w 606580"/>
              <a:gd name="connsiteY98" fmla="*/ 80445 h 605592"/>
              <a:gd name="connsiteX99" fmla="*/ 320422 w 606580"/>
              <a:gd name="connsiteY99" fmla="*/ 80445 h 605592"/>
              <a:gd name="connsiteX100" fmla="*/ 337600 w 606580"/>
              <a:gd name="connsiteY100" fmla="*/ 80445 h 605592"/>
              <a:gd name="connsiteX101" fmla="*/ 339271 w 606580"/>
              <a:gd name="connsiteY101" fmla="*/ 97504 h 605592"/>
              <a:gd name="connsiteX102" fmla="*/ 341592 w 606580"/>
              <a:gd name="connsiteY102" fmla="*/ 120682 h 605592"/>
              <a:gd name="connsiteX103" fmla="*/ 359699 w 606580"/>
              <a:gd name="connsiteY103" fmla="*/ 105941 h 605592"/>
              <a:gd name="connsiteX104" fmla="*/ 372977 w 606580"/>
              <a:gd name="connsiteY104" fmla="*/ 95094 h 605592"/>
              <a:gd name="connsiteX105" fmla="*/ 385140 w 606580"/>
              <a:gd name="connsiteY105" fmla="*/ 107146 h 605592"/>
              <a:gd name="connsiteX106" fmla="*/ 409189 w 606580"/>
              <a:gd name="connsiteY106" fmla="*/ 131252 h 605592"/>
              <a:gd name="connsiteX107" fmla="*/ 421353 w 606580"/>
              <a:gd name="connsiteY107" fmla="*/ 143397 h 605592"/>
              <a:gd name="connsiteX108" fmla="*/ 410489 w 606580"/>
              <a:gd name="connsiteY108" fmla="*/ 156655 h 605592"/>
              <a:gd name="connsiteX109" fmla="*/ 396004 w 606580"/>
              <a:gd name="connsiteY109" fmla="*/ 174363 h 605592"/>
              <a:gd name="connsiteX110" fmla="*/ 396190 w 606580"/>
              <a:gd name="connsiteY110" fmla="*/ 174734 h 605592"/>
              <a:gd name="connsiteX111" fmla="*/ 418939 w 606580"/>
              <a:gd name="connsiteY111" fmla="*/ 177052 h 605592"/>
              <a:gd name="connsiteX112" fmla="*/ 436024 w 606580"/>
              <a:gd name="connsiteY112" fmla="*/ 178721 h 605592"/>
              <a:gd name="connsiteX113" fmla="*/ 436024 w 606580"/>
              <a:gd name="connsiteY113" fmla="*/ 195872 h 605592"/>
              <a:gd name="connsiteX114" fmla="*/ 436024 w 606580"/>
              <a:gd name="connsiteY114" fmla="*/ 229991 h 605592"/>
              <a:gd name="connsiteX115" fmla="*/ 436024 w 606580"/>
              <a:gd name="connsiteY115" fmla="*/ 247050 h 605592"/>
              <a:gd name="connsiteX116" fmla="*/ 418939 w 606580"/>
              <a:gd name="connsiteY116" fmla="*/ 248811 h 605592"/>
              <a:gd name="connsiteX117" fmla="*/ 396190 w 606580"/>
              <a:gd name="connsiteY117" fmla="*/ 251036 h 605592"/>
              <a:gd name="connsiteX118" fmla="*/ 396004 w 606580"/>
              <a:gd name="connsiteY118" fmla="*/ 251500 h 605592"/>
              <a:gd name="connsiteX119" fmla="*/ 410489 w 606580"/>
              <a:gd name="connsiteY119" fmla="*/ 269208 h 605592"/>
              <a:gd name="connsiteX120" fmla="*/ 421353 w 606580"/>
              <a:gd name="connsiteY120" fmla="*/ 282466 h 605592"/>
              <a:gd name="connsiteX121" fmla="*/ 409189 w 606580"/>
              <a:gd name="connsiteY121" fmla="*/ 294519 h 605592"/>
              <a:gd name="connsiteX122" fmla="*/ 385140 w 606580"/>
              <a:gd name="connsiteY122" fmla="*/ 318624 h 605592"/>
              <a:gd name="connsiteX123" fmla="*/ 372977 w 606580"/>
              <a:gd name="connsiteY123" fmla="*/ 330769 h 605592"/>
              <a:gd name="connsiteX124" fmla="*/ 359699 w 606580"/>
              <a:gd name="connsiteY124" fmla="*/ 319922 h 605592"/>
              <a:gd name="connsiteX125" fmla="*/ 341592 w 606580"/>
              <a:gd name="connsiteY125" fmla="*/ 305181 h 605592"/>
              <a:gd name="connsiteX126" fmla="*/ 339271 w 606580"/>
              <a:gd name="connsiteY126" fmla="*/ 328359 h 605592"/>
              <a:gd name="connsiteX127" fmla="*/ 337600 w 606580"/>
              <a:gd name="connsiteY127" fmla="*/ 345418 h 605592"/>
              <a:gd name="connsiteX128" fmla="*/ 320422 w 606580"/>
              <a:gd name="connsiteY128" fmla="*/ 345418 h 605592"/>
              <a:gd name="connsiteX129" fmla="*/ 303244 w 606580"/>
              <a:gd name="connsiteY129" fmla="*/ 345418 h 605592"/>
              <a:gd name="connsiteX130" fmla="*/ 286159 w 606580"/>
              <a:gd name="connsiteY130" fmla="*/ 345418 h 605592"/>
              <a:gd name="connsiteX131" fmla="*/ 268981 w 606580"/>
              <a:gd name="connsiteY131" fmla="*/ 345418 h 605592"/>
              <a:gd name="connsiteX132" fmla="*/ 267310 w 606580"/>
              <a:gd name="connsiteY132" fmla="*/ 328359 h 605592"/>
              <a:gd name="connsiteX133" fmla="*/ 264989 w 606580"/>
              <a:gd name="connsiteY133" fmla="*/ 305181 h 605592"/>
              <a:gd name="connsiteX134" fmla="*/ 246882 w 606580"/>
              <a:gd name="connsiteY134" fmla="*/ 319922 h 605592"/>
              <a:gd name="connsiteX135" fmla="*/ 233604 w 606580"/>
              <a:gd name="connsiteY135" fmla="*/ 330769 h 605592"/>
              <a:gd name="connsiteX136" fmla="*/ 221533 w 606580"/>
              <a:gd name="connsiteY136" fmla="*/ 318624 h 605592"/>
              <a:gd name="connsiteX137" fmla="*/ 197392 w 606580"/>
              <a:gd name="connsiteY137" fmla="*/ 294519 h 605592"/>
              <a:gd name="connsiteX138" fmla="*/ 185228 w 606580"/>
              <a:gd name="connsiteY138" fmla="*/ 282466 h 605592"/>
              <a:gd name="connsiteX139" fmla="*/ 196092 w 606580"/>
              <a:gd name="connsiteY139" fmla="*/ 269208 h 605592"/>
              <a:gd name="connsiteX140" fmla="*/ 210670 w 606580"/>
              <a:gd name="connsiteY140" fmla="*/ 251500 h 605592"/>
              <a:gd name="connsiteX141" fmla="*/ 210484 w 606580"/>
              <a:gd name="connsiteY141" fmla="*/ 251036 h 605592"/>
              <a:gd name="connsiteX142" fmla="*/ 187642 w 606580"/>
              <a:gd name="connsiteY142" fmla="*/ 248811 h 605592"/>
              <a:gd name="connsiteX143" fmla="*/ 170557 w 606580"/>
              <a:gd name="connsiteY143" fmla="*/ 247050 h 605592"/>
              <a:gd name="connsiteX144" fmla="*/ 170557 w 606580"/>
              <a:gd name="connsiteY144" fmla="*/ 229991 h 605592"/>
              <a:gd name="connsiteX145" fmla="*/ 170557 w 606580"/>
              <a:gd name="connsiteY145" fmla="*/ 195872 h 605592"/>
              <a:gd name="connsiteX146" fmla="*/ 170557 w 606580"/>
              <a:gd name="connsiteY146" fmla="*/ 178721 h 605592"/>
              <a:gd name="connsiteX147" fmla="*/ 187642 w 606580"/>
              <a:gd name="connsiteY147" fmla="*/ 177052 h 605592"/>
              <a:gd name="connsiteX148" fmla="*/ 210391 w 606580"/>
              <a:gd name="connsiteY148" fmla="*/ 174734 h 605592"/>
              <a:gd name="connsiteX149" fmla="*/ 210577 w 606580"/>
              <a:gd name="connsiteY149" fmla="*/ 174363 h 605592"/>
              <a:gd name="connsiteX150" fmla="*/ 196092 w 606580"/>
              <a:gd name="connsiteY150" fmla="*/ 156655 h 605592"/>
              <a:gd name="connsiteX151" fmla="*/ 185228 w 606580"/>
              <a:gd name="connsiteY151" fmla="*/ 143397 h 605592"/>
              <a:gd name="connsiteX152" fmla="*/ 197392 w 606580"/>
              <a:gd name="connsiteY152" fmla="*/ 131252 h 605592"/>
              <a:gd name="connsiteX153" fmla="*/ 221533 w 606580"/>
              <a:gd name="connsiteY153" fmla="*/ 107146 h 605592"/>
              <a:gd name="connsiteX154" fmla="*/ 233604 w 606580"/>
              <a:gd name="connsiteY154" fmla="*/ 95094 h 605592"/>
              <a:gd name="connsiteX155" fmla="*/ 246882 w 606580"/>
              <a:gd name="connsiteY155" fmla="*/ 105941 h 605592"/>
              <a:gd name="connsiteX156" fmla="*/ 264989 w 606580"/>
              <a:gd name="connsiteY156" fmla="*/ 120682 h 605592"/>
              <a:gd name="connsiteX157" fmla="*/ 267310 w 606580"/>
              <a:gd name="connsiteY157" fmla="*/ 97504 h 605592"/>
              <a:gd name="connsiteX158" fmla="*/ 501705 w 606580"/>
              <a:gd name="connsiteY158" fmla="*/ 75473 h 605592"/>
              <a:gd name="connsiteX159" fmla="*/ 517770 w 606580"/>
              <a:gd name="connsiteY159" fmla="*/ 88711 h 605592"/>
              <a:gd name="connsiteX160" fmla="*/ 554796 w 606580"/>
              <a:gd name="connsiteY160" fmla="*/ 133533 h 605592"/>
              <a:gd name="connsiteX161" fmla="*/ 559441 w 606580"/>
              <a:gd name="connsiteY161" fmla="*/ 142080 h 605592"/>
              <a:gd name="connsiteX162" fmla="*/ 104928 w 606580"/>
              <a:gd name="connsiteY162" fmla="*/ 75472 h 605592"/>
              <a:gd name="connsiteX163" fmla="*/ 47166 w 606580"/>
              <a:gd name="connsiteY163" fmla="*/ 142080 h 605592"/>
              <a:gd name="connsiteX164" fmla="*/ 51813 w 606580"/>
              <a:gd name="connsiteY164" fmla="*/ 133533 h 605592"/>
              <a:gd name="connsiteX165" fmla="*/ 88856 w 606580"/>
              <a:gd name="connsiteY165" fmla="*/ 88711 h 605592"/>
              <a:gd name="connsiteX166" fmla="*/ 124062 w 606580"/>
              <a:gd name="connsiteY166" fmla="*/ 59710 h 605592"/>
              <a:gd name="connsiteX167" fmla="*/ 124062 w 606580"/>
              <a:gd name="connsiteY167" fmla="*/ 59710 h 605592"/>
              <a:gd name="connsiteX168" fmla="*/ 110398 w 606580"/>
              <a:gd name="connsiteY168" fmla="*/ 69164 h 605592"/>
              <a:gd name="connsiteX169" fmla="*/ 104928 w 606580"/>
              <a:gd name="connsiteY169" fmla="*/ 75472 h 605592"/>
              <a:gd name="connsiteX170" fmla="*/ 104928 w 606580"/>
              <a:gd name="connsiteY170" fmla="*/ 75472 h 605592"/>
              <a:gd name="connsiteX171" fmla="*/ 110398 w 606580"/>
              <a:gd name="connsiteY171" fmla="*/ 69164 h 605592"/>
              <a:gd name="connsiteX172" fmla="*/ 482577 w 606580"/>
              <a:gd name="connsiteY172" fmla="*/ 59710 h 605592"/>
              <a:gd name="connsiteX173" fmla="*/ 496237 w 606580"/>
              <a:gd name="connsiteY173" fmla="*/ 69164 h 605592"/>
              <a:gd name="connsiteX174" fmla="*/ 501705 w 606580"/>
              <a:gd name="connsiteY174" fmla="*/ 75473 h 605592"/>
              <a:gd name="connsiteX175" fmla="*/ 501705 w 606580"/>
              <a:gd name="connsiteY175" fmla="*/ 75473 h 605592"/>
              <a:gd name="connsiteX176" fmla="*/ 496237 w 606580"/>
              <a:gd name="connsiteY176" fmla="*/ 69164 h 605592"/>
              <a:gd name="connsiteX177" fmla="*/ 482578 w 606580"/>
              <a:gd name="connsiteY177" fmla="*/ 59710 h 605592"/>
              <a:gd name="connsiteX178" fmla="*/ 464373 w 606580"/>
              <a:gd name="connsiteY178" fmla="*/ 47110 h 605592"/>
              <a:gd name="connsiteX179" fmla="*/ 472892 w 606580"/>
              <a:gd name="connsiteY179" fmla="*/ 51728 h 605592"/>
              <a:gd name="connsiteX180" fmla="*/ 482577 w 606580"/>
              <a:gd name="connsiteY180" fmla="*/ 59710 h 605592"/>
              <a:gd name="connsiteX181" fmla="*/ 142273 w 606580"/>
              <a:gd name="connsiteY181" fmla="*/ 47110 h 605592"/>
              <a:gd name="connsiteX182" fmla="*/ 124062 w 606580"/>
              <a:gd name="connsiteY182" fmla="*/ 59710 h 605592"/>
              <a:gd name="connsiteX183" fmla="*/ 133751 w 606580"/>
              <a:gd name="connsiteY183" fmla="*/ 51728 h 605592"/>
              <a:gd name="connsiteX184" fmla="*/ 172229 w 606580"/>
              <a:gd name="connsiteY184" fmla="*/ 30874 h 605592"/>
              <a:gd name="connsiteX185" fmla="*/ 172229 w 606580"/>
              <a:gd name="connsiteY185" fmla="*/ 30875 h 605592"/>
              <a:gd name="connsiteX186" fmla="*/ 152362 w 606580"/>
              <a:gd name="connsiteY186" fmla="*/ 40130 h 605592"/>
              <a:gd name="connsiteX187" fmla="*/ 142273 w 606580"/>
              <a:gd name="connsiteY187" fmla="*/ 47110 h 605592"/>
              <a:gd name="connsiteX188" fmla="*/ 142273 w 606580"/>
              <a:gd name="connsiteY188" fmla="*/ 47110 h 605592"/>
              <a:gd name="connsiteX189" fmla="*/ 152362 w 606580"/>
              <a:gd name="connsiteY189" fmla="*/ 40129 h 605592"/>
              <a:gd name="connsiteX190" fmla="*/ 434425 w 606580"/>
              <a:gd name="connsiteY190" fmla="*/ 30874 h 605592"/>
              <a:gd name="connsiteX191" fmla="*/ 454288 w 606580"/>
              <a:gd name="connsiteY191" fmla="*/ 40129 h 605592"/>
              <a:gd name="connsiteX192" fmla="*/ 464373 w 606580"/>
              <a:gd name="connsiteY192" fmla="*/ 47110 h 605592"/>
              <a:gd name="connsiteX193" fmla="*/ 464373 w 606580"/>
              <a:gd name="connsiteY193" fmla="*/ 47110 h 605592"/>
              <a:gd name="connsiteX194" fmla="*/ 454288 w 606580"/>
              <a:gd name="connsiteY194" fmla="*/ 40130 h 605592"/>
              <a:gd name="connsiteX195" fmla="*/ 434425 w 606580"/>
              <a:gd name="connsiteY195" fmla="*/ 30874 h 605592"/>
              <a:gd name="connsiteX196" fmla="*/ 415010 w 606580"/>
              <a:gd name="connsiteY196" fmla="*/ 21827 h 605592"/>
              <a:gd name="connsiteX197" fmla="*/ 421382 w 606580"/>
              <a:gd name="connsiteY197" fmla="*/ 23803 h 605592"/>
              <a:gd name="connsiteX198" fmla="*/ 434425 w 606580"/>
              <a:gd name="connsiteY198" fmla="*/ 30874 h 605592"/>
              <a:gd name="connsiteX199" fmla="*/ 191650 w 606580"/>
              <a:gd name="connsiteY199" fmla="*/ 21827 h 605592"/>
              <a:gd name="connsiteX200" fmla="*/ 172229 w 606580"/>
              <a:gd name="connsiteY200" fmla="*/ 30874 h 605592"/>
              <a:gd name="connsiteX201" fmla="*/ 185277 w 606580"/>
              <a:gd name="connsiteY201" fmla="*/ 23803 h 605592"/>
              <a:gd name="connsiteX202" fmla="*/ 303336 w 606580"/>
              <a:gd name="connsiteY202" fmla="*/ 18910 h 605592"/>
              <a:gd name="connsiteX203" fmla="*/ 587639 w 606580"/>
              <a:gd name="connsiteY203" fmla="*/ 302842 h 605592"/>
              <a:gd name="connsiteX204" fmla="*/ 303336 w 606580"/>
              <a:gd name="connsiteY204" fmla="*/ 18910 h 605592"/>
              <a:gd name="connsiteX205" fmla="*/ 18941 w 606580"/>
              <a:gd name="connsiteY205" fmla="*/ 302842 h 605592"/>
              <a:gd name="connsiteX206" fmla="*/ 303336 w 606580"/>
              <a:gd name="connsiteY206" fmla="*/ 18910 h 605592"/>
              <a:gd name="connsiteX207" fmla="*/ 303336 w 606580"/>
              <a:gd name="connsiteY207" fmla="*/ 18910 h 605592"/>
              <a:gd name="connsiteX208" fmla="*/ 18941 w 606580"/>
              <a:gd name="connsiteY208" fmla="*/ 302842 h 605592"/>
              <a:gd name="connsiteX209" fmla="*/ 303336 w 606580"/>
              <a:gd name="connsiteY209" fmla="*/ 586682 h 605592"/>
              <a:gd name="connsiteX210" fmla="*/ 587639 w 606580"/>
              <a:gd name="connsiteY210" fmla="*/ 302842 h 605592"/>
              <a:gd name="connsiteX211" fmla="*/ 303336 w 606580"/>
              <a:gd name="connsiteY211" fmla="*/ 18910 h 605592"/>
              <a:gd name="connsiteX212" fmla="*/ 227719 w 606580"/>
              <a:gd name="connsiteY212" fmla="*/ 10646 h 605592"/>
              <a:gd name="connsiteX213" fmla="*/ 227718 w 606580"/>
              <a:gd name="connsiteY213" fmla="*/ 10647 h 605592"/>
              <a:gd name="connsiteX214" fmla="*/ 199051 w 606580"/>
              <a:gd name="connsiteY214" fmla="*/ 18380 h 605592"/>
              <a:gd name="connsiteX215" fmla="*/ 191650 w 606580"/>
              <a:gd name="connsiteY215" fmla="*/ 21827 h 605592"/>
              <a:gd name="connsiteX216" fmla="*/ 191650 w 606580"/>
              <a:gd name="connsiteY216" fmla="*/ 21827 h 605592"/>
              <a:gd name="connsiteX217" fmla="*/ 199051 w 606580"/>
              <a:gd name="connsiteY217" fmla="*/ 18380 h 605592"/>
              <a:gd name="connsiteX218" fmla="*/ 378946 w 606580"/>
              <a:gd name="connsiteY218" fmla="*/ 10646 h 605592"/>
              <a:gd name="connsiteX219" fmla="*/ 407610 w 606580"/>
              <a:gd name="connsiteY219" fmla="*/ 18380 h 605592"/>
              <a:gd name="connsiteX220" fmla="*/ 415010 w 606580"/>
              <a:gd name="connsiteY220" fmla="*/ 21827 h 605592"/>
              <a:gd name="connsiteX221" fmla="*/ 415009 w 606580"/>
              <a:gd name="connsiteY221" fmla="*/ 21827 h 605592"/>
              <a:gd name="connsiteX222" fmla="*/ 407610 w 606580"/>
              <a:gd name="connsiteY222" fmla="*/ 18380 h 605592"/>
              <a:gd name="connsiteX223" fmla="*/ 378947 w 606580"/>
              <a:gd name="connsiteY223" fmla="*/ 10647 h 605592"/>
              <a:gd name="connsiteX224" fmla="*/ 361008 w 606580"/>
              <a:gd name="connsiteY224" fmla="*/ 5807 h 605592"/>
              <a:gd name="connsiteX225" fmla="*/ 364457 w 606580"/>
              <a:gd name="connsiteY225" fmla="*/ 6154 h 605592"/>
              <a:gd name="connsiteX226" fmla="*/ 378946 w 606580"/>
              <a:gd name="connsiteY226" fmla="*/ 10646 h 605592"/>
              <a:gd name="connsiteX227" fmla="*/ 245661 w 606580"/>
              <a:gd name="connsiteY227" fmla="*/ 5807 h 605592"/>
              <a:gd name="connsiteX228" fmla="*/ 227719 w 606580"/>
              <a:gd name="connsiteY228" fmla="*/ 10646 h 605592"/>
              <a:gd name="connsiteX229" fmla="*/ 242212 w 606580"/>
              <a:gd name="connsiteY229" fmla="*/ 6154 h 605592"/>
              <a:gd name="connsiteX230" fmla="*/ 303335 w 606580"/>
              <a:gd name="connsiteY230" fmla="*/ 0 h 605592"/>
              <a:gd name="connsiteX231" fmla="*/ 303332 w 606580"/>
              <a:gd name="connsiteY231" fmla="*/ 0 h 605592"/>
              <a:gd name="connsiteX232" fmla="*/ 249648 w 606580"/>
              <a:gd name="connsiteY232" fmla="*/ 4731 h 605592"/>
              <a:gd name="connsiteX233" fmla="*/ 245661 w 606580"/>
              <a:gd name="connsiteY233" fmla="*/ 5807 h 605592"/>
              <a:gd name="connsiteX234" fmla="*/ 245661 w 606580"/>
              <a:gd name="connsiteY234" fmla="*/ 5807 h 605592"/>
              <a:gd name="connsiteX235" fmla="*/ 249648 w 606580"/>
              <a:gd name="connsiteY235" fmla="*/ 4731 h 605592"/>
              <a:gd name="connsiteX236" fmla="*/ 303337 w 606580"/>
              <a:gd name="connsiteY236" fmla="*/ 0 h 605592"/>
              <a:gd name="connsiteX237" fmla="*/ 357021 w 606580"/>
              <a:gd name="connsiteY237" fmla="*/ 4731 h 605592"/>
              <a:gd name="connsiteX238" fmla="*/ 361008 w 606580"/>
              <a:gd name="connsiteY238" fmla="*/ 5807 h 605592"/>
              <a:gd name="connsiteX239" fmla="*/ 361008 w 606580"/>
              <a:gd name="connsiteY239" fmla="*/ 5807 h 605592"/>
              <a:gd name="connsiteX240" fmla="*/ 357021 w 606580"/>
              <a:gd name="connsiteY240" fmla="*/ 4731 h 605592"/>
              <a:gd name="connsiteX241" fmla="*/ 303340 w 606580"/>
              <a:gd name="connsiteY241" fmla="*/ 0 h 605592"/>
              <a:gd name="connsiteX242" fmla="*/ 303336 w 606580"/>
              <a:gd name="connsiteY242" fmla="*/ 0 h 605592"/>
              <a:gd name="connsiteX243" fmla="*/ 303340 w 606580"/>
              <a:gd name="connsiteY243" fmla="*/ 0 h 605592"/>
              <a:gd name="connsiteX244" fmla="*/ 361008 w 606580"/>
              <a:gd name="connsiteY244" fmla="*/ 5807 h 605592"/>
              <a:gd name="connsiteX245" fmla="*/ 378947 w 606580"/>
              <a:gd name="connsiteY245" fmla="*/ 10647 h 605592"/>
              <a:gd name="connsiteX246" fmla="*/ 415009 w 606580"/>
              <a:gd name="connsiteY246" fmla="*/ 21827 h 605592"/>
              <a:gd name="connsiteX247" fmla="*/ 434425 w 606580"/>
              <a:gd name="connsiteY247" fmla="*/ 30874 h 605592"/>
              <a:gd name="connsiteX248" fmla="*/ 464373 w 606580"/>
              <a:gd name="connsiteY248" fmla="*/ 47110 h 605592"/>
              <a:gd name="connsiteX249" fmla="*/ 482578 w 606580"/>
              <a:gd name="connsiteY249" fmla="*/ 59710 h 605592"/>
              <a:gd name="connsiteX250" fmla="*/ 501705 w 606580"/>
              <a:gd name="connsiteY250" fmla="*/ 75473 h 605592"/>
              <a:gd name="connsiteX251" fmla="*/ 559441 w 606580"/>
              <a:gd name="connsiteY251" fmla="*/ 142080 h 605592"/>
              <a:gd name="connsiteX252" fmla="*/ 575681 w 606580"/>
              <a:gd name="connsiteY252" fmla="*/ 171962 h 605592"/>
              <a:gd name="connsiteX253" fmla="*/ 583757 w 606580"/>
              <a:gd name="connsiteY253" fmla="*/ 188205 h 605592"/>
              <a:gd name="connsiteX254" fmla="*/ 600419 w 606580"/>
              <a:gd name="connsiteY254" fmla="*/ 241813 h 605592"/>
              <a:gd name="connsiteX255" fmla="*/ 600420 w 606580"/>
              <a:gd name="connsiteY255" fmla="*/ 241817 h 605592"/>
              <a:gd name="connsiteX256" fmla="*/ 600419 w 606580"/>
              <a:gd name="connsiteY256" fmla="*/ 241813 h 605592"/>
              <a:gd name="connsiteX257" fmla="*/ 600420 w 606580"/>
              <a:gd name="connsiteY257" fmla="*/ 241817 h 605592"/>
              <a:gd name="connsiteX258" fmla="*/ 606580 w 606580"/>
              <a:gd name="connsiteY258" fmla="*/ 302842 h 605592"/>
              <a:gd name="connsiteX259" fmla="*/ 303336 w 606580"/>
              <a:gd name="connsiteY259" fmla="*/ 605592 h 605592"/>
              <a:gd name="connsiteX260" fmla="*/ 0 w 606580"/>
              <a:gd name="connsiteY260" fmla="*/ 302842 h 605592"/>
              <a:gd name="connsiteX261" fmla="*/ 6164 w 606580"/>
              <a:gd name="connsiteY261" fmla="*/ 241817 h 605592"/>
              <a:gd name="connsiteX262" fmla="*/ 6166 w 606580"/>
              <a:gd name="connsiteY262" fmla="*/ 241812 h 605592"/>
              <a:gd name="connsiteX263" fmla="*/ 6164 w 606580"/>
              <a:gd name="connsiteY263" fmla="*/ 241817 h 605592"/>
              <a:gd name="connsiteX264" fmla="*/ 6166 w 606580"/>
              <a:gd name="connsiteY264" fmla="*/ 241812 h 605592"/>
              <a:gd name="connsiteX265" fmla="*/ 22837 w 606580"/>
              <a:gd name="connsiteY265" fmla="*/ 188206 h 605592"/>
              <a:gd name="connsiteX266" fmla="*/ 30919 w 606580"/>
              <a:gd name="connsiteY266" fmla="*/ 171959 h 605592"/>
              <a:gd name="connsiteX267" fmla="*/ 47166 w 606580"/>
              <a:gd name="connsiteY267" fmla="*/ 142080 h 605592"/>
              <a:gd name="connsiteX268" fmla="*/ 104928 w 606580"/>
              <a:gd name="connsiteY268" fmla="*/ 75472 h 605592"/>
              <a:gd name="connsiteX269" fmla="*/ 124062 w 606580"/>
              <a:gd name="connsiteY269" fmla="*/ 59710 h 605592"/>
              <a:gd name="connsiteX270" fmla="*/ 142273 w 606580"/>
              <a:gd name="connsiteY270" fmla="*/ 47110 h 605592"/>
              <a:gd name="connsiteX271" fmla="*/ 172229 w 606580"/>
              <a:gd name="connsiteY271" fmla="*/ 30875 h 605592"/>
              <a:gd name="connsiteX272" fmla="*/ 191650 w 606580"/>
              <a:gd name="connsiteY272" fmla="*/ 21827 h 605592"/>
              <a:gd name="connsiteX273" fmla="*/ 227718 w 606580"/>
              <a:gd name="connsiteY273" fmla="*/ 10647 h 605592"/>
              <a:gd name="connsiteX274" fmla="*/ 245661 w 606580"/>
              <a:gd name="connsiteY274" fmla="*/ 5807 h 605592"/>
              <a:gd name="connsiteX275" fmla="*/ 303332 w 606580"/>
              <a:gd name="connsiteY275" fmla="*/ 0 h 605592"/>
              <a:gd name="connsiteX276" fmla="*/ 303336 w 606580"/>
              <a:gd name="connsiteY276" fmla="*/ 0 h 605592"/>
              <a:gd name="connsiteX277" fmla="*/ 303337 w 606580"/>
              <a:gd name="connsiteY277" fmla="*/ 0 h 605592"/>
              <a:gd name="connsiteX278" fmla="*/ 303336 w 606580"/>
              <a:gd name="connsiteY278" fmla="*/ 0 h 605592"/>
              <a:gd name="connsiteX279" fmla="*/ 303335 w 606580"/>
              <a:gd name="connsiteY279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</a:cxnLst>
            <a:rect l="l" t="t" r="r" b="b"/>
            <a:pathLst>
              <a:path w="606580" h="605592">
                <a:moveTo>
                  <a:pt x="497033" y="292846"/>
                </a:moveTo>
                <a:cubicBezTo>
                  <a:pt x="497033" y="292846"/>
                  <a:pt x="510681" y="359310"/>
                  <a:pt x="469643" y="399262"/>
                </a:cubicBezTo>
                <a:cubicBezTo>
                  <a:pt x="428605" y="439122"/>
                  <a:pt x="380697" y="454695"/>
                  <a:pt x="378376" y="496780"/>
                </a:cubicBezTo>
                <a:lnTo>
                  <a:pt x="332696" y="496780"/>
                </a:lnTo>
                <a:cubicBezTo>
                  <a:pt x="332696" y="496780"/>
                  <a:pt x="303078" y="439122"/>
                  <a:pt x="360085" y="399262"/>
                </a:cubicBezTo>
                <a:cubicBezTo>
                  <a:pt x="417185" y="359310"/>
                  <a:pt x="433155" y="337155"/>
                  <a:pt x="433155" y="337155"/>
                </a:cubicBezTo>
                <a:cubicBezTo>
                  <a:pt x="433155" y="337155"/>
                  <a:pt x="465094" y="328256"/>
                  <a:pt x="451353" y="354860"/>
                </a:cubicBezTo>
                <a:cubicBezTo>
                  <a:pt x="437704" y="381465"/>
                  <a:pt x="414864" y="399262"/>
                  <a:pt x="414864" y="399262"/>
                </a:cubicBezTo>
                <a:cubicBezTo>
                  <a:pt x="414864" y="399262"/>
                  <a:pt x="458223" y="390364"/>
                  <a:pt x="469643" y="354860"/>
                </a:cubicBezTo>
                <a:cubicBezTo>
                  <a:pt x="481063" y="319450"/>
                  <a:pt x="469643" y="299428"/>
                  <a:pt x="497033" y="292846"/>
                </a:cubicBezTo>
                <a:close/>
                <a:moveTo>
                  <a:pt x="109639" y="292846"/>
                </a:moveTo>
                <a:cubicBezTo>
                  <a:pt x="136936" y="299428"/>
                  <a:pt x="125609" y="319450"/>
                  <a:pt x="136936" y="354860"/>
                </a:cubicBezTo>
                <a:cubicBezTo>
                  <a:pt x="148356" y="390364"/>
                  <a:pt x="191715" y="399262"/>
                  <a:pt x="191715" y="399262"/>
                </a:cubicBezTo>
                <a:cubicBezTo>
                  <a:pt x="191715" y="399262"/>
                  <a:pt x="168875" y="381465"/>
                  <a:pt x="155226" y="354860"/>
                </a:cubicBezTo>
                <a:cubicBezTo>
                  <a:pt x="141578" y="328256"/>
                  <a:pt x="173517" y="337155"/>
                  <a:pt x="173517" y="337155"/>
                </a:cubicBezTo>
                <a:cubicBezTo>
                  <a:pt x="173517" y="337155"/>
                  <a:pt x="189486" y="359310"/>
                  <a:pt x="246494" y="399262"/>
                </a:cubicBezTo>
                <a:cubicBezTo>
                  <a:pt x="303501" y="439122"/>
                  <a:pt x="273883" y="496780"/>
                  <a:pt x="273883" y="496780"/>
                </a:cubicBezTo>
                <a:lnTo>
                  <a:pt x="228203" y="496780"/>
                </a:lnTo>
                <a:cubicBezTo>
                  <a:pt x="225975" y="454695"/>
                  <a:pt x="178066" y="439122"/>
                  <a:pt x="136936" y="399262"/>
                </a:cubicBezTo>
                <a:cubicBezTo>
                  <a:pt x="95898" y="359310"/>
                  <a:pt x="109639" y="292846"/>
                  <a:pt x="109639" y="292846"/>
                </a:cubicBezTo>
                <a:close/>
                <a:moveTo>
                  <a:pt x="22837" y="188206"/>
                </a:moveTo>
                <a:lnTo>
                  <a:pt x="22837" y="188206"/>
                </a:lnTo>
                <a:lnTo>
                  <a:pt x="21044" y="191810"/>
                </a:lnTo>
                <a:lnTo>
                  <a:pt x="6166" y="241812"/>
                </a:lnTo>
                <a:lnTo>
                  <a:pt x="6166" y="241812"/>
                </a:lnTo>
                <a:lnTo>
                  <a:pt x="21044" y="191810"/>
                </a:lnTo>
                <a:close/>
                <a:moveTo>
                  <a:pt x="583757" y="188205"/>
                </a:moveTo>
                <a:lnTo>
                  <a:pt x="585549" y="191810"/>
                </a:lnTo>
                <a:lnTo>
                  <a:pt x="600419" y="241813"/>
                </a:lnTo>
                <a:lnTo>
                  <a:pt x="600419" y="241813"/>
                </a:lnTo>
                <a:lnTo>
                  <a:pt x="585549" y="191810"/>
                </a:lnTo>
                <a:lnTo>
                  <a:pt x="583757" y="188205"/>
                </a:lnTo>
                <a:close/>
                <a:moveTo>
                  <a:pt x="303337" y="180575"/>
                </a:moveTo>
                <a:cubicBezTo>
                  <a:pt x="285509" y="180575"/>
                  <a:pt x="270931" y="195131"/>
                  <a:pt x="270931" y="212932"/>
                </a:cubicBezTo>
                <a:cubicBezTo>
                  <a:pt x="270931" y="230732"/>
                  <a:pt x="285509" y="245196"/>
                  <a:pt x="303337" y="245196"/>
                </a:cubicBezTo>
                <a:cubicBezTo>
                  <a:pt x="321165" y="245196"/>
                  <a:pt x="335650" y="230732"/>
                  <a:pt x="335650" y="212932"/>
                </a:cubicBezTo>
                <a:cubicBezTo>
                  <a:pt x="335650" y="195131"/>
                  <a:pt x="321165" y="180575"/>
                  <a:pt x="303337" y="180575"/>
                </a:cubicBezTo>
                <a:close/>
                <a:moveTo>
                  <a:pt x="575681" y="171962"/>
                </a:moveTo>
                <a:lnTo>
                  <a:pt x="582753" y="184975"/>
                </a:lnTo>
                <a:lnTo>
                  <a:pt x="583757" y="188205"/>
                </a:lnTo>
                <a:close/>
                <a:moveTo>
                  <a:pt x="30919" y="171960"/>
                </a:moveTo>
                <a:lnTo>
                  <a:pt x="22837" y="188206"/>
                </a:lnTo>
                <a:lnTo>
                  <a:pt x="23842" y="184975"/>
                </a:lnTo>
                <a:close/>
                <a:moveTo>
                  <a:pt x="303337" y="161661"/>
                </a:moveTo>
                <a:cubicBezTo>
                  <a:pt x="331657" y="161661"/>
                  <a:pt x="354592" y="184654"/>
                  <a:pt x="354592" y="212932"/>
                </a:cubicBezTo>
                <a:cubicBezTo>
                  <a:pt x="354592" y="241209"/>
                  <a:pt x="331657" y="264202"/>
                  <a:pt x="303337" y="264202"/>
                </a:cubicBezTo>
                <a:cubicBezTo>
                  <a:pt x="275017" y="264202"/>
                  <a:pt x="251989" y="241209"/>
                  <a:pt x="251989" y="212932"/>
                </a:cubicBezTo>
                <a:cubicBezTo>
                  <a:pt x="251989" y="184654"/>
                  <a:pt x="275017" y="161661"/>
                  <a:pt x="303337" y="161661"/>
                </a:cubicBezTo>
                <a:close/>
                <a:moveTo>
                  <a:pt x="47166" y="142080"/>
                </a:moveTo>
                <a:lnTo>
                  <a:pt x="47166" y="142080"/>
                </a:lnTo>
                <a:lnTo>
                  <a:pt x="43922" y="145821"/>
                </a:lnTo>
                <a:lnTo>
                  <a:pt x="30919" y="171959"/>
                </a:lnTo>
                <a:lnTo>
                  <a:pt x="30919" y="171960"/>
                </a:lnTo>
                <a:lnTo>
                  <a:pt x="43922" y="145821"/>
                </a:lnTo>
                <a:close/>
                <a:moveTo>
                  <a:pt x="559441" y="142080"/>
                </a:moveTo>
                <a:lnTo>
                  <a:pt x="562684" y="145821"/>
                </a:lnTo>
                <a:lnTo>
                  <a:pt x="575681" y="171962"/>
                </a:lnTo>
                <a:lnTo>
                  <a:pt x="575681" y="171962"/>
                </a:lnTo>
                <a:lnTo>
                  <a:pt x="562684" y="145821"/>
                </a:lnTo>
                <a:lnTo>
                  <a:pt x="559441" y="142080"/>
                </a:lnTo>
                <a:close/>
                <a:moveTo>
                  <a:pt x="286159" y="99358"/>
                </a:moveTo>
                <a:lnTo>
                  <a:pt x="282445" y="136814"/>
                </a:lnTo>
                <a:cubicBezTo>
                  <a:pt x="275667" y="138298"/>
                  <a:pt x="269353" y="140708"/>
                  <a:pt x="263317" y="143861"/>
                </a:cubicBezTo>
                <a:lnTo>
                  <a:pt x="234904" y="120590"/>
                </a:lnTo>
                <a:lnTo>
                  <a:pt x="210762" y="144695"/>
                </a:lnTo>
                <a:lnTo>
                  <a:pt x="233140" y="171953"/>
                </a:lnTo>
                <a:cubicBezTo>
                  <a:pt x="229333" y="178257"/>
                  <a:pt x="226269" y="185118"/>
                  <a:pt x="224226" y="192442"/>
                </a:cubicBezTo>
                <a:lnTo>
                  <a:pt x="189592" y="195872"/>
                </a:lnTo>
                <a:lnTo>
                  <a:pt x="189592" y="229991"/>
                </a:lnTo>
                <a:lnTo>
                  <a:pt x="224319" y="233421"/>
                </a:lnTo>
                <a:cubicBezTo>
                  <a:pt x="226362" y="240745"/>
                  <a:pt x="229333" y="247606"/>
                  <a:pt x="233233" y="253818"/>
                </a:cubicBezTo>
                <a:lnTo>
                  <a:pt x="210762" y="281168"/>
                </a:lnTo>
                <a:lnTo>
                  <a:pt x="234904" y="305273"/>
                </a:lnTo>
                <a:lnTo>
                  <a:pt x="263317" y="282003"/>
                </a:lnTo>
                <a:cubicBezTo>
                  <a:pt x="269353" y="285155"/>
                  <a:pt x="275667" y="287565"/>
                  <a:pt x="282445" y="289049"/>
                </a:cubicBezTo>
                <a:lnTo>
                  <a:pt x="286159" y="326505"/>
                </a:lnTo>
                <a:lnTo>
                  <a:pt x="303244" y="326505"/>
                </a:lnTo>
                <a:lnTo>
                  <a:pt x="303337" y="326505"/>
                </a:lnTo>
                <a:lnTo>
                  <a:pt x="320422" y="326505"/>
                </a:lnTo>
                <a:lnTo>
                  <a:pt x="324136" y="289049"/>
                </a:lnTo>
                <a:cubicBezTo>
                  <a:pt x="330914" y="287565"/>
                  <a:pt x="337321" y="285155"/>
                  <a:pt x="343264" y="282003"/>
                </a:cubicBezTo>
                <a:lnTo>
                  <a:pt x="371677" y="305273"/>
                </a:lnTo>
                <a:lnTo>
                  <a:pt x="395819" y="281168"/>
                </a:lnTo>
                <a:lnTo>
                  <a:pt x="373441" y="253818"/>
                </a:lnTo>
                <a:cubicBezTo>
                  <a:pt x="377341" y="247606"/>
                  <a:pt x="380312" y="240745"/>
                  <a:pt x="382262" y="233421"/>
                </a:cubicBezTo>
                <a:lnTo>
                  <a:pt x="417082" y="229991"/>
                </a:lnTo>
                <a:lnTo>
                  <a:pt x="417082" y="195872"/>
                </a:lnTo>
                <a:lnTo>
                  <a:pt x="382355" y="192442"/>
                </a:lnTo>
                <a:cubicBezTo>
                  <a:pt x="380405" y="185118"/>
                  <a:pt x="377341" y="178257"/>
                  <a:pt x="373441" y="171953"/>
                </a:cubicBezTo>
                <a:lnTo>
                  <a:pt x="395819" y="144695"/>
                </a:lnTo>
                <a:lnTo>
                  <a:pt x="371677" y="120590"/>
                </a:lnTo>
                <a:lnTo>
                  <a:pt x="343264" y="143861"/>
                </a:lnTo>
                <a:cubicBezTo>
                  <a:pt x="337321" y="140708"/>
                  <a:pt x="330914" y="138298"/>
                  <a:pt x="324136" y="136814"/>
                </a:cubicBezTo>
                <a:lnTo>
                  <a:pt x="320422" y="99358"/>
                </a:lnTo>
                <a:lnTo>
                  <a:pt x="303337" y="99358"/>
                </a:lnTo>
                <a:lnTo>
                  <a:pt x="303244" y="99358"/>
                </a:lnTo>
                <a:close/>
                <a:moveTo>
                  <a:pt x="268981" y="80445"/>
                </a:moveTo>
                <a:lnTo>
                  <a:pt x="286159" y="80445"/>
                </a:lnTo>
                <a:lnTo>
                  <a:pt x="303337" y="80445"/>
                </a:lnTo>
                <a:lnTo>
                  <a:pt x="320422" y="80445"/>
                </a:lnTo>
                <a:lnTo>
                  <a:pt x="337600" y="80445"/>
                </a:lnTo>
                <a:lnTo>
                  <a:pt x="339271" y="97504"/>
                </a:lnTo>
                <a:lnTo>
                  <a:pt x="341592" y="120682"/>
                </a:lnTo>
                <a:lnTo>
                  <a:pt x="359699" y="105941"/>
                </a:lnTo>
                <a:lnTo>
                  <a:pt x="372977" y="95094"/>
                </a:lnTo>
                <a:lnTo>
                  <a:pt x="385140" y="107146"/>
                </a:lnTo>
                <a:lnTo>
                  <a:pt x="409189" y="131252"/>
                </a:lnTo>
                <a:lnTo>
                  <a:pt x="421353" y="143397"/>
                </a:lnTo>
                <a:lnTo>
                  <a:pt x="410489" y="156655"/>
                </a:lnTo>
                <a:lnTo>
                  <a:pt x="396004" y="174363"/>
                </a:lnTo>
                <a:cubicBezTo>
                  <a:pt x="396097" y="174456"/>
                  <a:pt x="396097" y="174641"/>
                  <a:pt x="396190" y="174734"/>
                </a:cubicBezTo>
                <a:lnTo>
                  <a:pt x="418939" y="177052"/>
                </a:lnTo>
                <a:lnTo>
                  <a:pt x="436024" y="178721"/>
                </a:lnTo>
                <a:lnTo>
                  <a:pt x="436024" y="195872"/>
                </a:lnTo>
                <a:lnTo>
                  <a:pt x="436024" y="229991"/>
                </a:lnTo>
                <a:lnTo>
                  <a:pt x="436024" y="247050"/>
                </a:lnTo>
                <a:lnTo>
                  <a:pt x="418939" y="248811"/>
                </a:lnTo>
                <a:lnTo>
                  <a:pt x="396190" y="251036"/>
                </a:lnTo>
                <a:cubicBezTo>
                  <a:pt x="396097" y="251222"/>
                  <a:pt x="396004" y="251315"/>
                  <a:pt x="396004" y="251500"/>
                </a:cubicBezTo>
                <a:lnTo>
                  <a:pt x="410489" y="269208"/>
                </a:lnTo>
                <a:lnTo>
                  <a:pt x="421353" y="282466"/>
                </a:lnTo>
                <a:lnTo>
                  <a:pt x="409189" y="294519"/>
                </a:lnTo>
                <a:lnTo>
                  <a:pt x="385140" y="318624"/>
                </a:lnTo>
                <a:lnTo>
                  <a:pt x="372977" y="330769"/>
                </a:lnTo>
                <a:lnTo>
                  <a:pt x="359699" y="319922"/>
                </a:lnTo>
                <a:lnTo>
                  <a:pt x="341592" y="305181"/>
                </a:lnTo>
                <a:lnTo>
                  <a:pt x="339271" y="328359"/>
                </a:lnTo>
                <a:lnTo>
                  <a:pt x="337600" y="345418"/>
                </a:lnTo>
                <a:lnTo>
                  <a:pt x="320422" y="345418"/>
                </a:lnTo>
                <a:lnTo>
                  <a:pt x="303244" y="345418"/>
                </a:lnTo>
                <a:lnTo>
                  <a:pt x="286159" y="345418"/>
                </a:lnTo>
                <a:lnTo>
                  <a:pt x="268981" y="345418"/>
                </a:lnTo>
                <a:lnTo>
                  <a:pt x="267310" y="328359"/>
                </a:lnTo>
                <a:lnTo>
                  <a:pt x="264989" y="305181"/>
                </a:lnTo>
                <a:lnTo>
                  <a:pt x="246882" y="319922"/>
                </a:lnTo>
                <a:lnTo>
                  <a:pt x="233604" y="330769"/>
                </a:lnTo>
                <a:lnTo>
                  <a:pt x="221533" y="318624"/>
                </a:lnTo>
                <a:lnTo>
                  <a:pt x="197392" y="294519"/>
                </a:lnTo>
                <a:lnTo>
                  <a:pt x="185228" y="282466"/>
                </a:lnTo>
                <a:lnTo>
                  <a:pt x="196092" y="269208"/>
                </a:lnTo>
                <a:lnTo>
                  <a:pt x="210670" y="251500"/>
                </a:lnTo>
                <a:cubicBezTo>
                  <a:pt x="210577" y="251315"/>
                  <a:pt x="210484" y="251222"/>
                  <a:pt x="210484" y="251036"/>
                </a:cubicBezTo>
                <a:lnTo>
                  <a:pt x="187642" y="248811"/>
                </a:lnTo>
                <a:lnTo>
                  <a:pt x="170557" y="247050"/>
                </a:lnTo>
                <a:lnTo>
                  <a:pt x="170557" y="229991"/>
                </a:lnTo>
                <a:lnTo>
                  <a:pt x="170557" y="195872"/>
                </a:lnTo>
                <a:lnTo>
                  <a:pt x="170557" y="178721"/>
                </a:lnTo>
                <a:lnTo>
                  <a:pt x="187642" y="177052"/>
                </a:lnTo>
                <a:lnTo>
                  <a:pt x="210391" y="174734"/>
                </a:lnTo>
                <a:cubicBezTo>
                  <a:pt x="210484" y="174641"/>
                  <a:pt x="210577" y="174456"/>
                  <a:pt x="210577" y="174363"/>
                </a:cubicBezTo>
                <a:lnTo>
                  <a:pt x="196092" y="156655"/>
                </a:lnTo>
                <a:lnTo>
                  <a:pt x="185228" y="143397"/>
                </a:lnTo>
                <a:lnTo>
                  <a:pt x="197392" y="131252"/>
                </a:lnTo>
                <a:lnTo>
                  <a:pt x="221533" y="107146"/>
                </a:lnTo>
                <a:lnTo>
                  <a:pt x="233604" y="95094"/>
                </a:lnTo>
                <a:lnTo>
                  <a:pt x="246882" y="105941"/>
                </a:lnTo>
                <a:lnTo>
                  <a:pt x="264989" y="120682"/>
                </a:lnTo>
                <a:lnTo>
                  <a:pt x="267310" y="97504"/>
                </a:lnTo>
                <a:close/>
                <a:moveTo>
                  <a:pt x="501705" y="75473"/>
                </a:moveTo>
                <a:lnTo>
                  <a:pt x="517770" y="88711"/>
                </a:lnTo>
                <a:cubicBezTo>
                  <a:pt x="531489" y="102413"/>
                  <a:pt x="543898" y="117422"/>
                  <a:pt x="554796" y="133533"/>
                </a:cubicBezTo>
                <a:lnTo>
                  <a:pt x="559441" y="142080"/>
                </a:lnTo>
                <a:close/>
                <a:moveTo>
                  <a:pt x="104928" y="75472"/>
                </a:moveTo>
                <a:lnTo>
                  <a:pt x="47166" y="142080"/>
                </a:lnTo>
                <a:lnTo>
                  <a:pt x="51813" y="133533"/>
                </a:lnTo>
                <a:cubicBezTo>
                  <a:pt x="62716" y="117422"/>
                  <a:pt x="75132" y="102413"/>
                  <a:pt x="88856" y="88711"/>
                </a:cubicBezTo>
                <a:close/>
                <a:moveTo>
                  <a:pt x="124062" y="59710"/>
                </a:moveTo>
                <a:lnTo>
                  <a:pt x="124062" y="59710"/>
                </a:lnTo>
                <a:lnTo>
                  <a:pt x="110398" y="69164"/>
                </a:lnTo>
                <a:lnTo>
                  <a:pt x="104928" y="75472"/>
                </a:lnTo>
                <a:lnTo>
                  <a:pt x="104928" y="75472"/>
                </a:lnTo>
                <a:lnTo>
                  <a:pt x="110398" y="69164"/>
                </a:lnTo>
                <a:close/>
                <a:moveTo>
                  <a:pt x="482577" y="59710"/>
                </a:moveTo>
                <a:lnTo>
                  <a:pt x="496237" y="69164"/>
                </a:lnTo>
                <a:lnTo>
                  <a:pt x="501705" y="75473"/>
                </a:lnTo>
                <a:lnTo>
                  <a:pt x="501705" y="75473"/>
                </a:lnTo>
                <a:lnTo>
                  <a:pt x="496237" y="69164"/>
                </a:lnTo>
                <a:lnTo>
                  <a:pt x="482578" y="59710"/>
                </a:lnTo>
                <a:close/>
                <a:moveTo>
                  <a:pt x="464373" y="47110"/>
                </a:moveTo>
                <a:lnTo>
                  <a:pt x="472892" y="51728"/>
                </a:lnTo>
                <a:lnTo>
                  <a:pt x="482577" y="59710"/>
                </a:lnTo>
                <a:close/>
                <a:moveTo>
                  <a:pt x="142273" y="47110"/>
                </a:moveTo>
                <a:lnTo>
                  <a:pt x="124062" y="59710"/>
                </a:lnTo>
                <a:lnTo>
                  <a:pt x="133751" y="51728"/>
                </a:lnTo>
                <a:close/>
                <a:moveTo>
                  <a:pt x="172229" y="30874"/>
                </a:moveTo>
                <a:lnTo>
                  <a:pt x="172229" y="30875"/>
                </a:lnTo>
                <a:lnTo>
                  <a:pt x="152362" y="40130"/>
                </a:lnTo>
                <a:lnTo>
                  <a:pt x="142273" y="47110"/>
                </a:lnTo>
                <a:lnTo>
                  <a:pt x="142273" y="47110"/>
                </a:lnTo>
                <a:lnTo>
                  <a:pt x="152362" y="40129"/>
                </a:lnTo>
                <a:close/>
                <a:moveTo>
                  <a:pt x="434425" y="30874"/>
                </a:moveTo>
                <a:lnTo>
                  <a:pt x="454288" y="40129"/>
                </a:lnTo>
                <a:lnTo>
                  <a:pt x="464373" y="47110"/>
                </a:lnTo>
                <a:lnTo>
                  <a:pt x="464373" y="47110"/>
                </a:lnTo>
                <a:lnTo>
                  <a:pt x="454288" y="40130"/>
                </a:lnTo>
                <a:lnTo>
                  <a:pt x="434425" y="30874"/>
                </a:lnTo>
                <a:close/>
                <a:moveTo>
                  <a:pt x="415010" y="21827"/>
                </a:moveTo>
                <a:lnTo>
                  <a:pt x="421382" y="23803"/>
                </a:lnTo>
                <a:lnTo>
                  <a:pt x="434425" y="30874"/>
                </a:lnTo>
                <a:close/>
                <a:moveTo>
                  <a:pt x="191650" y="21827"/>
                </a:moveTo>
                <a:lnTo>
                  <a:pt x="172229" y="30874"/>
                </a:lnTo>
                <a:lnTo>
                  <a:pt x="185277" y="23803"/>
                </a:lnTo>
                <a:close/>
                <a:moveTo>
                  <a:pt x="303336" y="18910"/>
                </a:moveTo>
                <a:cubicBezTo>
                  <a:pt x="460065" y="18910"/>
                  <a:pt x="587639" y="146277"/>
                  <a:pt x="587639" y="302842"/>
                </a:cubicBezTo>
                <a:cubicBezTo>
                  <a:pt x="587639" y="146277"/>
                  <a:pt x="460065" y="18910"/>
                  <a:pt x="303336" y="18910"/>
                </a:cubicBezTo>
                <a:cubicBezTo>
                  <a:pt x="146515" y="18910"/>
                  <a:pt x="18941" y="146277"/>
                  <a:pt x="18941" y="302842"/>
                </a:cubicBezTo>
                <a:cubicBezTo>
                  <a:pt x="18941" y="146277"/>
                  <a:pt x="146515" y="18910"/>
                  <a:pt x="303336" y="18910"/>
                </a:cubicBezTo>
                <a:close/>
                <a:moveTo>
                  <a:pt x="303336" y="18910"/>
                </a:moveTo>
                <a:cubicBezTo>
                  <a:pt x="146515" y="18910"/>
                  <a:pt x="18941" y="146276"/>
                  <a:pt x="18941" y="302842"/>
                </a:cubicBezTo>
                <a:cubicBezTo>
                  <a:pt x="18941" y="459316"/>
                  <a:pt x="146515" y="586682"/>
                  <a:pt x="303336" y="586682"/>
                </a:cubicBezTo>
                <a:cubicBezTo>
                  <a:pt x="460065" y="586682"/>
                  <a:pt x="587639" y="459316"/>
                  <a:pt x="587639" y="302842"/>
                </a:cubicBezTo>
                <a:cubicBezTo>
                  <a:pt x="587639" y="146276"/>
                  <a:pt x="460065" y="18910"/>
                  <a:pt x="303336" y="18910"/>
                </a:cubicBezTo>
                <a:close/>
                <a:moveTo>
                  <a:pt x="227719" y="10646"/>
                </a:moveTo>
                <a:lnTo>
                  <a:pt x="227718" y="10647"/>
                </a:lnTo>
                <a:lnTo>
                  <a:pt x="199051" y="18380"/>
                </a:lnTo>
                <a:lnTo>
                  <a:pt x="191650" y="21827"/>
                </a:lnTo>
                <a:lnTo>
                  <a:pt x="191650" y="21827"/>
                </a:lnTo>
                <a:lnTo>
                  <a:pt x="199051" y="18380"/>
                </a:lnTo>
                <a:close/>
                <a:moveTo>
                  <a:pt x="378946" y="10646"/>
                </a:moveTo>
                <a:lnTo>
                  <a:pt x="407610" y="18380"/>
                </a:lnTo>
                <a:lnTo>
                  <a:pt x="415010" y="21827"/>
                </a:lnTo>
                <a:lnTo>
                  <a:pt x="415009" y="21827"/>
                </a:lnTo>
                <a:lnTo>
                  <a:pt x="407610" y="18380"/>
                </a:lnTo>
                <a:lnTo>
                  <a:pt x="378947" y="10647"/>
                </a:lnTo>
                <a:close/>
                <a:moveTo>
                  <a:pt x="361008" y="5807"/>
                </a:moveTo>
                <a:lnTo>
                  <a:pt x="364457" y="6154"/>
                </a:lnTo>
                <a:lnTo>
                  <a:pt x="378946" y="10646"/>
                </a:lnTo>
                <a:close/>
                <a:moveTo>
                  <a:pt x="245661" y="5807"/>
                </a:moveTo>
                <a:lnTo>
                  <a:pt x="227719" y="10646"/>
                </a:lnTo>
                <a:lnTo>
                  <a:pt x="242212" y="6154"/>
                </a:lnTo>
                <a:close/>
                <a:moveTo>
                  <a:pt x="303335" y="0"/>
                </a:moveTo>
                <a:lnTo>
                  <a:pt x="303332" y="0"/>
                </a:lnTo>
                <a:lnTo>
                  <a:pt x="249648" y="4731"/>
                </a:lnTo>
                <a:lnTo>
                  <a:pt x="245661" y="5807"/>
                </a:lnTo>
                <a:lnTo>
                  <a:pt x="245661" y="5807"/>
                </a:lnTo>
                <a:lnTo>
                  <a:pt x="249648" y="4731"/>
                </a:lnTo>
                <a:close/>
                <a:moveTo>
                  <a:pt x="303337" y="0"/>
                </a:moveTo>
                <a:lnTo>
                  <a:pt x="357021" y="4731"/>
                </a:lnTo>
                <a:lnTo>
                  <a:pt x="361008" y="5807"/>
                </a:lnTo>
                <a:lnTo>
                  <a:pt x="361008" y="5807"/>
                </a:lnTo>
                <a:lnTo>
                  <a:pt x="357021" y="4731"/>
                </a:lnTo>
                <a:lnTo>
                  <a:pt x="303340" y="0"/>
                </a:lnTo>
                <a:close/>
                <a:moveTo>
                  <a:pt x="303336" y="0"/>
                </a:moveTo>
                <a:lnTo>
                  <a:pt x="303340" y="0"/>
                </a:lnTo>
                <a:lnTo>
                  <a:pt x="361008" y="5807"/>
                </a:lnTo>
                <a:lnTo>
                  <a:pt x="378947" y="10647"/>
                </a:lnTo>
                <a:lnTo>
                  <a:pt x="415009" y="21827"/>
                </a:lnTo>
                <a:lnTo>
                  <a:pt x="434425" y="30874"/>
                </a:lnTo>
                <a:lnTo>
                  <a:pt x="464373" y="47110"/>
                </a:lnTo>
                <a:lnTo>
                  <a:pt x="482578" y="59710"/>
                </a:lnTo>
                <a:lnTo>
                  <a:pt x="501705" y="75473"/>
                </a:lnTo>
                <a:lnTo>
                  <a:pt x="559441" y="142080"/>
                </a:lnTo>
                <a:lnTo>
                  <a:pt x="575681" y="171962"/>
                </a:lnTo>
                <a:lnTo>
                  <a:pt x="583757" y="188205"/>
                </a:lnTo>
                <a:lnTo>
                  <a:pt x="600419" y="241813"/>
                </a:lnTo>
                <a:lnTo>
                  <a:pt x="600420" y="241817"/>
                </a:lnTo>
                <a:lnTo>
                  <a:pt x="600419" y="241813"/>
                </a:lnTo>
                <a:lnTo>
                  <a:pt x="600420" y="241817"/>
                </a:lnTo>
                <a:cubicBezTo>
                  <a:pt x="604459" y="261530"/>
                  <a:pt x="606580" y="281939"/>
                  <a:pt x="606580" y="302842"/>
                </a:cubicBezTo>
                <a:cubicBezTo>
                  <a:pt x="606580" y="470068"/>
                  <a:pt x="470835" y="605592"/>
                  <a:pt x="303336" y="605592"/>
                </a:cubicBezTo>
                <a:cubicBezTo>
                  <a:pt x="135838" y="605592"/>
                  <a:pt x="0" y="470068"/>
                  <a:pt x="0" y="302842"/>
                </a:cubicBezTo>
                <a:cubicBezTo>
                  <a:pt x="0" y="281939"/>
                  <a:pt x="2122" y="261530"/>
                  <a:pt x="6164" y="241817"/>
                </a:cubicBezTo>
                <a:lnTo>
                  <a:pt x="6166" y="241812"/>
                </a:lnTo>
                <a:lnTo>
                  <a:pt x="6164" y="241817"/>
                </a:lnTo>
                <a:lnTo>
                  <a:pt x="6166" y="241812"/>
                </a:lnTo>
                <a:lnTo>
                  <a:pt x="22837" y="188206"/>
                </a:lnTo>
                <a:lnTo>
                  <a:pt x="30919" y="171959"/>
                </a:lnTo>
                <a:lnTo>
                  <a:pt x="47166" y="142080"/>
                </a:lnTo>
                <a:lnTo>
                  <a:pt x="104928" y="75472"/>
                </a:lnTo>
                <a:lnTo>
                  <a:pt x="124062" y="59710"/>
                </a:lnTo>
                <a:lnTo>
                  <a:pt x="142273" y="47110"/>
                </a:lnTo>
                <a:lnTo>
                  <a:pt x="172229" y="30875"/>
                </a:lnTo>
                <a:lnTo>
                  <a:pt x="191650" y="21827"/>
                </a:lnTo>
                <a:lnTo>
                  <a:pt x="227718" y="10647"/>
                </a:lnTo>
                <a:lnTo>
                  <a:pt x="245661" y="5807"/>
                </a:lnTo>
                <a:lnTo>
                  <a:pt x="303332" y="0"/>
                </a:lnTo>
                <a:close/>
                <a:moveTo>
                  <a:pt x="303336" y="0"/>
                </a:moveTo>
                <a:lnTo>
                  <a:pt x="303337" y="0"/>
                </a:lnTo>
                <a:lnTo>
                  <a:pt x="303336" y="0"/>
                </a:lnTo>
                <a:lnTo>
                  <a:pt x="30333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atom_1734">
            <a:extLst>
              <a:ext uri="{FF2B5EF4-FFF2-40B4-BE49-F238E27FC236}">
                <a16:creationId xmlns:a16="http://schemas.microsoft.com/office/drawing/2014/main" id="{737150D6-265B-A34E-E977-2AF1D41D63EC}"/>
              </a:ext>
            </a:extLst>
          </p:cNvPr>
          <p:cNvSpPr/>
          <p:nvPr/>
        </p:nvSpPr>
        <p:spPr>
          <a:xfrm>
            <a:off x="5852974" y="3199213"/>
            <a:ext cx="465305" cy="478857"/>
          </a:xfrm>
          <a:custGeom>
            <a:avLst/>
            <a:gdLst>
              <a:gd name="connsiteX0" fmla="*/ 224149 w 510715"/>
              <a:gd name="connsiteY0" fmla="*/ 365536 h 509681"/>
              <a:gd name="connsiteX1" fmla="*/ 256434 w 510715"/>
              <a:gd name="connsiteY1" fmla="*/ 365536 h 509681"/>
              <a:gd name="connsiteX2" fmla="*/ 286566 w 510715"/>
              <a:gd name="connsiteY2" fmla="*/ 365536 h 509681"/>
              <a:gd name="connsiteX3" fmla="*/ 256434 w 510715"/>
              <a:gd name="connsiteY3" fmla="*/ 391399 h 509681"/>
              <a:gd name="connsiteX4" fmla="*/ 224149 w 510715"/>
              <a:gd name="connsiteY4" fmla="*/ 365536 h 509681"/>
              <a:gd name="connsiteX5" fmla="*/ 389934 w 510715"/>
              <a:gd name="connsiteY5" fmla="*/ 342086 h 509681"/>
              <a:gd name="connsiteX6" fmla="*/ 366226 w 510715"/>
              <a:gd name="connsiteY6" fmla="*/ 419437 h 509681"/>
              <a:gd name="connsiteX7" fmla="*/ 336052 w 510715"/>
              <a:gd name="connsiteY7" fmla="*/ 425883 h 509681"/>
              <a:gd name="connsiteX8" fmla="*/ 271393 w 510715"/>
              <a:gd name="connsiteY8" fmla="*/ 402248 h 509681"/>
              <a:gd name="connsiteX9" fmla="*/ 312343 w 510715"/>
              <a:gd name="connsiteY9" fmla="*/ 361424 h 509681"/>
              <a:gd name="connsiteX10" fmla="*/ 389934 w 510715"/>
              <a:gd name="connsiteY10" fmla="*/ 342086 h 509681"/>
              <a:gd name="connsiteX11" fmla="*/ 120776 w 510715"/>
              <a:gd name="connsiteY11" fmla="*/ 342086 h 509681"/>
              <a:gd name="connsiteX12" fmla="*/ 198145 w 510715"/>
              <a:gd name="connsiteY12" fmla="*/ 361424 h 509681"/>
              <a:gd name="connsiteX13" fmla="*/ 238978 w 510715"/>
              <a:gd name="connsiteY13" fmla="*/ 402248 h 509681"/>
              <a:gd name="connsiteX14" fmla="*/ 174504 w 510715"/>
              <a:gd name="connsiteY14" fmla="*/ 425883 h 509681"/>
              <a:gd name="connsiteX15" fmla="*/ 144417 w 510715"/>
              <a:gd name="connsiteY15" fmla="*/ 419437 h 509681"/>
              <a:gd name="connsiteX16" fmla="*/ 120776 w 510715"/>
              <a:gd name="connsiteY16" fmla="*/ 342086 h 509681"/>
              <a:gd name="connsiteX17" fmla="*/ 372626 w 510715"/>
              <a:gd name="connsiteY17" fmla="*/ 275186 h 509681"/>
              <a:gd name="connsiteX18" fmla="*/ 385537 w 510715"/>
              <a:gd name="connsiteY18" fmla="*/ 324625 h 509681"/>
              <a:gd name="connsiteX19" fmla="*/ 331741 w 510715"/>
              <a:gd name="connsiteY19" fmla="*/ 339672 h 509681"/>
              <a:gd name="connsiteX20" fmla="*/ 348956 w 510715"/>
              <a:gd name="connsiteY20" fmla="*/ 316027 h 509681"/>
              <a:gd name="connsiteX21" fmla="*/ 372626 w 510715"/>
              <a:gd name="connsiteY21" fmla="*/ 275186 h 509681"/>
              <a:gd name="connsiteX22" fmla="*/ 137828 w 510715"/>
              <a:gd name="connsiteY22" fmla="*/ 275186 h 509681"/>
              <a:gd name="connsiteX23" fmla="*/ 161650 w 510715"/>
              <a:gd name="connsiteY23" fmla="*/ 316027 h 509681"/>
              <a:gd name="connsiteX24" fmla="*/ 178975 w 510715"/>
              <a:gd name="connsiteY24" fmla="*/ 339672 h 509681"/>
              <a:gd name="connsiteX25" fmla="*/ 124834 w 510715"/>
              <a:gd name="connsiteY25" fmla="*/ 324625 h 509681"/>
              <a:gd name="connsiteX26" fmla="*/ 137828 w 510715"/>
              <a:gd name="connsiteY26" fmla="*/ 275186 h 509681"/>
              <a:gd name="connsiteX27" fmla="*/ 256435 w 510715"/>
              <a:gd name="connsiteY27" fmla="*/ 221594 h 509681"/>
              <a:gd name="connsiteX28" fmla="*/ 224118 w 510715"/>
              <a:gd name="connsiteY28" fmla="*/ 253806 h 509681"/>
              <a:gd name="connsiteX29" fmla="*/ 256435 w 510715"/>
              <a:gd name="connsiteY29" fmla="*/ 286017 h 509681"/>
              <a:gd name="connsiteX30" fmla="*/ 286597 w 510715"/>
              <a:gd name="connsiteY30" fmla="*/ 253806 h 509681"/>
              <a:gd name="connsiteX31" fmla="*/ 256435 w 510715"/>
              <a:gd name="connsiteY31" fmla="*/ 221594 h 509681"/>
              <a:gd name="connsiteX32" fmla="*/ 402841 w 510715"/>
              <a:gd name="connsiteY32" fmla="*/ 191389 h 509681"/>
              <a:gd name="connsiteX33" fmla="*/ 454505 w 510715"/>
              <a:gd name="connsiteY33" fmla="*/ 253806 h 509681"/>
              <a:gd name="connsiteX34" fmla="*/ 402841 w 510715"/>
              <a:gd name="connsiteY34" fmla="*/ 316223 h 509681"/>
              <a:gd name="connsiteX35" fmla="*/ 383467 w 510715"/>
              <a:gd name="connsiteY35" fmla="*/ 253806 h 509681"/>
              <a:gd name="connsiteX36" fmla="*/ 402841 w 510715"/>
              <a:gd name="connsiteY36" fmla="*/ 191389 h 509681"/>
              <a:gd name="connsiteX37" fmla="*/ 107780 w 510715"/>
              <a:gd name="connsiteY37" fmla="*/ 191389 h 509681"/>
              <a:gd name="connsiteX38" fmla="*/ 127248 w 510715"/>
              <a:gd name="connsiteY38" fmla="*/ 253806 h 509681"/>
              <a:gd name="connsiteX39" fmla="*/ 107780 w 510715"/>
              <a:gd name="connsiteY39" fmla="*/ 316223 h 509681"/>
              <a:gd name="connsiteX40" fmla="*/ 55865 w 510715"/>
              <a:gd name="connsiteY40" fmla="*/ 253806 h 509681"/>
              <a:gd name="connsiteX41" fmla="*/ 107780 w 510715"/>
              <a:gd name="connsiteY41" fmla="*/ 191389 h 509681"/>
              <a:gd name="connsiteX42" fmla="*/ 331741 w 510715"/>
              <a:gd name="connsiteY42" fmla="*/ 165526 h 509681"/>
              <a:gd name="connsiteX43" fmla="*/ 387951 w 510715"/>
              <a:gd name="connsiteY43" fmla="*/ 182791 h 509681"/>
              <a:gd name="connsiteX44" fmla="*/ 372818 w 510715"/>
              <a:gd name="connsiteY44" fmla="*/ 232426 h 509681"/>
              <a:gd name="connsiteX45" fmla="*/ 349036 w 510715"/>
              <a:gd name="connsiteY45" fmla="*/ 191423 h 509681"/>
              <a:gd name="connsiteX46" fmla="*/ 331741 w 510715"/>
              <a:gd name="connsiteY46" fmla="*/ 165526 h 509681"/>
              <a:gd name="connsiteX47" fmla="*/ 178975 w 510715"/>
              <a:gd name="connsiteY47" fmla="*/ 165526 h 509681"/>
              <a:gd name="connsiteX48" fmla="*/ 161680 w 510715"/>
              <a:gd name="connsiteY48" fmla="*/ 191423 h 509681"/>
              <a:gd name="connsiteX49" fmla="*/ 137899 w 510715"/>
              <a:gd name="connsiteY49" fmla="*/ 232426 h 509681"/>
              <a:gd name="connsiteX50" fmla="*/ 122765 w 510715"/>
              <a:gd name="connsiteY50" fmla="*/ 182791 h 509681"/>
              <a:gd name="connsiteX51" fmla="*/ 178975 w 510715"/>
              <a:gd name="connsiteY51" fmla="*/ 165526 h 509681"/>
              <a:gd name="connsiteX52" fmla="*/ 256435 w 510715"/>
              <a:gd name="connsiteY52" fmla="*/ 159318 h 509681"/>
              <a:gd name="connsiteX53" fmla="*/ 303832 w 510715"/>
              <a:gd name="connsiteY53" fmla="*/ 161465 h 509681"/>
              <a:gd name="connsiteX54" fmla="*/ 333994 w 510715"/>
              <a:gd name="connsiteY54" fmla="*/ 200119 h 509681"/>
              <a:gd name="connsiteX55" fmla="*/ 364156 w 510715"/>
              <a:gd name="connsiteY55" fmla="*/ 253806 h 509681"/>
              <a:gd name="connsiteX56" fmla="*/ 333994 w 510715"/>
              <a:gd name="connsiteY56" fmla="*/ 305344 h 509681"/>
              <a:gd name="connsiteX57" fmla="*/ 303832 w 510715"/>
              <a:gd name="connsiteY57" fmla="*/ 343998 h 509681"/>
              <a:gd name="connsiteX58" fmla="*/ 256435 w 510715"/>
              <a:gd name="connsiteY58" fmla="*/ 348293 h 509681"/>
              <a:gd name="connsiteX59" fmla="*/ 206883 w 510715"/>
              <a:gd name="connsiteY59" fmla="*/ 343998 h 509681"/>
              <a:gd name="connsiteX60" fmla="*/ 176721 w 510715"/>
              <a:gd name="connsiteY60" fmla="*/ 305344 h 509681"/>
              <a:gd name="connsiteX61" fmla="*/ 146559 w 510715"/>
              <a:gd name="connsiteY61" fmla="*/ 253806 h 509681"/>
              <a:gd name="connsiteX62" fmla="*/ 176721 w 510715"/>
              <a:gd name="connsiteY62" fmla="*/ 200119 h 509681"/>
              <a:gd name="connsiteX63" fmla="*/ 206883 w 510715"/>
              <a:gd name="connsiteY63" fmla="*/ 161465 h 509681"/>
              <a:gd name="connsiteX64" fmla="*/ 256435 w 510715"/>
              <a:gd name="connsiteY64" fmla="*/ 159318 h 509681"/>
              <a:gd name="connsiteX65" fmla="*/ 256434 w 510715"/>
              <a:gd name="connsiteY65" fmla="*/ 114144 h 509681"/>
              <a:gd name="connsiteX66" fmla="*/ 286566 w 510715"/>
              <a:gd name="connsiteY66" fmla="*/ 142076 h 509681"/>
              <a:gd name="connsiteX67" fmla="*/ 256434 w 510715"/>
              <a:gd name="connsiteY67" fmla="*/ 142076 h 509681"/>
              <a:gd name="connsiteX68" fmla="*/ 224149 w 510715"/>
              <a:gd name="connsiteY68" fmla="*/ 142076 h 509681"/>
              <a:gd name="connsiteX69" fmla="*/ 256434 w 510715"/>
              <a:gd name="connsiteY69" fmla="*/ 114144 h 509681"/>
              <a:gd name="connsiteX70" fmla="*/ 336052 w 510715"/>
              <a:gd name="connsiteY70" fmla="*/ 79659 h 509681"/>
              <a:gd name="connsiteX71" fmla="*/ 366226 w 510715"/>
              <a:gd name="connsiteY71" fmla="*/ 88246 h 509681"/>
              <a:gd name="connsiteX72" fmla="*/ 389934 w 510715"/>
              <a:gd name="connsiteY72" fmla="*/ 165525 h 509681"/>
              <a:gd name="connsiteX73" fmla="*/ 312343 w 510715"/>
              <a:gd name="connsiteY73" fmla="*/ 144058 h 509681"/>
              <a:gd name="connsiteX74" fmla="*/ 271393 w 510715"/>
              <a:gd name="connsiteY74" fmla="*/ 105419 h 509681"/>
              <a:gd name="connsiteX75" fmla="*/ 336052 w 510715"/>
              <a:gd name="connsiteY75" fmla="*/ 79659 h 509681"/>
              <a:gd name="connsiteX76" fmla="*/ 174504 w 510715"/>
              <a:gd name="connsiteY76" fmla="*/ 79659 h 509681"/>
              <a:gd name="connsiteX77" fmla="*/ 238978 w 510715"/>
              <a:gd name="connsiteY77" fmla="*/ 105419 h 509681"/>
              <a:gd name="connsiteX78" fmla="*/ 198145 w 510715"/>
              <a:gd name="connsiteY78" fmla="*/ 144058 h 509681"/>
              <a:gd name="connsiteX79" fmla="*/ 120776 w 510715"/>
              <a:gd name="connsiteY79" fmla="*/ 165525 h 509681"/>
              <a:gd name="connsiteX80" fmla="*/ 144417 w 510715"/>
              <a:gd name="connsiteY80" fmla="*/ 88246 h 509681"/>
              <a:gd name="connsiteX81" fmla="*/ 174504 w 510715"/>
              <a:gd name="connsiteY81" fmla="*/ 79659 h 509681"/>
              <a:gd name="connsiteX82" fmla="*/ 174548 w 510715"/>
              <a:gd name="connsiteY82" fmla="*/ 62366 h 509681"/>
              <a:gd name="connsiteX83" fmla="*/ 135760 w 510715"/>
              <a:gd name="connsiteY83" fmla="*/ 73119 h 509681"/>
              <a:gd name="connsiteX84" fmla="*/ 103436 w 510715"/>
              <a:gd name="connsiteY84" fmla="*/ 172044 h 509681"/>
              <a:gd name="connsiteX85" fmla="*/ 38789 w 510715"/>
              <a:gd name="connsiteY85" fmla="*/ 253765 h 509681"/>
              <a:gd name="connsiteX86" fmla="*/ 103436 w 510715"/>
              <a:gd name="connsiteY86" fmla="*/ 335486 h 509681"/>
              <a:gd name="connsiteX87" fmla="*/ 135760 w 510715"/>
              <a:gd name="connsiteY87" fmla="*/ 434412 h 509681"/>
              <a:gd name="connsiteX88" fmla="*/ 174548 w 510715"/>
              <a:gd name="connsiteY88" fmla="*/ 445164 h 509681"/>
              <a:gd name="connsiteX89" fmla="*/ 256435 w 510715"/>
              <a:gd name="connsiteY89" fmla="*/ 412906 h 509681"/>
              <a:gd name="connsiteX90" fmla="*/ 336167 w 510715"/>
              <a:gd name="connsiteY90" fmla="*/ 445164 h 509681"/>
              <a:gd name="connsiteX91" fmla="*/ 374955 w 510715"/>
              <a:gd name="connsiteY91" fmla="*/ 434412 h 509681"/>
              <a:gd name="connsiteX92" fmla="*/ 407279 w 510715"/>
              <a:gd name="connsiteY92" fmla="*/ 335486 h 509681"/>
              <a:gd name="connsiteX93" fmla="*/ 471927 w 510715"/>
              <a:gd name="connsiteY93" fmla="*/ 253765 h 509681"/>
              <a:gd name="connsiteX94" fmla="*/ 407279 w 510715"/>
              <a:gd name="connsiteY94" fmla="*/ 172044 h 509681"/>
              <a:gd name="connsiteX95" fmla="*/ 374955 w 510715"/>
              <a:gd name="connsiteY95" fmla="*/ 73119 h 509681"/>
              <a:gd name="connsiteX96" fmla="*/ 336167 w 510715"/>
              <a:gd name="connsiteY96" fmla="*/ 62366 h 509681"/>
              <a:gd name="connsiteX97" fmla="*/ 256435 w 510715"/>
              <a:gd name="connsiteY97" fmla="*/ 92474 h 509681"/>
              <a:gd name="connsiteX98" fmla="*/ 174548 w 510715"/>
              <a:gd name="connsiteY98" fmla="*/ 62366 h 509681"/>
              <a:gd name="connsiteX99" fmla="*/ 256435 w 510715"/>
              <a:gd name="connsiteY99" fmla="*/ 0 h 509681"/>
              <a:gd name="connsiteX100" fmla="*/ 510715 w 510715"/>
              <a:gd name="connsiteY100" fmla="*/ 255916 h 509681"/>
              <a:gd name="connsiteX101" fmla="*/ 256435 w 510715"/>
              <a:gd name="connsiteY101" fmla="*/ 509681 h 509681"/>
              <a:gd name="connsiteX102" fmla="*/ 0 w 510715"/>
              <a:gd name="connsiteY102" fmla="*/ 255916 h 509681"/>
              <a:gd name="connsiteX103" fmla="*/ 256435 w 510715"/>
              <a:gd name="connsiteY103" fmla="*/ 0 h 50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510715" h="509681">
                <a:moveTo>
                  <a:pt x="224149" y="365536"/>
                </a:moveTo>
                <a:cubicBezTo>
                  <a:pt x="234911" y="365536"/>
                  <a:pt x="245672" y="365536"/>
                  <a:pt x="256434" y="365536"/>
                </a:cubicBezTo>
                <a:cubicBezTo>
                  <a:pt x="265043" y="365536"/>
                  <a:pt x="275804" y="365536"/>
                  <a:pt x="286566" y="365536"/>
                </a:cubicBezTo>
                <a:cubicBezTo>
                  <a:pt x="275804" y="374157"/>
                  <a:pt x="265043" y="382778"/>
                  <a:pt x="256434" y="391399"/>
                </a:cubicBezTo>
                <a:cubicBezTo>
                  <a:pt x="245672" y="382778"/>
                  <a:pt x="234911" y="374157"/>
                  <a:pt x="224149" y="365536"/>
                </a:cubicBezTo>
                <a:close/>
                <a:moveTo>
                  <a:pt x="389934" y="342086"/>
                </a:moveTo>
                <a:cubicBezTo>
                  <a:pt x="392089" y="378613"/>
                  <a:pt x="385623" y="406545"/>
                  <a:pt x="366226" y="419437"/>
                </a:cubicBezTo>
                <a:cubicBezTo>
                  <a:pt x="357604" y="423734"/>
                  <a:pt x="348983" y="425883"/>
                  <a:pt x="336052" y="425883"/>
                </a:cubicBezTo>
                <a:cubicBezTo>
                  <a:pt x="316654" y="425883"/>
                  <a:pt x="295101" y="417288"/>
                  <a:pt x="271393" y="402248"/>
                </a:cubicBezTo>
                <a:cubicBezTo>
                  <a:pt x="284325" y="391505"/>
                  <a:pt x="299412" y="376464"/>
                  <a:pt x="312343" y="361424"/>
                </a:cubicBezTo>
                <a:cubicBezTo>
                  <a:pt x="342517" y="357126"/>
                  <a:pt x="366226" y="350681"/>
                  <a:pt x="389934" y="342086"/>
                </a:cubicBezTo>
                <a:close/>
                <a:moveTo>
                  <a:pt x="120776" y="342086"/>
                </a:moveTo>
                <a:cubicBezTo>
                  <a:pt x="144417" y="350681"/>
                  <a:pt x="168057" y="357126"/>
                  <a:pt x="198145" y="361424"/>
                </a:cubicBezTo>
                <a:cubicBezTo>
                  <a:pt x="211039" y="376464"/>
                  <a:pt x="226083" y="391505"/>
                  <a:pt x="238978" y="402248"/>
                </a:cubicBezTo>
                <a:cubicBezTo>
                  <a:pt x="215338" y="417288"/>
                  <a:pt x="193846" y="425883"/>
                  <a:pt x="174504" y="425883"/>
                </a:cubicBezTo>
                <a:cubicBezTo>
                  <a:pt x="161610" y="425883"/>
                  <a:pt x="153013" y="423734"/>
                  <a:pt x="144417" y="419437"/>
                </a:cubicBezTo>
                <a:cubicBezTo>
                  <a:pt x="125074" y="406545"/>
                  <a:pt x="118627" y="378613"/>
                  <a:pt x="120776" y="342086"/>
                </a:cubicBezTo>
                <a:close/>
                <a:moveTo>
                  <a:pt x="372626" y="275186"/>
                </a:moveTo>
                <a:cubicBezTo>
                  <a:pt x="379081" y="292382"/>
                  <a:pt x="383385" y="307429"/>
                  <a:pt x="385537" y="324625"/>
                </a:cubicBezTo>
                <a:cubicBezTo>
                  <a:pt x="370474" y="331074"/>
                  <a:pt x="351108" y="337522"/>
                  <a:pt x="331741" y="339672"/>
                </a:cubicBezTo>
                <a:cubicBezTo>
                  <a:pt x="338197" y="333223"/>
                  <a:pt x="342500" y="324625"/>
                  <a:pt x="348956" y="316027"/>
                </a:cubicBezTo>
                <a:cubicBezTo>
                  <a:pt x="357563" y="303130"/>
                  <a:pt x="366170" y="288083"/>
                  <a:pt x="372626" y="275186"/>
                </a:cubicBezTo>
                <a:close/>
                <a:moveTo>
                  <a:pt x="137828" y="275186"/>
                </a:moveTo>
                <a:cubicBezTo>
                  <a:pt x="144325" y="288083"/>
                  <a:pt x="152987" y="303130"/>
                  <a:pt x="161650" y="316027"/>
                </a:cubicBezTo>
                <a:cubicBezTo>
                  <a:pt x="168147" y="324625"/>
                  <a:pt x="172478" y="333223"/>
                  <a:pt x="178975" y="339672"/>
                </a:cubicBezTo>
                <a:cubicBezTo>
                  <a:pt x="159484" y="337522"/>
                  <a:pt x="139994" y="331074"/>
                  <a:pt x="124834" y="324625"/>
                </a:cubicBezTo>
                <a:cubicBezTo>
                  <a:pt x="127000" y="307429"/>
                  <a:pt x="131331" y="292382"/>
                  <a:pt x="137828" y="275186"/>
                </a:cubicBezTo>
                <a:close/>
                <a:moveTo>
                  <a:pt x="256435" y="221594"/>
                </a:moveTo>
                <a:cubicBezTo>
                  <a:pt x="237045" y="221594"/>
                  <a:pt x="224118" y="236626"/>
                  <a:pt x="224118" y="253806"/>
                </a:cubicBezTo>
                <a:cubicBezTo>
                  <a:pt x="224118" y="270985"/>
                  <a:pt x="237045" y="286017"/>
                  <a:pt x="256435" y="286017"/>
                </a:cubicBezTo>
                <a:cubicBezTo>
                  <a:pt x="273670" y="286017"/>
                  <a:pt x="286597" y="270985"/>
                  <a:pt x="286597" y="253806"/>
                </a:cubicBezTo>
                <a:cubicBezTo>
                  <a:pt x="286597" y="236626"/>
                  <a:pt x="273670" y="221594"/>
                  <a:pt x="256435" y="221594"/>
                </a:cubicBezTo>
                <a:close/>
                <a:moveTo>
                  <a:pt x="402841" y="191389"/>
                </a:moveTo>
                <a:cubicBezTo>
                  <a:pt x="435131" y="208607"/>
                  <a:pt x="454505" y="230131"/>
                  <a:pt x="454505" y="253806"/>
                </a:cubicBezTo>
                <a:cubicBezTo>
                  <a:pt x="454505" y="277481"/>
                  <a:pt x="435131" y="299005"/>
                  <a:pt x="402841" y="316223"/>
                </a:cubicBezTo>
                <a:cubicBezTo>
                  <a:pt x="398536" y="296852"/>
                  <a:pt x="392078" y="275329"/>
                  <a:pt x="383467" y="253806"/>
                </a:cubicBezTo>
                <a:cubicBezTo>
                  <a:pt x="392078" y="232283"/>
                  <a:pt x="398536" y="210760"/>
                  <a:pt x="402841" y="191389"/>
                </a:cubicBezTo>
                <a:close/>
                <a:moveTo>
                  <a:pt x="107780" y="191389"/>
                </a:moveTo>
                <a:cubicBezTo>
                  <a:pt x="112106" y="210760"/>
                  <a:pt x="118596" y="232283"/>
                  <a:pt x="127248" y="253806"/>
                </a:cubicBezTo>
                <a:cubicBezTo>
                  <a:pt x="118596" y="275329"/>
                  <a:pt x="112106" y="296852"/>
                  <a:pt x="107780" y="316223"/>
                </a:cubicBezTo>
                <a:cubicBezTo>
                  <a:pt x="75333" y="299005"/>
                  <a:pt x="55865" y="277481"/>
                  <a:pt x="55865" y="253806"/>
                </a:cubicBezTo>
                <a:cubicBezTo>
                  <a:pt x="55865" y="230131"/>
                  <a:pt x="75333" y="208607"/>
                  <a:pt x="107780" y="191389"/>
                </a:cubicBezTo>
                <a:close/>
                <a:moveTo>
                  <a:pt x="331741" y="165526"/>
                </a:moveTo>
                <a:cubicBezTo>
                  <a:pt x="351198" y="169842"/>
                  <a:pt x="370656" y="176316"/>
                  <a:pt x="387951" y="182791"/>
                </a:cubicBezTo>
                <a:cubicBezTo>
                  <a:pt x="383627" y="197897"/>
                  <a:pt x="379303" y="215161"/>
                  <a:pt x="372818" y="232426"/>
                </a:cubicBezTo>
                <a:cubicBezTo>
                  <a:pt x="366332" y="217320"/>
                  <a:pt x="357684" y="204371"/>
                  <a:pt x="349036" y="191423"/>
                </a:cubicBezTo>
                <a:cubicBezTo>
                  <a:pt x="342551" y="182791"/>
                  <a:pt x="338227" y="174158"/>
                  <a:pt x="331741" y="165526"/>
                </a:cubicBezTo>
                <a:close/>
                <a:moveTo>
                  <a:pt x="178975" y="165526"/>
                </a:moveTo>
                <a:cubicBezTo>
                  <a:pt x="172489" y="174158"/>
                  <a:pt x="168165" y="182791"/>
                  <a:pt x="161680" y="191423"/>
                </a:cubicBezTo>
                <a:cubicBezTo>
                  <a:pt x="153032" y="204371"/>
                  <a:pt x="144384" y="217320"/>
                  <a:pt x="137899" y="232426"/>
                </a:cubicBezTo>
                <a:cubicBezTo>
                  <a:pt x="131413" y="215161"/>
                  <a:pt x="127089" y="197897"/>
                  <a:pt x="122765" y="182791"/>
                </a:cubicBezTo>
                <a:cubicBezTo>
                  <a:pt x="140060" y="176316"/>
                  <a:pt x="159518" y="169842"/>
                  <a:pt x="178975" y="165526"/>
                </a:cubicBezTo>
                <a:close/>
                <a:moveTo>
                  <a:pt x="256435" y="159318"/>
                </a:moveTo>
                <a:cubicBezTo>
                  <a:pt x="271516" y="159318"/>
                  <a:pt x="288751" y="159318"/>
                  <a:pt x="303832" y="161465"/>
                </a:cubicBezTo>
                <a:cubicBezTo>
                  <a:pt x="314604" y="174350"/>
                  <a:pt x="325376" y="187235"/>
                  <a:pt x="333994" y="200119"/>
                </a:cubicBezTo>
                <a:cubicBezTo>
                  <a:pt x="346921" y="219446"/>
                  <a:pt x="355538" y="236626"/>
                  <a:pt x="364156" y="253806"/>
                </a:cubicBezTo>
                <a:cubicBezTo>
                  <a:pt x="355538" y="270985"/>
                  <a:pt x="346921" y="288165"/>
                  <a:pt x="333994" y="305344"/>
                </a:cubicBezTo>
                <a:cubicBezTo>
                  <a:pt x="325376" y="320376"/>
                  <a:pt x="314604" y="333261"/>
                  <a:pt x="303832" y="343998"/>
                </a:cubicBezTo>
                <a:cubicBezTo>
                  <a:pt x="288751" y="346146"/>
                  <a:pt x="271516" y="348293"/>
                  <a:pt x="256435" y="348293"/>
                </a:cubicBezTo>
                <a:cubicBezTo>
                  <a:pt x="239199" y="348293"/>
                  <a:pt x="221964" y="346146"/>
                  <a:pt x="206883" y="343998"/>
                </a:cubicBezTo>
                <a:cubicBezTo>
                  <a:pt x="196111" y="333261"/>
                  <a:pt x="185339" y="320376"/>
                  <a:pt x="176721" y="305344"/>
                </a:cubicBezTo>
                <a:cubicBezTo>
                  <a:pt x="163794" y="288165"/>
                  <a:pt x="155177" y="270985"/>
                  <a:pt x="146559" y="253806"/>
                </a:cubicBezTo>
                <a:cubicBezTo>
                  <a:pt x="155177" y="236626"/>
                  <a:pt x="163794" y="219446"/>
                  <a:pt x="176721" y="200119"/>
                </a:cubicBezTo>
                <a:cubicBezTo>
                  <a:pt x="185339" y="187235"/>
                  <a:pt x="196111" y="174350"/>
                  <a:pt x="206883" y="161465"/>
                </a:cubicBezTo>
                <a:cubicBezTo>
                  <a:pt x="221964" y="159318"/>
                  <a:pt x="239199" y="159318"/>
                  <a:pt x="256435" y="159318"/>
                </a:cubicBezTo>
                <a:close/>
                <a:moveTo>
                  <a:pt x="256434" y="114144"/>
                </a:moveTo>
                <a:cubicBezTo>
                  <a:pt x="265043" y="122738"/>
                  <a:pt x="275804" y="131333"/>
                  <a:pt x="286566" y="142076"/>
                </a:cubicBezTo>
                <a:cubicBezTo>
                  <a:pt x="275804" y="142076"/>
                  <a:pt x="265043" y="142076"/>
                  <a:pt x="256434" y="142076"/>
                </a:cubicBezTo>
                <a:cubicBezTo>
                  <a:pt x="245672" y="142076"/>
                  <a:pt x="234911" y="142076"/>
                  <a:pt x="224149" y="142076"/>
                </a:cubicBezTo>
                <a:cubicBezTo>
                  <a:pt x="234911" y="131333"/>
                  <a:pt x="245672" y="122738"/>
                  <a:pt x="256434" y="114144"/>
                </a:cubicBezTo>
                <a:close/>
                <a:moveTo>
                  <a:pt x="336052" y="79659"/>
                </a:moveTo>
                <a:cubicBezTo>
                  <a:pt x="346828" y="79659"/>
                  <a:pt x="357604" y="83952"/>
                  <a:pt x="366226" y="88246"/>
                </a:cubicBezTo>
                <a:cubicBezTo>
                  <a:pt x="383468" y="101126"/>
                  <a:pt x="392089" y="126885"/>
                  <a:pt x="389934" y="165525"/>
                </a:cubicBezTo>
                <a:cubicBezTo>
                  <a:pt x="366226" y="154792"/>
                  <a:pt x="342517" y="148352"/>
                  <a:pt x="312343" y="144058"/>
                </a:cubicBezTo>
                <a:cubicBezTo>
                  <a:pt x="299412" y="129032"/>
                  <a:pt x="284325" y="116152"/>
                  <a:pt x="271393" y="105419"/>
                </a:cubicBezTo>
                <a:cubicBezTo>
                  <a:pt x="295101" y="88246"/>
                  <a:pt x="316654" y="79659"/>
                  <a:pt x="336052" y="79659"/>
                </a:cubicBezTo>
                <a:close/>
                <a:moveTo>
                  <a:pt x="174504" y="79659"/>
                </a:moveTo>
                <a:cubicBezTo>
                  <a:pt x="193846" y="79659"/>
                  <a:pt x="215338" y="88246"/>
                  <a:pt x="238978" y="105419"/>
                </a:cubicBezTo>
                <a:cubicBezTo>
                  <a:pt x="226083" y="116152"/>
                  <a:pt x="211039" y="129032"/>
                  <a:pt x="198145" y="144058"/>
                </a:cubicBezTo>
                <a:cubicBezTo>
                  <a:pt x="168057" y="148352"/>
                  <a:pt x="144417" y="154792"/>
                  <a:pt x="120776" y="165525"/>
                </a:cubicBezTo>
                <a:cubicBezTo>
                  <a:pt x="118627" y="126885"/>
                  <a:pt x="127224" y="101126"/>
                  <a:pt x="144417" y="88246"/>
                </a:cubicBezTo>
                <a:cubicBezTo>
                  <a:pt x="153013" y="83952"/>
                  <a:pt x="161610" y="79659"/>
                  <a:pt x="174504" y="79659"/>
                </a:cubicBezTo>
                <a:close/>
                <a:moveTo>
                  <a:pt x="174548" y="62366"/>
                </a:moveTo>
                <a:cubicBezTo>
                  <a:pt x="159464" y="62366"/>
                  <a:pt x="146534" y="66667"/>
                  <a:pt x="135760" y="73119"/>
                </a:cubicBezTo>
                <a:cubicBezTo>
                  <a:pt x="109901" y="90323"/>
                  <a:pt x="99126" y="124732"/>
                  <a:pt x="103436" y="172044"/>
                </a:cubicBezTo>
                <a:cubicBezTo>
                  <a:pt x="64648" y="193550"/>
                  <a:pt x="38789" y="221507"/>
                  <a:pt x="38789" y="253765"/>
                </a:cubicBezTo>
                <a:cubicBezTo>
                  <a:pt x="38789" y="286024"/>
                  <a:pt x="64648" y="313981"/>
                  <a:pt x="103436" y="335486"/>
                </a:cubicBezTo>
                <a:cubicBezTo>
                  <a:pt x="99126" y="378497"/>
                  <a:pt x="107746" y="415057"/>
                  <a:pt x="135760" y="434412"/>
                </a:cubicBezTo>
                <a:cubicBezTo>
                  <a:pt x="146534" y="440863"/>
                  <a:pt x="159464" y="445164"/>
                  <a:pt x="174548" y="445164"/>
                </a:cubicBezTo>
                <a:cubicBezTo>
                  <a:pt x="198252" y="445164"/>
                  <a:pt x="226266" y="432261"/>
                  <a:pt x="256435" y="412906"/>
                </a:cubicBezTo>
                <a:cubicBezTo>
                  <a:pt x="284449" y="432261"/>
                  <a:pt x="312463" y="445164"/>
                  <a:pt x="336167" y="445164"/>
                </a:cubicBezTo>
                <a:cubicBezTo>
                  <a:pt x="351251" y="445164"/>
                  <a:pt x="364181" y="440863"/>
                  <a:pt x="374955" y="434412"/>
                </a:cubicBezTo>
                <a:cubicBezTo>
                  <a:pt x="402969" y="415057"/>
                  <a:pt x="411589" y="378497"/>
                  <a:pt x="407279" y="335486"/>
                </a:cubicBezTo>
                <a:cubicBezTo>
                  <a:pt x="446068" y="313981"/>
                  <a:pt x="471927" y="286024"/>
                  <a:pt x="471927" y="253765"/>
                </a:cubicBezTo>
                <a:cubicBezTo>
                  <a:pt x="471927" y="221507"/>
                  <a:pt x="446068" y="193550"/>
                  <a:pt x="407279" y="172044"/>
                </a:cubicBezTo>
                <a:cubicBezTo>
                  <a:pt x="411589" y="124732"/>
                  <a:pt x="400814" y="90323"/>
                  <a:pt x="374955" y="73119"/>
                </a:cubicBezTo>
                <a:cubicBezTo>
                  <a:pt x="364181" y="66667"/>
                  <a:pt x="351251" y="62366"/>
                  <a:pt x="336167" y="62366"/>
                </a:cubicBezTo>
                <a:cubicBezTo>
                  <a:pt x="312463" y="62366"/>
                  <a:pt x="284449" y="73119"/>
                  <a:pt x="256435" y="92474"/>
                </a:cubicBezTo>
                <a:cubicBezTo>
                  <a:pt x="226266" y="73119"/>
                  <a:pt x="198252" y="62366"/>
                  <a:pt x="174548" y="62366"/>
                </a:cubicBezTo>
                <a:close/>
                <a:moveTo>
                  <a:pt x="256435" y="0"/>
                </a:moveTo>
                <a:cubicBezTo>
                  <a:pt x="396504" y="0"/>
                  <a:pt x="510715" y="113979"/>
                  <a:pt x="510715" y="255916"/>
                </a:cubicBezTo>
                <a:cubicBezTo>
                  <a:pt x="510715" y="395702"/>
                  <a:pt x="396504" y="509681"/>
                  <a:pt x="256435" y="509681"/>
                </a:cubicBezTo>
                <a:cubicBezTo>
                  <a:pt x="114211" y="509681"/>
                  <a:pt x="0" y="395702"/>
                  <a:pt x="0" y="255916"/>
                </a:cubicBezTo>
                <a:cubicBezTo>
                  <a:pt x="0" y="113979"/>
                  <a:pt x="114211" y="0"/>
                  <a:pt x="25643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iconfont-1063-813691">
            <a:extLst>
              <a:ext uri="{FF2B5EF4-FFF2-40B4-BE49-F238E27FC236}">
                <a16:creationId xmlns:a16="http://schemas.microsoft.com/office/drawing/2014/main" id="{2B517DE0-6DDC-A6DB-8C6C-A2ADA5DE9641}"/>
              </a:ext>
            </a:extLst>
          </p:cNvPr>
          <p:cNvSpPr/>
          <p:nvPr/>
        </p:nvSpPr>
        <p:spPr>
          <a:xfrm>
            <a:off x="2993460" y="4998432"/>
            <a:ext cx="474906" cy="444588"/>
          </a:xfrm>
          <a:custGeom>
            <a:avLst/>
            <a:gdLst>
              <a:gd name="T0" fmla="*/ 12787 w 12787"/>
              <a:gd name="T1" fmla="*/ 10498 h 12254"/>
              <a:gd name="T2" fmla="*/ 10091 w 12787"/>
              <a:gd name="T3" fmla="*/ 6383 h 12254"/>
              <a:gd name="T4" fmla="*/ 11360 w 12787"/>
              <a:gd name="T5" fmla="*/ 3929 h 12254"/>
              <a:gd name="T6" fmla="*/ 9161 w 12787"/>
              <a:gd name="T7" fmla="*/ 1057 h 12254"/>
              <a:gd name="T8" fmla="*/ 9127 w 12787"/>
              <a:gd name="T9" fmla="*/ 1060 h 12254"/>
              <a:gd name="T10" fmla="*/ 9084 w 12787"/>
              <a:gd name="T11" fmla="*/ 1055 h 12254"/>
              <a:gd name="T12" fmla="*/ 8597 w 12787"/>
              <a:gd name="T13" fmla="*/ 1560 h 12254"/>
              <a:gd name="T14" fmla="*/ 9008 w 12787"/>
              <a:gd name="T15" fmla="*/ 2057 h 12254"/>
              <a:gd name="T16" fmla="*/ 9106 w 12787"/>
              <a:gd name="T17" fmla="*/ 2089 h 12254"/>
              <a:gd name="T18" fmla="*/ 10362 w 12787"/>
              <a:gd name="T19" fmla="*/ 3903 h 12254"/>
              <a:gd name="T20" fmla="*/ 8846 w 12787"/>
              <a:gd name="T21" fmla="*/ 5787 h 12254"/>
              <a:gd name="T22" fmla="*/ 8842 w 12787"/>
              <a:gd name="T23" fmla="*/ 5789 h 12254"/>
              <a:gd name="T24" fmla="*/ 8328 w 12787"/>
              <a:gd name="T25" fmla="*/ 6354 h 12254"/>
              <a:gd name="T26" fmla="*/ 8855 w 12787"/>
              <a:gd name="T27" fmla="*/ 6920 h 12254"/>
              <a:gd name="T28" fmla="*/ 8861 w 12787"/>
              <a:gd name="T29" fmla="*/ 6925 h 12254"/>
              <a:gd name="T30" fmla="*/ 11824 w 12787"/>
              <a:gd name="T31" fmla="*/ 10498 h 12254"/>
              <a:gd name="T32" fmla="*/ 12305 w 12787"/>
              <a:gd name="T33" fmla="*/ 10997 h 12254"/>
              <a:gd name="T34" fmla="*/ 12785 w 12787"/>
              <a:gd name="T35" fmla="*/ 10518 h 12254"/>
              <a:gd name="T36" fmla="*/ 12787 w 12787"/>
              <a:gd name="T37" fmla="*/ 10510 h 12254"/>
              <a:gd name="T38" fmla="*/ 12787 w 12787"/>
              <a:gd name="T39" fmla="*/ 10507 h 12254"/>
              <a:gd name="T40" fmla="*/ 12787 w 12787"/>
              <a:gd name="T41" fmla="*/ 10507 h 12254"/>
              <a:gd name="T42" fmla="*/ 12787 w 12787"/>
              <a:gd name="T43" fmla="*/ 10498 h 12254"/>
              <a:gd name="T44" fmla="*/ 12787 w 12787"/>
              <a:gd name="T45" fmla="*/ 10498 h 12254"/>
              <a:gd name="T46" fmla="*/ 12787 w 12787"/>
              <a:gd name="T47" fmla="*/ 10498 h 12254"/>
              <a:gd name="T48" fmla="*/ 12787 w 12787"/>
              <a:gd name="T49" fmla="*/ 10498 h 12254"/>
              <a:gd name="T50" fmla="*/ 12787 w 12787"/>
              <a:gd name="T51" fmla="*/ 10498 h 12254"/>
              <a:gd name="T52" fmla="*/ 7014 w 12787"/>
              <a:gd name="T53" fmla="*/ 6467 h 12254"/>
              <a:gd name="T54" fmla="*/ 8529 w 12787"/>
              <a:gd name="T55" fmla="*/ 3531 h 12254"/>
              <a:gd name="T56" fmla="*/ 5119 w 12787"/>
              <a:gd name="T57" fmla="*/ 0 h 12254"/>
              <a:gd name="T58" fmla="*/ 1708 w 12787"/>
              <a:gd name="T59" fmla="*/ 3531 h 12254"/>
              <a:gd name="T60" fmla="*/ 3223 w 12787"/>
              <a:gd name="T61" fmla="*/ 6467 h 12254"/>
              <a:gd name="T62" fmla="*/ 0 w 12787"/>
              <a:gd name="T63" fmla="*/ 11389 h 12254"/>
              <a:gd name="T64" fmla="*/ 17 w 12787"/>
              <a:gd name="T65" fmla="*/ 11762 h 12254"/>
              <a:gd name="T66" fmla="*/ 17 w 12787"/>
              <a:gd name="T67" fmla="*/ 11762 h 12254"/>
              <a:gd name="T68" fmla="*/ 493 w 12787"/>
              <a:gd name="T69" fmla="*/ 12254 h 12254"/>
              <a:gd name="T70" fmla="*/ 968 w 12787"/>
              <a:gd name="T71" fmla="*/ 11762 h 12254"/>
              <a:gd name="T72" fmla="*/ 963 w 12787"/>
              <a:gd name="T73" fmla="*/ 11717 h 12254"/>
              <a:gd name="T74" fmla="*/ 947 w 12787"/>
              <a:gd name="T75" fmla="*/ 11389 h 12254"/>
              <a:gd name="T76" fmla="*/ 5118 w 12787"/>
              <a:gd name="T77" fmla="*/ 7069 h 12254"/>
              <a:gd name="T78" fmla="*/ 9290 w 12787"/>
              <a:gd name="T79" fmla="*/ 11389 h 12254"/>
              <a:gd name="T80" fmla="*/ 9273 w 12787"/>
              <a:gd name="T81" fmla="*/ 11730 h 12254"/>
              <a:gd name="T82" fmla="*/ 9271 w 12787"/>
              <a:gd name="T83" fmla="*/ 11747 h 12254"/>
              <a:gd name="T84" fmla="*/ 9271 w 12787"/>
              <a:gd name="T85" fmla="*/ 11752 h 12254"/>
              <a:gd name="T86" fmla="*/ 9271 w 12787"/>
              <a:gd name="T87" fmla="*/ 11762 h 12254"/>
              <a:gd name="T88" fmla="*/ 9273 w 12787"/>
              <a:gd name="T89" fmla="*/ 11762 h 12254"/>
              <a:gd name="T90" fmla="*/ 9746 w 12787"/>
              <a:gd name="T91" fmla="*/ 12239 h 12254"/>
              <a:gd name="T92" fmla="*/ 10220 w 12787"/>
              <a:gd name="T93" fmla="*/ 11762 h 12254"/>
              <a:gd name="T94" fmla="*/ 10221 w 12787"/>
              <a:gd name="T95" fmla="*/ 11762 h 12254"/>
              <a:gd name="T96" fmla="*/ 10236 w 12787"/>
              <a:gd name="T97" fmla="*/ 11389 h 12254"/>
              <a:gd name="T98" fmla="*/ 7014 w 12787"/>
              <a:gd name="T99" fmla="*/ 6467 h 12254"/>
              <a:gd name="T100" fmla="*/ 7014 w 12787"/>
              <a:gd name="T101" fmla="*/ 6467 h 12254"/>
              <a:gd name="T102" fmla="*/ 5119 w 12787"/>
              <a:gd name="T103" fmla="*/ 6068 h 12254"/>
              <a:gd name="T104" fmla="*/ 2669 w 12787"/>
              <a:gd name="T105" fmla="*/ 3531 h 12254"/>
              <a:gd name="T106" fmla="*/ 5119 w 12787"/>
              <a:gd name="T107" fmla="*/ 995 h 12254"/>
              <a:gd name="T108" fmla="*/ 7568 w 12787"/>
              <a:gd name="T109" fmla="*/ 3531 h 12254"/>
              <a:gd name="T110" fmla="*/ 5119 w 12787"/>
              <a:gd name="T111" fmla="*/ 6068 h 12254"/>
              <a:gd name="T112" fmla="*/ 5119 w 12787"/>
              <a:gd name="T113" fmla="*/ 6068 h 12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787" h="12254">
                <a:moveTo>
                  <a:pt x="12787" y="10498"/>
                </a:moveTo>
                <a:cubicBezTo>
                  <a:pt x="12787" y="8631"/>
                  <a:pt x="11670" y="7035"/>
                  <a:pt x="10091" y="6383"/>
                </a:cubicBezTo>
                <a:cubicBezTo>
                  <a:pt x="10856" y="5854"/>
                  <a:pt x="11360" y="4953"/>
                  <a:pt x="11360" y="3929"/>
                </a:cubicBezTo>
                <a:cubicBezTo>
                  <a:pt x="11360" y="2531"/>
                  <a:pt x="10421" y="1361"/>
                  <a:pt x="9161" y="1057"/>
                </a:cubicBezTo>
                <a:cubicBezTo>
                  <a:pt x="9149" y="1054"/>
                  <a:pt x="9138" y="1055"/>
                  <a:pt x="9127" y="1060"/>
                </a:cubicBezTo>
                <a:cubicBezTo>
                  <a:pt x="9113" y="1058"/>
                  <a:pt x="9099" y="1055"/>
                  <a:pt x="9084" y="1055"/>
                </a:cubicBezTo>
                <a:cubicBezTo>
                  <a:pt x="8815" y="1055"/>
                  <a:pt x="8597" y="1281"/>
                  <a:pt x="8597" y="1560"/>
                </a:cubicBezTo>
                <a:cubicBezTo>
                  <a:pt x="8597" y="1812"/>
                  <a:pt x="8775" y="2019"/>
                  <a:pt x="9008" y="2057"/>
                </a:cubicBezTo>
                <a:cubicBezTo>
                  <a:pt x="9050" y="2075"/>
                  <a:pt x="9104" y="2088"/>
                  <a:pt x="9106" y="2089"/>
                </a:cubicBezTo>
                <a:cubicBezTo>
                  <a:pt x="9836" y="2345"/>
                  <a:pt x="10362" y="3060"/>
                  <a:pt x="10362" y="3903"/>
                </a:cubicBezTo>
                <a:cubicBezTo>
                  <a:pt x="10362" y="4842"/>
                  <a:pt x="9708" y="5623"/>
                  <a:pt x="8846" y="5787"/>
                </a:cubicBezTo>
                <a:cubicBezTo>
                  <a:pt x="8844" y="5787"/>
                  <a:pt x="8844" y="5789"/>
                  <a:pt x="8842" y="5789"/>
                </a:cubicBezTo>
                <a:cubicBezTo>
                  <a:pt x="8556" y="5808"/>
                  <a:pt x="8328" y="6053"/>
                  <a:pt x="8328" y="6354"/>
                </a:cubicBezTo>
                <a:cubicBezTo>
                  <a:pt x="8328" y="6660"/>
                  <a:pt x="8562" y="6908"/>
                  <a:pt x="8855" y="6920"/>
                </a:cubicBezTo>
                <a:cubicBezTo>
                  <a:pt x="8857" y="6921"/>
                  <a:pt x="8859" y="6925"/>
                  <a:pt x="8861" y="6925"/>
                </a:cubicBezTo>
                <a:cubicBezTo>
                  <a:pt x="10594" y="7108"/>
                  <a:pt x="11824" y="8637"/>
                  <a:pt x="11824" y="10498"/>
                </a:cubicBezTo>
                <a:cubicBezTo>
                  <a:pt x="11824" y="10773"/>
                  <a:pt x="12039" y="10997"/>
                  <a:pt x="12305" y="10997"/>
                </a:cubicBezTo>
                <a:cubicBezTo>
                  <a:pt x="12565" y="10997"/>
                  <a:pt x="12775" y="10784"/>
                  <a:pt x="12785" y="10518"/>
                </a:cubicBezTo>
                <a:cubicBezTo>
                  <a:pt x="12785" y="10515"/>
                  <a:pt x="12787" y="10513"/>
                  <a:pt x="12787" y="10510"/>
                </a:cubicBezTo>
                <a:cubicBezTo>
                  <a:pt x="12787" y="10509"/>
                  <a:pt x="12787" y="10509"/>
                  <a:pt x="12787" y="10507"/>
                </a:cubicBezTo>
                <a:lnTo>
                  <a:pt x="12787" y="10507"/>
                </a:lnTo>
                <a:cubicBezTo>
                  <a:pt x="12787" y="10504"/>
                  <a:pt x="12787" y="10501"/>
                  <a:pt x="12787" y="10498"/>
                </a:cubicBezTo>
                <a:lnTo>
                  <a:pt x="12787" y="10498"/>
                </a:lnTo>
                <a:lnTo>
                  <a:pt x="12787" y="10498"/>
                </a:lnTo>
                <a:lnTo>
                  <a:pt x="12787" y="10498"/>
                </a:lnTo>
                <a:lnTo>
                  <a:pt x="12787" y="10498"/>
                </a:lnTo>
                <a:close/>
                <a:moveTo>
                  <a:pt x="7014" y="6467"/>
                </a:moveTo>
                <a:cubicBezTo>
                  <a:pt x="7927" y="5833"/>
                  <a:pt x="8529" y="4755"/>
                  <a:pt x="8529" y="3531"/>
                </a:cubicBezTo>
                <a:cubicBezTo>
                  <a:pt x="8529" y="1581"/>
                  <a:pt x="7002" y="0"/>
                  <a:pt x="5119" y="0"/>
                </a:cubicBezTo>
                <a:cubicBezTo>
                  <a:pt x="3235" y="0"/>
                  <a:pt x="1708" y="1581"/>
                  <a:pt x="1708" y="3531"/>
                </a:cubicBezTo>
                <a:cubicBezTo>
                  <a:pt x="1708" y="4756"/>
                  <a:pt x="2310" y="5833"/>
                  <a:pt x="3223" y="6467"/>
                </a:cubicBezTo>
                <a:cubicBezTo>
                  <a:pt x="1335" y="7246"/>
                  <a:pt x="0" y="9156"/>
                  <a:pt x="0" y="11389"/>
                </a:cubicBezTo>
                <a:cubicBezTo>
                  <a:pt x="0" y="11515"/>
                  <a:pt x="7" y="11639"/>
                  <a:pt x="17" y="11762"/>
                </a:cubicBezTo>
                <a:lnTo>
                  <a:pt x="17" y="11762"/>
                </a:lnTo>
                <a:cubicBezTo>
                  <a:pt x="17" y="12034"/>
                  <a:pt x="230" y="12254"/>
                  <a:pt x="493" y="12254"/>
                </a:cubicBezTo>
                <a:cubicBezTo>
                  <a:pt x="755" y="12254"/>
                  <a:pt x="968" y="12034"/>
                  <a:pt x="968" y="11762"/>
                </a:cubicBezTo>
                <a:cubicBezTo>
                  <a:pt x="968" y="11747"/>
                  <a:pt x="965" y="11732"/>
                  <a:pt x="963" y="11717"/>
                </a:cubicBezTo>
                <a:cubicBezTo>
                  <a:pt x="954" y="11609"/>
                  <a:pt x="947" y="11500"/>
                  <a:pt x="947" y="11389"/>
                </a:cubicBezTo>
                <a:cubicBezTo>
                  <a:pt x="947" y="9003"/>
                  <a:pt x="2814" y="7069"/>
                  <a:pt x="5118" y="7069"/>
                </a:cubicBezTo>
                <a:cubicBezTo>
                  <a:pt x="7423" y="7069"/>
                  <a:pt x="9290" y="9003"/>
                  <a:pt x="9290" y="11389"/>
                </a:cubicBezTo>
                <a:cubicBezTo>
                  <a:pt x="9290" y="11504"/>
                  <a:pt x="9283" y="11618"/>
                  <a:pt x="9273" y="11730"/>
                </a:cubicBezTo>
                <a:cubicBezTo>
                  <a:pt x="9273" y="11736"/>
                  <a:pt x="9271" y="11741"/>
                  <a:pt x="9271" y="11747"/>
                </a:cubicBezTo>
                <a:cubicBezTo>
                  <a:pt x="9271" y="11749"/>
                  <a:pt x="9271" y="11750"/>
                  <a:pt x="9271" y="11752"/>
                </a:cubicBezTo>
                <a:cubicBezTo>
                  <a:pt x="9271" y="11755"/>
                  <a:pt x="9271" y="11759"/>
                  <a:pt x="9271" y="11762"/>
                </a:cubicBezTo>
                <a:lnTo>
                  <a:pt x="9273" y="11762"/>
                </a:lnTo>
                <a:cubicBezTo>
                  <a:pt x="9281" y="12026"/>
                  <a:pt x="9489" y="12239"/>
                  <a:pt x="9746" y="12239"/>
                </a:cubicBezTo>
                <a:cubicBezTo>
                  <a:pt x="10004" y="12239"/>
                  <a:pt x="10212" y="12026"/>
                  <a:pt x="10220" y="11762"/>
                </a:cubicBezTo>
                <a:lnTo>
                  <a:pt x="10221" y="11762"/>
                </a:lnTo>
                <a:cubicBezTo>
                  <a:pt x="10230" y="11639"/>
                  <a:pt x="10236" y="11515"/>
                  <a:pt x="10236" y="11389"/>
                </a:cubicBezTo>
                <a:cubicBezTo>
                  <a:pt x="10237" y="9156"/>
                  <a:pt x="8902" y="7246"/>
                  <a:pt x="7014" y="6467"/>
                </a:cubicBezTo>
                <a:lnTo>
                  <a:pt x="7014" y="6467"/>
                </a:lnTo>
                <a:close/>
                <a:moveTo>
                  <a:pt x="5119" y="6068"/>
                </a:moveTo>
                <a:cubicBezTo>
                  <a:pt x="3765" y="6068"/>
                  <a:pt x="2669" y="4932"/>
                  <a:pt x="2669" y="3531"/>
                </a:cubicBezTo>
                <a:cubicBezTo>
                  <a:pt x="2669" y="2131"/>
                  <a:pt x="3765" y="995"/>
                  <a:pt x="5119" y="995"/>
                </a:cubicBezTo>
                <a:cubicBezTo>
                  <a:pt x="6472" y="995"/>
                  <a:pt x="7568" y="2131"/>
                  <a:pt x="7568" y="3531"/>
                </a:cubicBezTo>
                <a:cubicBezTo>
                  <a:pt x="7568" y="4932"/>
                  <a:pt x="6472" y="6068"/>
                  <a:pt x="5119" y="6068"/>
                </a:cubicBezTo>
                <a:lnTo>
                  <a:pt x="5119" y="60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ettings_208895">
            <a:extLst>
              <a:ext uri="{FF2B5EF4-FFF2-40B4-BE49-F238E27FC236}">
                <a16:creationId xmlns:a16="http://schemas.microsoft.com/office/drawing/2014/main" id="{08245D9A-8AE1-D23E-C8A7-E657788126FF}"/>
              </a:ext>
            </a:extLst>
          </p:cNvPr>
          <p:cNvSpPr/>
          <p:nvPr/>
        </p:nvSpPr>
        <p:spPr>
          <a:xfrm>
            <a:off x="8852263" y="1216076"/>
            <a:ext cx="494916" cy="549709"/>
          </a:xfrm>
          <a:custGeom>
            <a:avLst/>
            <a:gdLst>
              <a:gd name="connsiteX0" fmla="*/ 314616 w 554856"/>
              <a:gd name="connsiteY0" fmla="*/ 256070 h 608519"/>
              <a:gd name="connsiteX1" fmla="*/ 262711 w 554856"/>
              <a:gd name="connsiteY1" fmla="*/ 307611 h 608519"/>
              <a:gd name="connsiteX2" fmla="*/ 241014 w 554856"/>
              <a:gd name="connsiteY2" fmla="*/ 285856 h 608519"/>
              <a:gd name="connsiteX3" fmla="*/ 218289 w 554856"/>
              <a:gd name="connsiteY3" fmla="*/ 308265 h 608519"/>
              <a:gd name="connsiteX4" fmla="*/ 239986 w 554856"/>
              <a:gd name="connsiteY4" fmla="*/ 330020 h 608519"/>
              <a:gd name="connsiteX5" fmla="*/ 262618 w 554856"/>
              <a:gd name="connsiteY5" fmla="*/ 352803 h 608519"/>
              <a:gd name="connsiteX6" fmla="*/ 285250 w 554856"/>
              <a:gd name="connsiteY6" fmla="*/ 330300 h 608519"/>
              <a:gd name="connsiteX7" fmla="*/ 337155 w 554856"/>
              <a:gd name="connsiteY7" fmla="*/ 278760 h 608519"/>
              <a:gd name="connsiteX8" fmla="*/ 261963 w 554856"/>
              <a:gd name="connsiteY8" fmla="*/ 129646 h 608519"/>
              <a:gd name="connsiteX9" fmla="*/ 293387 w 554856"/>
              <a:gd name="connsiteY9" fmla="*/ 129646 h 608519"/>
              <a:gd name="connsiteX10" fmla="*/ 304983 w 554856"/>
              <a:gd name="connsiteY10" fmla="*/ 141224 h 608519"/>
              <a:gd name="connsiteX11" fmla="*/ 304983 w 554856"/>
              <a:gd name="connsiteY11" fmla="*/ 167368 h 608519"/>
              <a:gd name="connsiteX12" fmla="*/ 355485 w 554856"/>
              <a:gd name="connsiteY12" fmla="*/ 188283 h 608519"/>
              <a:gd name="connsiteX13" fmla="*/ 373909 w 554856"/>
              <a:gd name="connsiteY13" fmla="*/ 169796 h 608519"/>
              <a:gd name="connsiteX14" fmla="*/ 390275 w 554856"/>
              <a:gd name="connsiteY14" fmla="*/ 169796 h 608519"/>
              <a:gd name="connsiteX15" fmla="*/ 412440 w 554856"/>
              <a:gd name="connsiteY15" fmla="*/ 192018 h 608519"/>
              <a:gd name="connsiteX16" fmla="*/ 412440 w 554856"/>
              <a:gd name="connsiteY16" fmla="*/ 208264 h 608519"/>
              <a:gd name="connsiteX17" fmla="*/ 394016 w 554856"/>
              <a:gd name="connsiteY17" fmla="*/ 226752 h 608519"/>
              <a:gd name="connsiteX18" fmla="*/ 414965 w 554856"/>
              <a:gd name="connsiteY18" fmla="*/ 277172 h 608519"/>
              <a:gd name="connsiteX19" fmla="*/ 441151 w 554856"/>
              <a:gd name="connsiteY19" fmla="*/ 277172 h 608519"/>
              <a:gd name="connsiteX20" fmla="*/ 452748 w 554856"/>
              <a:gd name="connsiteY20" fmla="*/ 288750 h 608519"/>
              <a:gd name="connsiteX21" fmla="*/ 452748 w 554856"/>
              <a:gd name="connsiteY21" fmla="*/ 320123 h 608519"/>
              <a:gd name="connsiteX22" fmla="*/ 441151 w 554856"/>
              <a:gd name="connsiteY22" fmla="*/ 331701 h 608519"/>
              <a:gd name="connsiteX23" fmla="*/ 414965 w 554856"/>
              <a:gd name="connsiteY23" fmla="*/ 331701 h 608519"/>
              <a:gd name="connsiteX24" fmla="*/ 394016 w 554856"/>
              <a:gd name="connsiteY24" fmla="*/ 382121 h 608519"/>
              <a:gd name="connsiteX25" fmla="*/ 412440 w 554856"/>
              <a:gd name="connsiteY25" fmla="*/ 400515 h 608519"/>
              <a:gd name="connsiteX26" fmla="*/ 412440 w 554856"/>
              <a:gd name="connsiteY26" fmla="*/ 416855 h 608519"/>
              <a:gd name="connsiteX27" fmla="*/ 390275 w 554856"/>
              <a:gd name="connsiteY27" fmla="*/ 438984 h 608519"/>
              <a:gd name="connsiteX28" fmla="*/ 373909 w 554856"/>
              <a:gd name="connsiteY28" fmla="*/ 438984 h 608519"/>
              <a:gd name="connsiteX29" fmla="*/ 355485 w 554856"/>
              <a:gd name="connsiteY29" fmla="*/ 420590 h 608519"/>
              <a:gd name="connsiteX30" fmla="*/ 304983 w 554856"/>
              <a:gd name="connsiteY30" fmla="*/ 441505 h 608519"/>
              <a:gd name="connsiteX31" fmla="*/ 304983 w 554856"/>
              <a:gd name="connsiteY31" fmla="*/ 467649 h 608519"/>
              <a:gd name="connsiteX32" fmla="*/ 293387 w 554856"/>
              <a:gd name="connsiteY32" fmla="*/ 479227 h 608519"/>
              <a:gd name="connsiteX33" fmla="*/ 261963 w 554856"/>
              <a:gd name="connsiteY33" fmla="*/ 479227 h 608519"/>
              <a:gd name="connsiteX34" fmla="*/ 250367 w 554856"/>
              <a:gd name="connsiteY34" fmla="*/ 467649 h 608519"/>
              <a:gd name="connsiteX35" fmla="*/ 250367 w 554856"/>
              <a:gd name="connsiteY35" fmla="*/ 441505 h 608519"/>
              <a:gd name="connsiteX36" fmla="*/ 199865 w 554856"/>
              <a:gd name="connsiteY36" fmla="*/ 420590 h 608519"/>
              <a:gd name="connsiteX37" fmla="*/ 181441 w 554856"/>
              <a:gd name="connsiteY37" fmla="*/ 438984 h 608519"/>
              <a:gd name="connsiteX38" fmla="*/ 165075 w 554856"/>
              <a:gd name="connsiteY38" fmla="*/ 438984 h 608519"/>
              <a:gd name="connsiteX39" fmla="*/ 142910 w 554856"/>
              <a:gd name="connsiteY39" fmla="*/ 416855 h 608519"/>
              <a:gd name="connsiteX40" fmla="*/ 142910 w 554856"/>
              <a:gd name="connsiteY40" fmla="*/ 400515 h 608519"/>
              <a:gd name="connsiteX41" fmla="*/ 161334 w 554856"/>
              <a:gd name="connsiteY41" fmla="*/ 382121 h 608519"/>
              <a:gd name="connsiteX42" fmla="*/ 140385 w 554856"/>
              <a:gd name="connsiteY42" fmla="*/ 331701 h 608519"/>
              <a:gd name="connsiteX43" fmla="*/ 114199 w 554856"/>
              <a:gd name="connsiteY43" fmla="*/ 331701 h 608519"/>
              <a:gd name="connsiteX44" fmla="*/ 102602 w 554856"/>
              <a:gd name="connsiteY44" fmla="*/ 320123 h 608519"/>
              <a:gd name="connsiteX45" fmla="*/ 102602 w 554856"/>
              <a:gd name="connsiteY45" fmla="*/ 288750 h 608519"/>
              <a:gd name="connsiteX46" fmla="*/ 114199 w 554856"/>
              <a:gd name="connsiteY46" fmla="*/ 277172 h 608519"/>
              <a:gd name="connsiteX47" fmla="*/ 140385 w 554856"/>
              <a:gd name="connsiteY47" fmla="*/ 277172 h 608519"/>
              <a:gd name="connsiteX48" fmla="*/ 161334 w 554856"/>
              <a:gd name="connsiteY48" fmla="*/ 226752 h 608519"/>
              <a:gd name="connsiteX49" fmla="*/ 142910 w 554856"/>
              <a:gd name="connsiteY49" fmla="*/ 208264 h 608519"/>
              <a:gd name="connsiteX50" fmla="*/ 142910 w 554856"/>
              <a:gd name="connsiteY50" fmla="*/ 192018 h 608519"/>
              <a:gd name="connsiteX51" fmla="*/ 165075 w 554856"/>
              <a:gd name="connsiteY51" fmla="*/ 169796 h 608519"/>
              <a:gd name="connsiteX52" fmla="*/ 181441 w 554856"/>
              <a:gd name="connsiteY52" fmla="*/ 169796 h 608519"/>
              <a:gd name="connsiteX53" fmla="*/ 199865 w 554856"/>
              <a:gd name="connsiteY53" fmla="*/ 188283 h 608519"/>
              <a:gd name="connsiteX54" fmla="*/ 250367 w 554856"/>
              <a:gd name="connsiteY54" fmla="*/ 167368 h 608519"/>
              <a:gd name="connsiteX55" fmla="*/ 250367 w 554856"/>
              <a:gd name="connsiteY55" fmla="*/ 141224 h 608519"/>
              <a:gd name="connsiteX56" fmla="*/ 261963 w 554856"/>
              <a:gd name="connsiteY56" fmla="*/ 129646 h 608519"/>
              <a:gd name="connsiteX57" fmla="*/ 440285 w 554856"/>
              <a:gd name="connsiteY57" fmla="*/ 80038 h 608519"/>
              <a:gd name="connsiteX58" fmla="*/ 554856 w 554856"/>
              <a:gd name="connsiteY58" fmla="*/ 304248 h 608519"/>
              <a:gd name="connsiteX59" fmla="*/ 277361 w 554856"/>
              <a:gd name="connsiteY59" fmla="*/ 581312 h 608519"/>
              <a:gd name="connsiteX60" fmla="*/ 277361 w 554856"/>
              <a:gd name="connsiteY60" fmla="*/ 605311 h 608519"/>
              <a:gd name="connsiteX61" fmla="*/ 272404 w 554856"/>
              <a:gd name="connsiteY61" fmla="*/ 607926 h 608519"/>
              <a:gd name="connsiteX62" fmla="*/ 207216 w 554856"/>
              <a:gd name="connsiteY62" fmla="*/ 563289 h 608519"/>
              <a:gd name="connsiteX63" fmla="*/ 207216 w 554856"/>
              <a:gd name="connsiteY63" fmla="*/ 558060 h 608519"/>
              <a:gd name="connsiteX64" fmla="*/ 272404 w 554856"/>
              <a:gd name="connsiteY64" fmla="*/ 513330 h 608519"/>
              <a:gd name="connsiteX65" fmla="*/ 277361 w 554856"/>
              <a:gd name="connsiteY65" fmla="*/ 515945 h 608519"/>
              <a:gd name="connsiteX66" fmla="*/ 277361 w 554856"/>
              <a:gd name="connsiteY66" fmla="*/ 539944 h 608519"/>
              <a:gd name="connsiteX67" fmla="*/ 513423 w 554856"/>
              <a:gd name="connsiteY67" fmla="*/ 304248 h 608519"/>
              <a:gd name="connsiteX68" fmla="*/ 415968 w 554856"/>
              <a:gd name="connsiteY68" fmla="*/ 113375 h 608519"/>
              <a:gd name="connsiteX69" fmla="*/ 282452 w 554856"/>
              <a:gd name="connsiteY69" fmla="*/ 594 h 608519"/>
              <a:gd name="connsiteX70" fmla="*/ 347640 w 554856"/>
              <a:gd name="connsiteY70" fmla="*/ 45229 h 608519"/>
              <a:gd name="connsiteX71" fmla="*/ 347640 w 554856"/>
              <a:gd name="connsiteY71" fmla="*/ 50551 h 608519"/>
              <a:gd name="connsiteX72" fmla="*/ 282452 w 554856"/>
              <a:gd name="connsiteY72" fmla="*/ 95279 h 608519"/>
              <a:gd name="connsiteX73" fmla="*/ 277402 w 554856"/>
              <a:gd name="connsiteY73" fmla="*/ 92665 h 608519"/>
              <a:gd name="connsiteX74" fmla="*/ 277402 w 554856"/>
              <a:gd name="connsiteY74" fmla="*/ 68573 h 608519"/>
              <a:gd name="connsiteX75" fmla="*/ 41339 w 554856"/>
              <a:gd name="connsiteY75" fmla="*/ 304259 h 608519"/>
              <a:gd name="connsiteX76" fmla="*/ 138888 w 554856"/>
              <a:gd name="connsiteY76" fmla="*/ 495123 h 608519"/>
              <a:gd name="connsiteX77" fmla="*/ 114571 w 554856"/>
              <a:gd name="connsiteY77" fmla="*/ 528552 h 608519"/>
              <a:gd name="connsiteX78" fmla="*/ 0 w 554856"/>
              <a:gd name="connsiteY78" fmla="*/ 304259 h 608519"/>
              <a:gd name="connsiteX79" fmla="*/ 277402 w 554856"/>
              <a:gd name="connsiteY79" fmla="*/ 27300 h 608519"/>
              <a:gd name="connsiteX80" fmla="*/ 277402 w 554856"/>
              <a:gd name="connsiteY80" fmla="*/ 3209 h 608519"/>
              <a:gd name="connsiteX81" fmla="*/ 282452 w 554856"/>
              <a:gd name="connsiteY81" fmla="*/ 594 h 6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54856" h="608519">
                <a:moveTo>
                  <a:pt x="314616" y="256070"/>
                </a:moveTo>
                <a:lnTo>
                  <a:pt x="262711" y="307611"/>
                </a:lnTo>
                <a:lnTo>
                  <a:pt x="241014" y="285856"/>
                </a:lnTo>
                <a:lnTo>
                  <a:pt x="218289" y="308265"/>
                </a:lnTo>
                <a:lnTo>
                  <a:pt x="239986" y="330020"/>
                </a:lnTo>
                <a:lnTo>
                  <a:pt x="262618" y="352803"/>
                </a:lnTo>
                <a:lnTo>
                  <a:pt x="285250" y="330300"/>
                </a:lnTo>
                <a:lnTo>
                  <a:pt x="337155" y="278760"/>
                </a:lnTo>
                <a:close/>
                <a:moveTo>
                  <a:pt x="261963" y="129646"/>
                </a:moveTo>
                <a:lnTo>
                  <a:pt x="293387" y="129646"/>
                </a:lnTo>
                <a:cubicBezTo>
                  <a:pt x="299840" y="129646"/>
                  <a:pt x="304983" y="134875"/>
                  <a:pt x="304983" y="141224"/>
                </a:cubicBezTo>
                <a:lnTo>
                  <a:pt x="304983" y="167368"/>
                </a:lnTo>
                <a:cubicBezTo>
                  <a:pt x="323314" y="170916"/>
                  <a:pt x="340428" y="178199"/>
                  <a:pt x="355485" y="188283"/>
                </a:cubicBezTo>
                <a:lnTo>
                  <a:pt x="373909" y="169796"/>
                </a:lnTo>
                <a:cubicBezTo>
                  <a:pt x="378398" y="165314"/>
                  <a:pt x="385786" y="165314"/>
                  <a:pt x="390275" y="169796"/>
                </a:cubicBezTo>
                <a:lnTo>
                  <a:pt x="412440" y="192018"/>
                </a:lnTo>
                <a:cubicBezTo>
                  <a:pt x="416929" y="196500"/>
                  <a:pt x="416929" y="203783"/>
                  <a:pt x="412440" y="208264"/>
                </a:cubicBezTo>
                <a:lnTo>
                  <a:pt x="394016" y="226752"/>
                </a:lnTo>
                <a:cubicBezTo>
                  <a:pt x="404117" y="241691"/>
                  <a:pt x="411318" y="258872"/>
                  <a:pt x="414965" y="277172"/>
                </a:cubicBezTo>
                <a:lnTo>
                  <a:pt x="441151" y="277172"/>
                </a:lnTo>
                <a:cubicBezTo>
                  <a:pt x="447604" y="277172"/>
                  <a:pt x="452748" y="282401"/>
                  <a:pt x="452748" y="288750"/>
                </a:cubicBezTo>
                <a:lnTo>
                  <a:pt x="452748" y="320123"/>
                </a:lnTo>
                <a:cubicBezTo>
                  <a:pt x="452748" y="326565"/>
                  <a:pt x="447511" y="331701"/>
                  <a:pt x="441151" y="331701"/>
                </a:cubicBezTo>
                <a:lnTo>
                  <a:pt x="414965" y="331701"/>
                </a:lnTo>
                <a:cubicBezTo>
                  <a:pt x="411318" y="350002"/>
                  <a:pt x="404117" y="366995"/>
                  <a:pt x="394016" y="382121"/>
                </a:cubicBezTo>
                <a:lnTo>
                  <a:pt x="412440" y="400515"/>
                </a:lnTo>
                <a:cubicBezTo>
                  <a:pt x="416929" y="404997"/>
                  <a:pt x="416929" y="412373"/>
                  <a:pt x="412440" y="416855"/>
                </a:cubicBezTo>
                <a:lnTo>
                  <a:pt x="390275" y="438984"/>
                </a:lnTo>
                <a:cubicBezTo>
                  <a:pt x="385786" y="443466"/>
                  <a:pt x="378398" y="443466"/>
                  <a:pt x="373909" y="438984"/>
                </a:cubicBezTo>
                <a:lnTo>
                  <a:pt x="355485" y="420590"/>
                </a:lnTo>
                <a:cubicBezTo>
                  <a:pt x="340522" y="430674"/>
                  <a:pt x="323314" y="437864"/>
                  <a:pt x="304983" y="441505"/>
                </a:cubicBezTo>
                <a:lnTo>
                  <a:pt x="304983" y="467649"/>
                </a:lnTo>
                <a:cubicBezTo>
                  <a:pt x="304983" y="474092"/>
                  <a:pt x="299746" y="479227"/>
                  <a:pt x="293387" y="479227"/>
                </a:cubicBezTo>
                <a:lnTo>
                  <a:pt x="261963" y="479227"/>
                </a:lnTo>
                <a:cubicBezTo>
                  <a:pt x="255510" y="479227"/>
                  <a:pt x="250367" y="473998"/>
                  <a:pt x="250367" y="467649"/>
                </a:cubicBezTo>
                <a:lnTo>
                  <a:pt x="250367" y="441505"/>
                </a:lnTo>
                <a:cubicBezTo>
                  <a:pt x="232036" y="437864"/>
                  <a:pt x="214922" y="430674"/>
                  <a:pt x="199865" y="420590"/>
                </a:cubicBezTo>
                <a:lnTo>
                  <a:pt x="181441" y="438984"/>
                </a:lnTo>
                <a:cubicBezTo>
                  <a:pt x="176952" y="443466"/>
                  <a:pt x="169564" y="443466"/>
                  <a:pt x="165075" y="438984"/>
                </a:cubicBezTo>
                <a:lnTo>
                  <a:pt x="142910" y="416855"/>
                </a:lnTo>
                <a:cubicBezTo>
                  <a:pt x="138421" y="412373"/>
                  <a:pt x="138421" y="404997"/>
                  <a:pt x="142910" y="400515"/>
                </a:cubicBezTo>
                <a:lnTo>
                  <a:pt x="161334" y="382121"/>
                </a:lnTo>
                <a:cubicBezTo>
                  <a:pt x="151233" y="367182"/>
                  <a:pt x="144032" y="350002"/>
                  <a:pt x="140385" y="331701"/>
                </a:cubicBezTo>
                <a:lnTo>
                  <a:pt x="114199" y="331701"/>
                </a:lnTo>
                <a:cubicBezTo>
                  <a:pt x="107746" y="331701"/>
                  <a:pt x="102602" y="326472"/>
                  <a:pt x="102602" y="320123"/>
                </a:cubicBezTo>
                <a:lnTo>
                  <a:pt x="102602" y="288750"/>
                </a:lnTo>
                <a:cubicBezTo>
                  <a:pt x="102602" y="282214"/>
                  <a:pt x="107839" y="277172"/>
                  <a:pt x="114199" y="277172"/>
                </a:cubicBezTo>
                <a:lnTo>
                  <a:pt x="140385" y="277172"/>
                </a:lnTo>
                <a:cubicBezTo>
                  <a:pt x="144032" y="258872"/>
                  <a:pt x="151233" y="241785"/>
                  <a:pt x="161334" y="226752"/>
                </a:cubicBezTo>
                <a:lnTo>
                  <a:pt x="142910" y="208264"/>
                </a:lnTo>
                <a:cubicBezTo>
                  <a:pt x="138421" y="203783"/>
                  <a:pt x="138421" y="196500"/>
                  <a:pt x="142910" y="192018"/>
                </a:cubicBezTo>
                <a:lnTo>
                  <a:pt x="165075" y="169796"/>
                </a:lnTo>
                <a:cubicBezTo>
                  <a:pt x="169564" y="165314"/>
                  <a:pt x="176952" y="165314"/>
                  <a:pt x="181441" y="169796"/>
                </a:cubicBezTo>
                <a:lnTo>
                  <a:pt x="199865" y="188283"/>
                </a:lnTo>
                <a:cubicBezTo>
                  <a:pt x="214828" y="178199"/>
                  <a:pt x="232036" y="170916"/>
                  <a:pt x="250367" y="167368"/>
                </a:cubicBezTo>
                <a:lnTo>
                  <a:pt x="250367" y="141224"/>
                </a:lnTo>
                <a:cubicBezTo>
                  <a:pt x="250367" y="134688"/>
                  <a:pt x="255604" y="129646"/>
                  <a:pt x="261963" y="129646"/>
                </a:cubicBezTo>
                <a:close/>
                <a:moveTo>
                  <a:pt x="440285" y="80038"/>
                </a:moveTo>
                <a:cubicBezTo>
                  <a:pt x="511927" y="131958"/>
                  <a:pt x="554856" y="215909"/>
                  <a:pt x="554856" y="304248"/>
                </a:cubicBezTo>
                <a:cubicBezTo>
                  <a:pt x="554856" y="457021"/>
                  <a:pt x="430371" y="581312"/>
                  <a:pt x="277361" y="581312"/>
                </a:cubicBezTo>
                <a:lnTo>
                  <a:pt x="277361" y="605311"/>
                </a:lnTo>
                <a:cubicBezTo>
                  <a:pt x="277361" y="607926"/>
                  <a:pt x="274555" y="609420"/>
                  <a:pt x="272404" y="607926"/>
                </a:cubicBezTo>
                <a:lnTo>
                  <a:pt x="207216" y="563289"/>
                </a:lnTo>
                <a:cubicBezTo>
                  <a:pt x="205345" y="561982"/>
                  <a:pt x="205345" y="559274"/>
                  <a:pt x="207216" y="558060"/>
                </a:cubicBezTo>
                <a:lnTo>
                  <a:pt x="272404" y="513330"/>
                </a:lnTo>
                <a:cubicBezTo>
                  <a:pt x="274555" y="511836"/>
                  <a:pt x="277361" y="513330"/>
                  <a:pt x="277361" y="515945"/>
                </a:cubicBezTo>
                <a:lnTo>
                  <a:pt x="277361" y="539944"/>
                </a:lnTo>
                <a:cubicBezTo>
                  <a:pt x="407551" y="539944"/>
                  <a:pt x="513423" y="434236"/>
                  <a:pt x="513423" y="304248"/>
                </a:cubicBezTo>
                <a:cubicBezTo>
                  <a:pt x="513423" y="229076"/>
                  <a:pt x="477041" y="157638"/>
                  <a:pt x="415968" y="113375"/>
                </a:cubicBezTo>
                <a:close/>
                <a:moveTo>
                  <a:pt x="282452" y="594"/>
                </a:moveTo>
                <a:lnTo>
                  <a:pt x="347640" y="45229"/>
                </a:lnTo>
                <a:cubicBezTo>
                  <a:pt x="349511" y="46536"/>
                  <a:pt x="349511" y="49337"/>
                  <a:pt x="347640" y="50551"/>
                </a:cubicBezTo>
                <a:lnTo>
                  <a:pt x="282452" y="95279"/>
                </a:lnTo>
                <a:cubicBezTo>
                  <a:pt x="280301" y="96773"/>
                  <a:pt x="277402" y="95279"/>
                  <a:pt x="277402" y="92665"/>
                </a:cubicBezTo>
                <a:lnTo>
                  <a:pt x="277402" y="68573"/>
                </a:lnTo>
                <a:cubicBezTo>
                  <a:pt x="147212" y="68573"/>
                  <a:pt x="41339" y="174277"/>
                  <a:pt x="41339" y="304259"/>
                </a:cubicBezTo>
                <a:cubicBezTo>
                  <a:pt x="41339" y="379521"/>
                  <a:pt x="77908" y="450862"/>
                  <a:pt x="138888" y="495123"/>
                </a:cubicBezTo>
                <a:lnTo>
                  <a:pt x="114571" y="528552"/>
                </a:lnTo>
                <a:cubicBezTo>
                  <a:pt x="42835" y="476634"/>
                  <a:pt x="0" y="392687"/>
                  <a:pt x="0" y="304259"/>
                </a:cubicBezTo>
                <a:cubicBezTo>
                  <a:pt x="0" y="151493"/>
                  <a:pt x="124391" y="27300"/>
                  <a:pt x="277402" y="27300"/>
                </a:cubicBezTo>
                <a:lnTo>
                  <a:pt x="277402" y="3209"/>
                </a:lnTo>
                <a:cubicBezTo>
                  <a:pt x="277402" y="594"/>
                  <a:pt x="280301" y="-900"/>
                  <a:pt x="282452" y="59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页脚占位符 2">
            <a:extLst>
              <a:ext uri="{FF2B5EF4-FFF2-40B4-BE49-F238E27FC236}">
                <a16:creationId xmlns:a16="http://schemas.microsoft.com/office/drawing/2014/main" id="{21BCBD57-D5DD-0E64-3A99-2A7F575CBFF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115" y="6516287"/>
            <a:ext cx="2413972" cy="153888"/>
          </a:xfrm>
        </p:spPr>
        <p:txBody>
          <a:bodyPr/>
          <a:lstStyle/>
          <a:p>
            <a:pPr marL="0" marR="0" lvl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2025 LCFC Internal. All rights reserved.</a:t>
            </a:r>
          </a:p>
        </p:txBody>
      </p:sp>
      <p:sp>
        <p:nvSpPr>
          <p:cNvPr id="22" name="标题 21">
            <a:extLst>
              <a:ext uri="{FF2B5EF4-FFF2-40B4-BE49-F238E27FC236}">
                <a16:creationId xmlns:a16="http://schemas.microsoft.com/office/drawing/2014/main" id="{DEBD7767-90E4-C420-32AC-DE6F3A92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Total Quality Management: </a:t>
            </a:r>
            <a:r>
              <a:rPr lang="zh-CN" altLang="en-US" sz="32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Five Driver</a:t>
            </a:r>
            <a:endParaRPr lang="zh-CN" altLang="en-US" sz="3200" b="1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452D1E-10ED-26F2-CB77-962D03ABB6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0821" y="5799807"/>
            <a:ext cx="974085" cy="318912"/>
          </a:xfrm>
          <a:prstGeom prst="rect">
            <a:avLst/>
          </a:prstGeom>
        </p:spPr>
      </p:pic>
      <p:sp>
        <p:nvSpPr>
          <p:cNvPr id="7" name="TextBox slide number">
            <a:extLst>
              <a:ext uri="{FF2B5EF4-FFF2-40B4-BE49-F238E27FC236}">
                <a16:creationId xmlns:a16="http://schemas.microsoft.com/office/drawing/2014/main" id="{9E4AB378-CA1D-BF4E-03F6-7403A6D70EF9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54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CBDD-7416-D6FF-D7CE-76F5050E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4E50EFE-E23A-1B50-6023-E695871EA519}"/>
              </a:ext>
            </a:extLst>
          </p:cNvPr>
          <p:cNvSpPr/>
          <p:nvPr/>
        </p:nvSpPr>
        <p:spPr>
          <a:xfrm>
            <a:off x="0" y="0"/>
            <a:ext cx="12202374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E4A703-0B10-7DB5-2B87-AE17F7E1E6A8}"/>
              </a:ext>
            </a:extLst>
          </p:cNvPr>
          <p:cNvSpPr/>
          <p:nvPr/>
        </p:nvSpPr>
        <p:spPr>
          <a:xfrm>
            <a:off x="8172751" y="2146994"/>
            <a:ext cx="3633072" cy="716272"/>
          </a:xfrm>
          <a:prstGeom prst="rect">
            <a:avLst/>
          </a:prstGeom>
          <a:solidFill>
            <a:schemeClr val="accent5">
              <a:lumMod val="75000"/>
              <a:alpha val="3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defTabSz="1105543">
              <a:defRPr/>
            </a:pPr>
            <a:r>
              <a:rPr lang="en-US" altLang="zh-CN" sz="1400" b="1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Kylin-P: </a:t>
            </a: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Product Design &amp; Qualification</a:t>
            </a:r>
            <a:endParaRPr lang="zh-CN" altLang="en-US" sz="14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8D4587-C9C1-6005-185C-9943F3C27740}"/>
              </a:ext>
            </a:extLst>
          </p:cNvPr>
          <p:cNvSpPr/>
          <p:nvPr/>
        </p:nvSpPr>
        <p:spPr>
          <a:xfrm>
            <a:off x="8166523" y="3678786"/>
            <a:ext cx="3633072" cy="768841"/>
          </a:xfrm>
          <a:prstGeom prst="rect">
            <a:avLst/>
          </a:prstGeom>
          <a:solidFill>
            <a:schemeClr val="accent5">
              <a:lumMod val="75000"/>
              <a:alpha val="3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defTabSz="1105543">
              <a:defRPr/>
            </a:pPr>
            <a:r>
              <a:rPr lang="en-US" altLang="zh-CN" sz="1400" b="1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Kylin-M: </a:t>
            </a: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 Capability&amp; Standard</a:t>
            </a:r>
            <a:endParaRPr lang="zh-CN" altLang="en-US" sz="14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AAE110-7978-A37D-B65E-FE75B34F8153}"/>
              </a:ext>
            </a:extLst>
          </p:cNvPr>
          <p:cNvSpPr/>
          <p:nvPr/>
        </p:nvSpPr>
        <p:spPr>
          <a:xfrm>
            <a:off x="8166523" y="2895074"/>
            <a:ext cx="3633072" cy="751906"/>
          </a:xfrm>
          <a:prstGeom prst="rect">
            <a:avLst/>
          </a:prstGeom>
          <a:solidFill>
            <a:schemeClr val="accent5">
              <a:lumMod val="75000"/>
              <a:alpha val="3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defTabSz="1105543">
              <a:defRPr/>
            </a:pPr>
            <a:r>
              <a:rPr lang="en-US" altLang="zh-CN" sz="1400" b="1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Kylin-C: </a:t>
            </a: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Finish-Goods/Parts Design/Process Capability &amp; Standard</a:t>
            </a:r>
            <a:endParaRPr lang="zh-CN" altLang="en-US" sz="14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077A50-A06C-5E75-86A1-DB682E689A5E}"/>
              </a:ext>
            </a:extLst>
          </p:cNvPr>
          <p:cNvSpPr/>
          <p:nvPr/>
        </p:nvSpPr>
        <p:spPr>
          <a:xfrm>
            <a:off x="4661939" y="1498598"/>
            <a:ext cx="2983877" cy="608665"/>
          </a:xfrm>
          <a:prstGeom prst="rect">
            <a:avLst/>
          </a:prstGeom>
          <a:solidFill>
            <a:srgbClr val="00B050">
              <a:alpha val="46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105543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</a:rPr>
              <a:t>Eng &amp; Tech Driver</a:t>
            </a:r>
            <a:endParaRPr lang="zh-CN" altLang="en-US" sz="2400" b="1" kern="0" dirty="0">
              <a:solidFill>
                <a:prstClr val="white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50B5B4F-8F11-A7C2-7658-840C0D84A98F}"/>
              </a:ext>
            </a:extLst>
          </p:cNvPr>
          <p:cNvSpPr/>
          <p:nvPr/>
        </p:nvSpPr>
        <p:spPr>
          <a:xfrm>
            <a:off x="512097" y="2138174"/>
            <a:ext cx="3619381" cy="3897930"/>
          </a:xfrm>
          <a:prstGeom prst="rect">
            <a:avLst/>
          </a:prstGeom>
          <a:solidFill>
            <a:srgbClr val="3E8DDD">
              <a:lumMod val="75000"/>
              <a:alpha val="28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36000" rIns="0" rtlCol="0" anchor="ctr"/>
          <a:lstStyle/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PC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NTI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SMT Process Capability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Tooling Technology &amp; IoT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Intelligent Process 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Mechanical interaction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Excellent Product Quality </a:t>
            </a:r>
          </a:p>
          <a:p>
            <a:pPr marL="111323" indent="-111323" defTabSz="1105543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Extremely User &amp; Customer Experience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D7BE31-B271-9852-675E-746692EAE723}"/>
              </a:ext>
            </a:extLst>
          </p:cNvPr>
          <p:cNvSpPr/>
          <p:nvPr/>
        </p:nvSpPr>
        <p:spPr>
          <a:xfrm>
            <a:off x="512095" y="1498598"/>
            <a:ext cx="3619381" cy="608665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105543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</a:rPr>
              <a:t>Input</a:t>
            </a:r>
            <a:endParaRPr lang="zh-CN" altLang="en-US" sz="2400" b="1" kern="0" dirty="0">
              <a:solidFill>
                <a:prstClr val="white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B4625D-BA9C-A715-EC02-09039BFF728E}"/>
              </a:ext>
            </a:extLst>
          </p:cNvPr>
          <p:cNvSpPr/>
          <p:nvPr/>
        </p:nvSpPr>
        <p:spPr>
          <a:xfrm>
            <a:off x="8173782" y="1498600"/>
            <a:ext cx="3633071" cy="608665"/>
          </a:xfrm>
          <a:prstGeom prst="rect">
            <a:avLst/>
          </a:prstGeom>
          <a:solidFill>
            <a:srgbClr val="4AC0E0">
              <a:lumMod val="75000"/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algn="ctr" defTabSz="1105543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</a:rPr>
              <a:t>Key</a:t>
            </a:r>
            <a:r>
              <a:rPr lang="zh-CN" altLang="en-US" sz="2400" b="1" kern="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</a:rPr>
              <a:t> </a:t>
            </a:r>
            <a:r>
              <a:rPr lang="en-US" altLang="zh-CN" sz="2400" b="1" kern="0" dirty="0">
                <a:solidFill>
                  <a:prstClr val="white"/>
                </a:solidFill>
                <a:latin typeface="Arial"/>
                <a:ea typeface="微软雅黑" panose="020B0503020204020204" pitchFamily="34" charset="-122"/>
              </a:rPr>
              <a:t>Focusing</a:t>
            </a:r>
            <a:endParaRPr lang="zh-CN" altLang="en-US" sz="2400" b="1" kern="0" dirty="0">
              <a:solidFill>
                <a:prstClr val="white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3A52CB9-E972-C7F1-FDCA-46B422539C5F}"/>
              </a:ext>
            </a:extLst>
          </p:cNvPr>
          <p:cNvSpPr/>
          <p:nvPr/>
        </p:nvSpPr>
        <p:spPr>
          <a:xfrm>
            <a:off x="8172751" y="4487901"/>
            <a:ext cx="3633072" cy="768841"/>
          </a:xfrm>
          <a:prstGeom prst="rect">
            <a:avLst/>
          </a:prstGeom>
          <a:solidFill>
            <a:schemeClr val="accent5">
              <a:lumMod val="75000"/>
              <a:alpha val="3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defTabSz="1105543">
              <a:defRPr/>
            </a:pPr>
            <a:r>
              <a:rPr lang="en-US" altLang="zh-CN" sz="1400" b="1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Kylin-S: </a:t>
            </a: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Deepen SVR Quality Eng &amp; Tech </a:t>
            </a:r>
            <a:endParaRPr lang="zh-CN" altLang="en-US" sz="14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D2A4298-1F53-C64A-D862-B6A3E263C61D}"/>
              </a:ext>
            </a:extLst>
          </p:cNvPr>
          <p:cNvSpPr/>
          <p:nvPr/>
        </p:nvSpPr>
        <p:spPr>
          <a:xfrm>
            <a:off x="8173781" y="5280083"/>
            <a:ext cx="3633072" cy="768841"/>
          </a:xfrm>
          <a:prstGeom prst="rect">
            <a:avLst/>
          </a:prstGeom>
          <a:solidFill>
            <a:schemeClr val="accent5">
              <a:lumMod val="75000"/>
              <a:alpha val="3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rIns="0" rtlCol="0" anchor="ctr"/>
          <a:lstStyle/>
          <a:p>
            <a:pPr defTabSz="1105543">
              <a:defRPr/>
            </a:pPr>
            <a:r>
              <a:rPr lang="en-US" altLang="zh-CN" sz="1400" b="1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Kylin-I: </a:t>
            </a:r>
            <a:r>
              <a:rPr lang="en-US" altLang="zh-CN" sz="1400" b="1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Extend IDSG Quality Eng &amp; Tech</a:t>
            </a:r>
            <a:endParaRPr lang="zh-CN" altLang="en-US" sz="1400" b="1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7C0528-5A3C-D45A-7EAA-921CEBFAE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476629" y="5710176"/>
            <a:ext cx="1085677" cy="345069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1004E6A-8857-8782-BE87-AB702D95F17C}"/>
              </a:ext>
            </a:extLst>
          </p:cNvPr>
          <p:cNvSpPr/>
          <p:nvPr/>
        </p:nvSpPr>
        <p:spPr>
          <a:xfrm>
            <a:off x="4664109" y="2151597"/>
            <a:ext cx="2983877" cy="896019"/>
          </a:xfrm>
          <a:prstGeom prst="rect">
            <a:avLst/>
          </a:prstGeom>
          <a:solidFill>
            <a:srgbClr val="00B050">
              <a:alpha val="23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218621">
              <a:defRPr/>
            </a:pPr>
            <a:r>
              <a:rPr lang="en-US" altLang="zh-CN" sz="1999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NxS</a:t>
            </a:r>
          </a:p>
          <a:p>
            <a:pPr algn="ctr" defTabSz="1218621">
              <a:defRPr/>
            </a:pP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技术前瞻研究</a:t>
            </a: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)</a:t>
            </a:r>
            <a:endParaRPr lang="zh-CN" altLang="en-US" sz="1400" b="1" dirty="0">
              <a:solidFill>
                <a:schemeClr val="bg1"/>
              </a:solidFill>
              <a:latin typeface="Arial"/>
              <a:ea typeface="微软雅黑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1E812C-C153-67E6-AF50-F3C1057A4260}"/>
              </a:ext>
            </a:extLst>
          </p:cNvPr>
          <p:cNvSpPr/>
          <p:nvPr/>
        </p:nvSpPr>
        <p:spPr>
          <a:xfrm>
            <a:off x="4664109" y="3082642"/>
            <a:ext cx="2983877" cy="959953"/>
          </a:xfrm>
          <a:prstGeom prst="rect">
            <a:avLst/>
          </a:prstGeom>
          <a:solidFill>
            <a:srgbClr val="00B050">
              <a:alpha val="23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218621">
              <a:defRPr/>
            </a:pPr>
            <a:r>
              <a:rPr lang="en-US" altLang="zh-CN" sz="1999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QDTP</a:t>
            </a:r>
          </a:p>
          <a:p>
            <a:pPr algn="ctr" defTabSz="1218621">
              <a:defRPr/>
            </a:pP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质量设计即通过</a:t>
            </a: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)</a:t>
            </a:r>
            <a:endParaRPr lang="zh-CN" altLang="en-US" sz="1400" b="1" dirty="0">
              <a:solidFill>
                <a:schemeClr val="bg1"/>
              </a:solidFill>
              <a:latin typeface="Arial"/>
              <a:ea typeface="微软雅黑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2FF36-684E-6E6A-9B3C-DA4212AD7004}"/>
              </a:ext>
            </a:extLst>
          </p:cNvPr>
          <p:cNvSpPr/>
          <p:nvPr/>
        </p:nvSpPr>
        <p:spPr>
          <a:xfrm>
            <a:off x="4661939" y="4077621"/>
            <a:ext cx="2983877" cy="967310"/>
          </a:xfrm>
          <a:prstGeom prst="rect">
            <a:avLst/>
          </a:prstGeom>
          <a:solidFill>
            <a:srgbClr val="00B050">
              <a:alpha val="23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218621">
              <a:defRPr/>
            </a:pPr>
            <a:r>
              <a:rPr lang="en-US" altLang="zh-CN" sz="1999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KPCS</a:t>
            </a:r>
          </a:p>
          <a:p>
            <a:pPr algn="ctr" defTabSz="1218621">
              <a:defRPr/>
            </a:pP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关键制程能力研究</a:t>
            </a: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)</a:t>
            </a:r>
            <a:endParaRPr lang="zh-CN" altLang="en-US" sz="1400" b="1" dirty="0">
              <a:solidFill>
                <a:schemeClr val="bg1"/>
              </a:solidFill>
              <a:latin typeface="Arial"/>
              <a:ea typeface="微软雅黑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889F7C-9F60-0197-C082-293B711D625D}"/>
              </a:ext>
            </a:extLst>
          </p:cNvPr>
          <p:cNvSpPr/>
          <p:nvPr/>
        </p:nvSpPr>
        <p:spPr>
          <a:xfrm>
            <a:off x="4664109" y="5093089"/>
            <a:ext cx="2983877" cy="959953"/>
          </a:xfrm>
          <a:prstGeom prst="rect">
            <a:avLst/>
          </a:prstGeom>
          <a:solidFill>
            <a:srgbClr val="00B050">
              <a:alpha val="23000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218621">
              <a:defRPr/>
            </a:pPr>
            <a:r>
              <a:rPr lang="en-US" altLang="zh-CN" sz="1999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PCSS</a:t>
            </a:r>
          </a:p>
          <a:p>
            <a:pPr algn="ctr" defTabSz="1218621">
              <a:defRPr/>
            </a:pP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(</a:t>
            </a:r>
            <a:r>
              <a:rPr lang="zh-CN" altLang="en-US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制程标准化</a:t>
            </a:r>
            <a:r>
              <a:rPr lang="en-US" altLang="zh-CN" sz="1400" b="1" dirty="0">
                <a:solidFill>
                  <a:schemeClr val="bg1"/>
                </a:solidFill>
                <a:latin typeface="Arial"/>
                <a:ea typeface="微软雅黑"/>
                <a:cs typeface="Arial" panose="020B0604020202020204"/>
                <a:sym typeface="Arial" panose="020B0604020202020204"/>
              </a:rPr>
              <a:t>)</a:t>
            </a:r>
            <a:endParaRPr lang="zh-CN" altLang="en-US" sz="1400" b="1" dirty="0">
              <a:solidFill>
                <a:schemeClr val="bg1"/>
              </a:solidFill>
              <a:latin typeface="Arial"/>
              <a:ea typeface="微软雅黑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图形 8" descr="快进 纯色填充">
            <a:extLst>
              <a:ext uri="{FF2B5EF4-FFF2-40B4-BE49-F238E27FC236}">
                <a16:creationId xmlns:a16="http://schemas.microsoft.com/office/drawing/2014/main" id="{E6FE6286-77EC-115B-8298-E30F43017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3711" y="2743788"/>
            <a:ext cx="717482" cy="2460387"/>
          </a:xfrm>
          <a:prstGeom prst="rect">
            <a:avLst/>
          </a:prstGeom>
        </p:spPr>
      </p:pic>
      <p:pic>
        <p:nvPicPr>
          <p:cNvPr id="11" name="图形 10" descr="快进 纯色填充">
            <a:extLst>
              <a:ext uri="{FF2B5EF4-FFF2-40B4-BE49-F238E27FC236}">
                <a16:creationId xmlns:a16="http://schemas.microsoft.com/office/drawing/2014/main" id="{123FB573-9371-2D4E-6572-495417BE3F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0138" y="2707267"/>
            <a:ext cx="717482" cy="2460387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975B18C6-B180-987F-3F52-8CCFAA98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prstClr val="white"/>
                </a:solidFill>
                <a:latin typeface="+mj-lt"/>
              </a:rPr>
              <a:t>Eng &amp; Tech Driver:</a:t>
            </a:r>
            <a:r>
              <a:rPr lang="zh-CN" altLang="en-US" sz="3200" b="1" dirty="0">
                <a:solidFill>
                  <a:prstClr val="white"/>
                </a:solidFill>
                <a:latin typeface="+mj-lt"/>
              </a:rPr>
              <a:t> </a:t>
            </a:r>
            <a:r>
              <a:rPr lang="en-US" altLang="zh-CN" sz="3200" b="1" dirty="0">
                <a:solidFill>
                  <a:prstClr val="white"/>
                </a:solidFill>
                <a:latin typeface="+mj-lt"/>
              </a:rPr>
              <a:t>Kylin 2.0 Framework</a:t>
            </a:r>
            <a:endParaRPr lang="zh-CN" altLang="en-US" sz="3200" b="1" dirty="0">
              <a:latin typeface="+mj-lt"/>
            </a:endParaRPr>
          </a:p>
        </p:txBody>
      </p:sp>
      <p:pic>
        <p:nvPicPr>
          <p:cNvPr id="14" name="图形 13" descr="灯泡和齿轮 轮廓">
            <a:extLst>
              <a:ext uri="{FF2B5EF4-FFF2-40B4-BE49-F238E27FC236}">
                <a16:creationId xmlns:a16="http://schemas.microsoft.com/office/drawing/2014/main" id="{C9045412-2D36-8A68-BCCF-56EE0B1C56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7620" y="2234869"/>
            <a:ext cx="654305" cy="654305"/>
          </a:xfrm>
          <a:prstGeom prst="rect">
            <a:avLst/>
          </a:prstGeom>
        </p:spPr>
      </p:pic>
      <p:pic>
        <p:nvPicPr>
          <p:cNvPr id="15" name="图形 14" descr="疫情指数曲线柱状图 轮廓">
            <a:extLst>
              <a:ext uri="{FF2B5EF4-FFF2-40B4-BE49-F238E27FC236}">
                <a16:creationId xmlns:a16="http://schemas.microsoft.com/office/drawing/2014/main" id="{0C80D27C-8ADE-9B02-AB02-05CBAAE107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6628" y="4261256"/>
            <a:ext cx="615337" cy="615337"/>
          </a:xfrm>
          <a:prstGeom prst="rect">
            <a:avLst/>
          </a:prstGeom>
        </p:spPr>
      </p:pic>
      <p:pic>
        <p:nvPicPr>
          <p:cNvPr id="16" name="图形 15" descr="井字游戏 轮廓">
            <a:extLst>
              <a:ext uri="{FF2B5EF4-FFF2-40B4-BE49-F238E27FC236}">
                <a16:creationId xmlns:a16="http://schemas.microsoft.com/office/drawing/2014/main" id="{E7080B70-35DA-9087-DEC9-059F901D6B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76336" y="5315718"/>
            <a:ext cx="584614" cy="584614"/>
          </a:xfrm>
          <a:prstGeom prst="rect">
            <a:avLst/>
          </a:prstGeom>
        </p:spPr>
      </p:pic>
      <p:pic>
        <p:nvPicPr>
          <p:cNvPr id="18" name="图形 17" descr="Internet 轮廓">
            <a:extLst>
              <a:ext uri="{FF2B5EF4-FFF2-40B4-BE49-F238E27FC236}">
                <a16:creationId xmlns:a16="http://schemas.microsoft.com/office/drawing/2014/main" id="{434C38EF-00B1-A175-8F93-F29C50D652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56219" y="3188006"/>
            <a:ext cx="634376" cy="704217"/>
          </a:xfrm>
          <a:prstGeom prst="rect">
            <a:avLst/>
          </a:prstGeom>
        </p:spPr>
      </p:pic>
      <p:sp>
        <p:nvSpPr>
          <p:cNvPr id="19" name="页脚占位符 2">
            <a:extLst>
              <a:ext uri="{FF2B5EF4-FFF2-40B4-BE49-F238E27FC236}">
                <a16:creationId xmlns:a16="http://schemas.microsoft.com/office/drawing/2014/main" id="{E98A8A73-50AC-E1AB-A52A-920420FB611E}"/>
              </a:ext>
            </a:extLst>
          </p:cNvPr>
          <p:cNvSpPr txBox="1">
            <a:spLocks/>
          </p:cNvSpPr>
          <p:nvPr/>
        </p:nvSpPr>
        <p:spPr>
          <a:xfrm>
            <a:off x="464115" y="6516287"/>
            <a:ext cx="2413972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marL="0" marR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55">
              <a:defRPr/>
            </a:pPr>
            <a:r>
              <a:rPr lang="en-US" sz="1000">
                <a:solidFill>
                  <a:prstClr val="white"/>
                </a:solidFill>
                <a:latin typeface="Arial"/>
                <a:cs typeface="Arial" pitchFamily="34" charset="0"/>
              </a:rPr>
              <a:t>2025 LCFC Internal. All rights reserved.</a:t>
            </a:r>
            <a:endParaRPr lang="en-US" sz="1000" dirty="0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6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FDD5-3248-0C23-7B56-8ED8C6AC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676937-8221-57CE-3466-06803C8F7F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3E00D34-E8DE-2348-FF91-294FEF31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Eng &amp; Tech Driver: 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  <a:ea typeface="微软雅黑" panose="020B0503020204020204" pitchFamily="34" charset="-122"/>
              </a:rPr>
              <a:t>D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rill 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  <a:ea typeface="微软雅黑" panose="020B0503020204020204" pitchFamily="34" charset="-122"/>
              </a:rPr>
              <a:t>D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eep 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  <a:ea typeface="微软雅黑" panose="020B0503020204020204" pitchFamily="34" charset="-122"/>
              </a:rPr>
              <a:t>D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rill 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  <a:ea typeface="微软雅黑" panose="020B0503020204020204" pitchFamily="34" charset="-122"/>
              </a:rPr>
              <a:t>W</a:t>
            </a:r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ide</a:t>
            </a:r>
            <a:endParaRPr lang="zh-CN" alt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页脚占位符 2">
            <a:extLst>
              <a:ext uri="{FF2B5EF4-FFF2-40B4-BE49-F238E27FC236}">
                <a16:creationId xmlns:a16="http://schemas.microsoft.com/office/drawing/2014/main" id="{7BA11023-92F0-245D-46F6-23C0864194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0815" y="6520872"/>
            <a:ext cx="2413972" cy="153888"/>
          </a:xfrm>
        </p:spPr>
        <p:txBody>
          <a:bodyPr/>
          <a:lstStyle/>
          <a:p>
            <a:pPr marL="0" marR="0" lvl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2025 LCFC Internal. All rights reserved.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2C1737A-DF71-8485-FCBA-A63785871A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0821" y="5799807"/>
            <a:ext cx="974085" cy="318912"/>
          </a:xfrm>
          <a:prstGeom prst="rect">
            <a:avLst/>
          </a:prstGeom>
        </p:spPr>
      </p:pic>
      <p:sp>
        <p:nvSpPr>
          <p:cNvPr id="16" name="TextBox slide number">
            <a:extLst>
              <a:ext uri="{FF2B5EF4-FFF2-40B4-BE49-F238E27FC236}">
                <a16:creationId xmlns:a16="http://schemas.microsoft.com/office/drawing/2014/main" id="{B9016B93-FC99-16DF-49A8-53588501BA98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0" name="图形 19" descr="社交网络 纯色填充">
            <a:extLst>
              <a:ext uri="{FF2B5EF4-FFF2-40B4-BE49-F238E27FC236}">
                <a16:creationId xmlns:a16="http://schemas.microsoft.com/office/drawing/2014/main" id="{75B19481-8627-CD10-9FAE-794031D3E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0668" y="2353736"/>
            <a:ext cx="900000" cy="90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2" name="图形 21" descr="自行车与人 纯色填充">
            <a:extLst>
              <a:ext uri="{FF2B5EF4-FFF2-40B4-BE49-F238E27FC236}">
                <a16:creationId xmlns:a16="http://schemas.microsoft.com/office/drawing/2014/main" id="{7844EA45-B97B-EDA9-5E93-49B220F36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2205" y="2353736"/>
            <a:ext cx="900000" cy="90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7" name="图形 26" descr="用户网络 纯色填充">
            <a:extLst>
              <a:ext uri="{FF2B5EF4-FFF2-40B4-BE49-F238E27FC236}">
                <a16:creationId xmlns:a16="http://schemas.microsoft.com/office/drawing/2014/main" id="{0AE811B8-E75B-AFC9-7D6B-548B8351E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5139" y="2362203"/>
            <a:ext cx="900000" cy="90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3" name="图形 22" descr="连接 纯色填充">
            <a:extLst>
              <a:ext uri="{FF2B5EF4-FFF2-40B4-BE49-F238E27FC236}">
                <a16:creationId xmlns:a16="http://schemas.microsoft.com/office/drawing/2014/main" id="{36537853-4675-FB51-BF33-D62B65EC40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5223" y="2362204"/>
            <a:ext cx="900000" cy="90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4" name="Bullet1">
            <a:extLst>
              <a:ext uri="{FF2B5EF4-FFF2-40B4-BE49-F238E27FC236}">
                <a16:creationId xmlns:a16="http://schemas.microsoft.com/office/drawing/2014/main" id="{2DAAEABE-0534-6BF0-778F-3AB5472D3CF9}"/>
              </a:ext>
            </a:extLst>
          </p:cNvPr>
          <p:cNvSpPr txBox="1"/>
          <p:nvPr/>
        </p:nvSpPr>
        <p:spPr>
          <a:xfrm>
            <a:off x="445275" y="3353009"/>
            <a:ext cx="2624654" cy="720512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36000" bIns="45708" anchor="ctr" anchorCtr="1">
            <a:norm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Mechanism &amp; Integration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Bullet2">
            <a:extLst>
              <a:ext uri="{FF2B5EF4-FFF2-40B4-BE49-F238E27FC236}">
                <a16:creationId xmlns:a16="http://schemas.microsoft.com/office/drawing/2014/main" id="{0E38DC14-0019-232B-2EB0-A478471664C7}"/>
              </a:ext>
            </a:extLst>
          </p:cNvPr>
          <p:cNvSpPr txBox="1"/>
          <p:nvPr/>
        </p:nvSpPr>
        <p:spPr>
          <a:xfrm>
            <a:off x="3186744" y="3344541"/>
            <a:ext cx="2751535" cy="738552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3600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Decision Support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9091E8A-FA79-79E9-B269-287039DE003F}"/>
              </a:ext>
            </a:extLst>
          </p:cNvPr>
          <p:cNvSpPr txBox="1"/>
          <p:nvPr/>
        </p:nvSpPr>
        <p:spPr>
          <a:xfrm>
            <a:off x="6058394" y="3353008"/>
            <a:ext cx="2531520" cy="738551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3600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Capability Enhancement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Bullet4">
            <a:extLst>
              <a:ext uri="{FF2B5EF4-FFF2-40B4-BE49-F238E27FC236}">
                <a16:creationId xmlns:a16="http://schemas.microsoft.com/office/drawing/2014/main" id="{27B578A2-3677-2056-D7DF-C8AA3FC30269}"/>
              </a:ext>
            </a:extLst>
          </p:cNvPr>
          <p:cNvSpPr txBox="1"/>
          <p:nvPr/>
        </p:nvSpPr>
        <p:spPr>
          <a:xfrm>
            <a:off x="8708341" y="3353008"/>
            <a:ext cx="3090963" cy="720513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3600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Culture &amp; Concentric Force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18D3483-D5C9-4C5E-7C3B-C5563307F781}"/>
              </a:ext>
            </a:extLst>
          </p:cNvPr>
          <p:cNvSpPr txBox="1"/>
          <p:nvPr/>
        </p:nvSpPr>
        <p:spPr>
          <a:xfrm>
            <a:off x="453975" y="4074626"/>
            <a:ext cx="2615953" cy="984161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ctr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Continuous Daily Warroom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Enhance Quality Roll Call</a:t>
            </a:r>
            <a:endParaRPr lang="zh-CN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CF649C-9AC9-5EDE-BDA5-7B90355033D9}"/>
              </a:ext>
            </a:extLst>
          </p:cNvPr>
          <p:cNvSpPr txBox="1"/>
          <p:nvPr/>
        </p:nvSpPr>
        <p:spPr>
          <a:xfrm>
            <a:off x="6058394" y="4081989"/>
            <a:ext cx="2531520" cy="984161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ctr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Deepen PRISM Fupan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Expand Technical Sharing</a:t>
            </a:r>
            <a:endParaRPr lang="zh-CN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0ACA8A-649A-F30F-E28D-07CC48CF109B}"/>
              </a:ext>
            </a:extLst>
          </p:cNvPr>
          <p:cNvSpPr txBox="1"/>
          <p:nvPr/>
        </p:nvSpPr>
        <p:spPr>
          <a:xfrm>
            <a:off x="3183597" y="4081988"/>
            <a:ext cx="2751535" cy="986239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ctr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Quick Response (2/4/8/24/48) 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Promote Standardization </a:t>
            </a:r>
            <a:endParaRPr lang="zh-CN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3F9872F-29B1-504C-74DD-320A11C1B98D}"/>
              </a:ext>
            </a:extLst>
          </p:cNvPr>
          <p:cNvSpPr txBox="1"/>
          <p:nvPr/>
        </p:nvSpPr>
        <p:spPr>
          <a:xfrm>
            <a:off x="8708341" y="4073522"/>
            <a:ext cx="3090963" cy="984161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ctr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Practice Eng &amp; Tech Orientation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Enhance E2E Integration 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91C17E2-7F2A-BA74-BC7C-29E45E3D6DAC}"/>
              </a:ext>
            </a:extLst>
          </p:cNvPr>
          <p:cNvSpPr/>
          <p:nvPr/>
        </p:nvSpPr>
        <p:spPr>
          <a:xfrm>
            <a:off x="497982" y="1399472"/>
            <a:ext cx="11329624" cy="39309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35991" rIns="0" rtlCol="0" anchor="ctr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</a:rPr>
              <a:t>Summary: Practice Drill Deep Drill Wide to key initiative of support engineering &amp; Technical Driver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2306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15DB-8EA7-BE0F-49A7-57B140E5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B6E81D6-8101-AA91-A46D-E4DEDB01E536}"/>
              </a:ext>
            </a:extLst>
          </p:cNvPr>
          <p:cNvSpPr/>
          <p:nvPr/>
        </p:nvSpPr>
        <p:spPr>
          <a:xfrm>
            <a:off x="0" y="-13771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A725D791-9F6B-DF7C-789E-5848AAEE1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schemeClr val="bg1"/>
                </a:solidFill>
                <a:cs typeface="Arial" pitchFamily="34" charset="0"/>
              </a:rPr>
              <a:t>2025 LCFC Internal. All rights reserved.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A308C65-52F0-91C9-0D5B-AA02035C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49" y="274320"/>
            <a:ext cx="11076268" cy="521208"/>
          </a:xfrm>
        </p:spPr>
        <p:txBody>
          <a:bodyPr/>
          <a:lstStyle/>
          <a:p>
            <a:pPr defTabSz="893445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Eng &amp; Tech Driver: 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  <a:ea typeface="微软雅黑" panose="020B0503020204020204" pitchFamily="34" charset="-122"/>
              </a:rPr>
              <a:t>FA Capability Enhancement 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233774-DEBA-0C23-D32E-48D1BCE445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0821" y="5799807"/>
            <a:ext cx="974085" cy="318912"/>
          </a:xfrm>
          <a:prstGeom prst="rect">
            <a:avLst/>
          </a:prstGeom>
        </p:spPr>
      </p:pic>
      <p:sp>
        <p:nvSpPr>
          <p:cNvPr id="11" name="TextBox slide number">
            <a:extLst>
              <a:ext uri="{FF2B5EF4-FFF2-40B4-BE49-F238E27FC236}">
                <a16:creationId xmlns:a16="http://schemas.microsoft.com/office/drawing/2014/main" id="{DDC47F88-181B-3760-A31D-5F825E0FAAD6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2942B7-54D0-FA0B-DD41-19F4E98A0E2B}"/>
              </a:ext>
            </a:extLst>
          </p:cNvPr>
          <p:cNvSpPr/>
          <p:nvPr/>
        </p:nvSpPr>
        <p:spPr>
          <a:xfrm>
            <a:off x="527008" y="2184247"/>
            <a:ext cx="7863456" cy="322579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13" name="Bullet3">
            <a:extLst>
              <a:ext uri="{FF2B5EF4-FFF2-40B4-BE49-F238E27FC236}">
                <a16:creationId xmlns:a16="http://schemas.microsoft.com/office/drawing/2014/main" id="{2C779B3D-9C20-CBEC-66C7-F1712DC7AF85}"/>
              </a:ext>
            </a:extLst>
          </p:cNvPr>
          <p:cNvSpPr txBox="1"/>
          <p:nvPr/>
        </p:nvSpPr>
        <p:spPr>
          <a:xfrm>
            <a:off x="599584" y="3471543"/>
            <a:ext cx="2550017" cy="730352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Capability Enhancement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Bullet3">
            <a:extLst>
              <a:ext uri="{FF2B5EF4-FFF2-40B4-BE49-F238E27FC236}">
                <a16:creationId xmlns:a16="http://schemas.microsoft.com/office/drawing/2014/main" id="{720BAF75-B985-D815-520A-CF154CDF817B}"/>
              </a:ext>
            </a:extLst>
          </p:cNvPr>
          <p:cNvSpPr txBox="1"/>
          <p:nvPr/>
        </p:nvSpPr>
        <p:spPr>
          <a:xfrm>
            <a:off x="3190381" y="3471544"/>
            <a:ext cx="2550017" cy="730352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FA Room Expansion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Bullet3">
            <a:extLst>
              <a:ext uri="{FF2B5EF4-FFF2-40B4-BE49-F238E27FC236}">
                <a16:creationId xmlns:a16="http://schemas.microsoft.com/office/drawing/2014/main" id="{B01107A4-EDD8-C74B-4A18-F4FCAF28818E}"/>
              </a:ext>
            </a:extLst>
          </p:cNvPr>
          <p:cNvSpPr txBox="1"/>
          <p:nvPr/>
        </p:nvSpPr>
        <p:spPr>
          <a:xfrm>
            <a:off x="5772714" y="3471544"/>
            <a:ext cx="2550017" cy="730352"/>
          </a:xfrm>
          <a:prstGeom prst="rect">
            <a:avLst/>
          </a:prstGeom>
          <a:solidFill>
            <a:schemeClr val="accent5">
              <a:lumMod val="75000"/>
              <a:alpha val="59000"/>
            </a:schemeClr>
          </a:solidFill>
          <a:ln>
            <a:noFill/>
          </a:ln>
        </p:spPr>
        <p:txBody>
          <a:bodyPr wrap="square" lIns="36000" tIns="45708" rIns="0" bIns="45708" anchor="ctr" anchorCtr="1">
            <a:noAutofit/>
          </a:bodyPr>
          <a:lstStyle/>
          <a:p>
            <a:pPr defTabSz="914126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j-lt"/>
              </a:rPr>
              <a:t>AI Application</a:t>
            </a:r>
            <a:endParaRPr lang="zh-CN" altLang="en-US" sz="1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9" name="图形 18" descr="集体讨论 轮廓">
            <a:extLst>
              <a:ext uri="{FF2B5EF4-FFF2-40B4-BE49-F238E27FC236}">
                <a16:creationId xmlns:a16="http://schemas.microsoft.com/office/drawing/2014/main" id="{48F1242B-F889-3211-4C9A-D4744861D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056" y="2497876"/>
            <a:ext cx="914400" cy="914400"/>
          </a:xfrm>
          <a:prstGeom prst="rect">
            <a:avLst/>
          </a:prstGeom>
        </p:spPr>
      </p:pic>
      <p:pic>
        <p:nvPicPr>
          <p:cNvPr id="21" name="图形 20" descr="网络 轮廓">
            <a:extLst>
              <a:ext uri="{FF2B5EF4-FFF2-40B4-BE49-F238E27FC236}">
                <a16:creationId xmlns:a16="http://schemas.microsoft.com/office/drawing/2014/main" id="{491C1499-1BEA-291B-5E40-2D0FAD35B0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3522" y="2517932"/>
            <a:ext cx="914400" cy="914400"/>
          </a:xfrm>
          <a:prstGeom prst="rect">
            <a:avLst/>
          </a:prstGeom>
        </p:spPr>
      </p:pic>
      <p:pic>
        <p:nvPicPr>
          <p:cNvPr id="23" name="图形 22" descr="仓库 轮廓">
            <a:extLst>
              <a:ext uri="{FF2B5EF4-FFF2-40B4-BE49-F238E27FC236}">
                <a16:creationId xmlns:a16="http://schemas.microsoft.com/office/drawing/2014/main" id="{8DDE68C7-11FE-D32D-0428-90AA512946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45877" y="2489410"/>
            <a:ext cx="914400" cy="9144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F4A70A9-6C4E-FB37-9206-B2DD37AB4EEC}"/>
              </a:ext>
            </a:extLst>
          </p:cNvPr>
          <p:cNvSpPr txBox="1"/>
          <p:nvPr/>
        </p:nvSpPr>
        <p:spPr>
          <a:xfrm>
            <a:off x="602977" y="4201895"/>
            <a:ext cx="2548870" cy="114057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t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Enhance Professional Skill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Develop Multi-skill FAE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Technical Sharing</a:t>
            </a:r>
            <a:endParaRPr lang="zh-CN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7F6C2C4-D4C9-6BD2-2C17-C35C116D1CB5}"/>
              </a:ext>
            </a:extLst>
          </p:cNvPr>
          <p:cNvSpPr txBox="1"/>
          <p:nvPr/>
        </p:nvSpPr>
        <p:spPr>
          <a:xfrm>
            <a:off x="3188134" y="4201895"/>
            <a:ext cx="2550565" cy="114057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t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Increase Space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Deploy Equipment &amp; Fixture</a:t>
            </a:r>
            <a:endParaRPr lang="zh-CN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55E990-3B72-D83A-EB01-70F825E8E0D9}"/>
              </a:ext>
            </a:extLst>
          </p:cNvPr>
          <p:cNvSpPr txBox="1"/>
          <p:nvPr/>
        </p:nvSpPr>
        <p:spPr>
          <a:xfrm>
            <a:off x="5771012" y="4201894"/>
            <a:ext cx="2563556" cy="1140574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txBody>
          <a:bodyPr wrap="square" rtlCol="0" anchor="t">
            <a:noAutofit/>
          </a:bodyPr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Optimize FA Tree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Upgrade AI Analysis Model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04D186-CD31-050A-B05D-A4263FA5EF86}"/>
              </a:ext>
            </a:extLst>
          </p:cNvPr>
          <p:cNvSpPr/>
          <p:nvPr/>
        </p:nvSpPr>
        <p:spPr>
          <a:xfrm>
            <a:off x="8957010" y="2178689"/>
            <a:ext cx="2851915" cy="322579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pic>
        <p:nvPicPr>
          <p:cNvPr id="38" name="图形 37" descr="持续改进 轮廓">
            <a:extLst>
              <a:ext uri="{FF2B5EF4-FFF2-40B4-BE49-F238E27FC236}">
                <a16:creationId xmlns:a16="http://schemas.microsoft.com/office/drawing/2014/main" id="{48975EF6-9E55-00BC-7937-080E0E3CB9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51223" y="2617445"/>
            <a:ext cx="776978" cy="776978"/>
          </a:xfrm>
          <a:prstGeom prst="rect">
            <a:avLst/>
          </a:prstGeom>
        </p:spPr>
      </p:pic>
      <p:pic>
        <p:nvPicPr>
          <p:cNvPr id="40" name="图形 39" descr="靶心 轮廓">
            <a:extLst>
              <a:ext uri="{FF2B5EF4-FFF2-40B4-BE49-F238E27FC236}">
                <a16:creationId xmlns:a16="http://schemas.microsoft.com/office/drawing/2014/main" id="{32080E4D-AD18-A498-3279-A9A3B22019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02492" y="4179516"/>
            <a:ext cx="657976" cy="65797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68AB93C8-1621-7CFE-A4B0-8B6C121E83E7}"/>
              </a:ext>
            </a:extLst>
          </p:cNvPr>
          <p:cNvSpPr txBox="1"/>
          <p:nvPr/>
        </p:nvSpPr>
        <p:spPr>
          <a:xfrm>
            <a:off x="9660468" y="2574076"/>
            <a:ext cx="2057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Shorten EWG/IFIR FA Lead-time</a:t>
            </a:r>
            <a:endParaRPr lang="zh-CN" alt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ABB45A2-7CC6-A437-1385-7F8DE04C0295}"/>
              </a:ext>
            </a:extLst>
          </p:cNvPr>
          <p:cNvSpPr txBox="1"/>
          <p:nvPr/>
        </p:nvSpPr>
        <p:spPr>
          <a:xfrm>
            <a:off x="9660468" y="4009727"/>
            <a:ext cx="2057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Enhance EWG/IFIR FA Accuracy Rate</a:t>
            </a:r>
            <a:endParaRPr lang="zh-CN" alt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8735012-ADAC-95E6-4853-815041803898}"/>
              </a:ext>
            </a:extLst>
          </p:cNvPr>
          <p:cNvSpPr/>
          <p:nvPr/>
        </p:nvSpPr>
        <p:spPr>
          <a:xfrm>
            <a:off x="527007" y="1538181"/>
            <a:ext cx="7863455" cy="620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b="1" dirty="0">
                <a:solidFill>
                  <a:prstClr val="white"/>
                </a:solidFill>
                <a:latin typeface="Arial"/>
                <a:ea typeface="Microsoft YaHei"/>
              </a:rPr>
              <a:t>Enhance FA Capability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F93F52A-A488-B114-71D9-042D9C1CB606}"/>
              </a:ext>
            </a:extLst>
          </p:cNvPr>
          <p:cNvSpPr/>
          <p:nvPr/>
        </p:nvSpPr>
        <p:spPr>
          <a:xfrm>
            <a:off x="8951222" y="1534047"/>
            <a:ext cx="2857703" cy="620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Key Objective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pic>
        <p:nvPicPr>
          <p:cNvPr id="46" name="图形 45" descr="快进 纯色填充">
            <a:extLst>
              <a:ext uri="{FF2B5EF4-FFF2-40B4-BE49-F238E27FC236}">
                <a16:creationId xmlns:a16="http://schemas.microsoft.com/office/drawing/2014/main" id="{6DE21AA7-ABAD-0BE5-546A-9FF6F47E04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65182" y="2610894"/>
            <a:ext cx="647381" cy="18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3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B1F505-4BF9-C13B-70B4-73892278E229}"/>
              </a:ext>
            </a:extLst>
          </p:cNvPr>
          <p:cNvSpPr/>
          <p:nvPr/>
        </p:nvSpPr>
        <p:spPr>
          <a:xfrm>
            <a:off x="0" y="-13771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665E3B-0A5A-CA8C-7C98-1878B4EC50D0}"/>
              </a:ext>
            </a:extLst>
          </p:cNvPr>
          <p:cNvSpPr/>
          <p:nvPr/>
        </p:nvSpPr>
        <p:spPr>
          <a:xfrm>
            <a:off x="460449" y="4856145"/>
            <a:ext cx="11237243" cy="5422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055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E826D6-26E2-BFE3-DC12-4D44E8F8890C}"/>
              </a:ext>
            </a:extLst>
          </p:cNvPr>
          <p:cNvSpPr/>
          <p:nvPr/>
        </p:nvSpPr>
        <p:spPr>
          <a:xfrm>
            <a:off x="460448" y="5454295"/>
            <a:ext cx="11237243" cy="5422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055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A2440E-D1CC-F407-1443-B74AE0B67A14}"/>
              </a:ext>
            </a:extLst>
          </p:cNvPr>
          <p:cNvSpPr/>
          <p:nvPr/>
        </p:nvSpPr>
        <p:spPr>
          <a:xfrm>
            <a:off x="7989692" y="1989564"/>
            <a:ext cx="3708000" cy="2800128"/>
          </a:xfrm>
          <a:prstGeom prst="rect">
            <a:avLst/>
          </a:prstGeom>
          <a:solidFill>
            <a:schemeClr val="accent5">
              <a:lumMod val="7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9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Quality </a:t>
            </a: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Execution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System</a:t>
            </a: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Spot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en-US" altLang="zh-CN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Robust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1E281E-8BEF-AA18-D9BE-951ACE55109F}"/>
              </a:ext>
            </a:extLst>
          </p:cNvPr>
          <p:cNvSpPr/>
          <p:nvPr/>
        </p:nvSpPr>
        <p:spPr>
          <a:xfrm>
            <a:off x="460448" y="1991309"/>
            <a:ext cx="3708000" cy="2800128"/>
          </a:xfrm>
          <a:prstGeom prst="rect">
            <a:avLst/>
          </a:prstGeom>
          <a:solidFill>
            <a:schemeClr val="accent5">
              <a:lumMod val="7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9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Quality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Standard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(Product + Benchmark)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02E2EC-F6D8-1376-7D5B-F3588636081C}"/>
              </a:ext>
            </a:extLst>
          </p:cNvPr>
          <p:cNvSpPr/>
          <p:nvPr/>
        </p:nvSpPr>
        <p:spPr>
          <a:xfrm>
            <a:off x="460444" y="1166317"/>
            <a:ext cx="11237243" cy="792103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2899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Continuously upgrade and iterate Total Quality Management System </a:t>
            </a:r>
          </a:p>
          <a:p>
            <a:pPr marL="0" marR="0" lvl="0" indent="0" algn="ctr" defTabSz="12899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 Ensure the realization of Superior Quality </a:t>
            </a:r>
            <a:r>
              <a:rPr lang="en-US" altLang="zh-CN" b="1" dirty="0">
                <a:ln w="0">
                  <a:noFill/>
                </a:ln>
                <a:solidFill>
                  <a:prstClr val="white"/>
                </a:solidFill>
                <a:latin typeface="Arial"/>
                <a:ea typeface="微软雅黑" panose="020B0503020204020204" pitchFamily="34" charset="-122"/>
                <a:cs typeface="Arial" panose="020B0604020202020204" pitchFamily="34" charset="0"/>
              </a:rPr>
              <a:t>Competitiveness</a:t>
            </a:r>
            <a:r>
              <a:rPr kumimoji="0" lang="en-US" altLang="zh-CN" b="1" i="0" u="none" strike="noStrike" kern="120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Customer Satisfaction</a:t>
            </a:r>
            <a:endParaRPr kumimoji="0" lang="zh-CN" altLang="en-US" b="1" i="0" u="none" strike="noStrike" kern="1200" cap="none" spc="0" normalizeH="0" baseline="0" noProof="0" dirty="0">
              <a:ln w="0"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9E0EAA-BFD3-040E-D9FE-07E361749E55}"/>
              </a:ext>
            </a:extLst>
          </p:cNvPr>
          <p:cNvSpPr/>
          <p:nvPr/>
        </p:nvSpPr>
        <p:spPr>
          <a:xfrm>
            <a:off x="500034" y="4882302"/>
            <a:ext cx="3695034" cy="47492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Project Management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9B94D6-9E52-FE86-1F6F-AD68317A4FE1}"/>
              </a:ext>
            </a:extLst>
          </p:cNvPr>
          <p:cNvSpPr/>
          <p:nvPr/>
        </p:nvSpPr>
        <p:spPr>
          <a:xfrm>
            <a:off x="8301206" y="4882302"/>
            <a:ext cx="3272809" cy="47492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11055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</a:t>
            </a:r>
            <a:r>
              <a:rPr kumimoji="0" lang="en-US" altLang="zh-CN" sz="2000" b="1" i="0" u="none" strike="noStrike" kern="120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Innovation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F2DB4E-9660-B5E4-5149-8B652DB21300}"/>
              </a:ext>
            </a:extLst>
          </p:cNvPr>
          <p:cNvSpPr/>
          <p:nvPr/>
        </p:nvSpPr>
        <p:spPr>
          <a:xfrm>
            <a:off x="1036218" y="5472220"/>
            <a:ext cx="2622665" cy="47492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Digital Intelligence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C24911-5035-2E44-8480-28DC16D57B88}"/>
              </a:ext>
            </a:extLst>
          </p:cNvPr>
          <p:cNvSpPr/>
          <p:nvPr/>
        </p:nvSpPr>
        <p:spPr>
          <a:xfrm>
            <a:off x="5171752" y="5504610"/>
            <a:ext cx="1638201" cy="47492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Map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FA038C-B002-F414-0A6E-9C2624D82B06}"/>
              </a:ext>
            </a:extLst>
          </p:cNvPr>
          <p:cNvSpPr/>
          <p:nvPr/>
        </p:nvSpPr>
        <p:spPr>
          <a:xfrm>
            <a:off x="8432603" y="5461616"/>
            <a:ext cx="3175514" cy="47492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 Involvement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settings_208875">
            <a:extLst>
              <a:ext uri="{FF2B5EF4-FFF2-40B4-BE49-F238E27FC236}">
                <a16:creationId xmlns:a16="http://schemas.microsoft.com/office/drawing/2014/main" id="{6C8621CA-C06E-28BD-5D2D-3A975A058D73}"/>
              </a:ext>
            </a:extLst>
          </p:cNvPr>
          <p:cNvSpPr/>
          <p:nvPr/>
        </p:nvSpPr>
        <p:spPr>
          <a:xfrm>
            <a:off x="9598654" y="2536315"/>
            <a:ext cx="490075" cy="525768"/>
          </a:xfrm>
          <a:custGeom>
            <a:avLst/>
            <a:gdLst>
              <a:gd name="connsiteX0" fmla="*/ 510545 w 551680"/>
              <a:gd name="connsiteY0" fmla="*/ 302678 h 605357"/>
              <a:gd name="connsiteX1" fmla="*/ 510545 w 551680"/>
              <a:gd name="connsiteY1" fmla="*/ 302771 h 605357"/>
              <a:gd name="connsiteX2" fmla="*/ 551680 w 551680"/>
              <a:gd name="connsiteY2" fmla="*/ 302771 h 605357"/>
              <a:gd name="connsiteX3" fmla="*/ 275807 w 551680"/>
              <a:gd name="connsiteY3" fmla="*/ 578165 h 605357"/>
              <a:gd name="connsiteX4" fmla="*/ 275807 w 551680"/>
              <a:gd name="connsiteY4" fmla="*/ 602173 h 605357"/>
              <a:gd name="connsiteX5" fmla="*/ 270886 w 551680"/>
              <a:gd name="connsiteY5" fmla="*/ 604768 h 605357"/>
              <a:gd name="connsiteX6" fmla="*/ 206073 w 551680"/>
              <a:gd name="connsiteY6" fmla="*/ 560275 h 605357"/>
              <a:gd name="connsiteX7" fmla="*/ 206073 w 551680"/>
              <a:gd name="connsiteY7" fmla="*/ 554899 h 605357"/>
              <a:gd name="connsiteX8" fmla="*/ 270886 w 551680"/>
              <a:gd name="connsiteY8" fmla="*/ 510405 h 605357"/>
              <a:gd name="connsiteX9" fmla="*/ 275807 w 551680"/>
              <a:gd name="connsiteY9" fmla="*/ 513001 h 605357"/>
              <a:gd name="connsiteX10" fmla="*/ 275807 w 551680"/>
              <a:gd name="connsiteY10" fmla="*/ 537009 h 605357"/>
              <a:gd name="connsiteX11" fmla="*/ 510545 w 551680"/>
              <a:gd name="connsiteY11" fmla="*/ 302678 h 605357"/>
              <a:gd name="connsiteX12" fmla="*/ 312334 w 551680"/>
              <a:gd name="connsiteY12" fmla="*/ 254835 h 605357"/>
              <a:gd name="connsiteX13" fmla="*/ 334621 w 551680"/>
              <a:gd name="connsiteY13" fmla="*/ 277181 h 605357"/>
              <a:gd name="connsiteX14" fmla="*/ 283269 w 551680"/>
              <a:gd name="connsiteY14" fmla="*/ 328269 h 605357"/>
              <a:gd name="connsiteX15" fmla="*/ 260889 w 551680"/>
              <a:gd name="connsiteY15" fmla="*/ 350522 h 605357"/>
              <a:gd name="connsiteX16" fmla="*/ 238603 w 551680"/>
              <a:gd name="connsiteY16" fmla="*/ 328177 h 605357"/>
              <a:gd name="connsiteX17" fmla="*/ 217059 w 551680"/>
              <a:gd name="connsiteY17" fmla="*/ 306480 h 605357"/>
              <a:gd name="connsiteX18" fmla="*/ 239438 w 551680"/>
              <a:gd name="connsiteY18" fmla="*/ 284227 h 605357"/>
              <a:gd name="connsiteX19" fmla="*/ 260982 w 551680"/>
              <a:gd name="connsiteY19" fmla="*/ 305924 h 605357"/>
              <a:gd name="connsiteX20" fmla="*/ 275818 w 551680"/>
              <a:gd name="connsiteY20" fmla="*/ 211925 h 605357"/>
              <a:gd name="connsiteX21" fmla="*/ 184929 w 551680"/>
              <a:gd name="connsiteY21" fmla="*/ 302679 h 605357"/>
              <a:gd name="connsiteX22" fmla="*/ 275818 w 551680"/>
              <a:gd name="connsiteY22" fmla="*/ 393432 h 605357"/>
              <a:gd name="connsiteX23" fmla="*/ 366708 w 551680"/>
              <a:gd name="connsiteY23" fmla="*/ 302679 h 605357"/>
              <a:gd name="connsiteX24" fmla="*/ 275818 w 551680"/>
              <a:gd name="connsiteY24" fmla="*/ 211925 h 605357"/>
              <a:gd name="connsiteX25" fmla="*/ 260221 w 551680"/>
              <a:gd name="connsiteY25" fmla="*/ 129793 h 605357"/>
              <a:gd name="connsiteX26" fmla="*/ 291415 w 551680"/>
              <a:gd name="connsiteY26" fmla="*/ 129793 h 605357"/>
              <a:gd name="connsiteX27" fmla="*/ 302834 w 551680"/>
              <a:gd name="connsiteY27" fmla="*/ 141102 h 605357"/>
              <a:gd name="connsiteX28" fmla="*/ 302834 w 551680"/>
              <a:gd name="connsiteY28" fmla="*/ 166966 h 605357"/>
              <a:gd name="connsiteX29" fmla="*/ 352782 w 551680"/>
              <a:gd name="connsiteY29" fmla="*/ 187638 h 605357"/>
              <a:gd name="connsiteX30" fmla="*/ 371164 w 551680"/>
              <a:gd name="connsiteY30" fmla="*/ 169283 h 605357"/>
              <a:gd name="connsiteX31" fmla="*/ 387318 w 551680"/>
              <a:gd name="connsiteY31" fmla="*/ 169283 h 605357"/>
              <a:gd name="connsiteX32" fmla="*/ 409414 w 551680"/>
              <a:gd name="connsiteY32" fmla="*/ 191346 h 605357"/>
              <a:gd name="connsiteX33" fmla="*/ 409414 w 551680"/>
              <a:gd name="connsiteY33" fmla="*/ 207476 h 605357"/>
              <a:gd name="connsiteX34" fmla="*/ 391032 w 551680"/>
              <a:gd name="connsiteY34" fmla="*/ 225830 h 605357"/>
              <a:gd name="connsiteX35" fmla="*/ 411735 w 551680"/>
              <a:gd name="connsiteY35" fmla="*/ 275703 h 605357"/>
              <a:gd name="connsiteX36" fmla="*/ 437637 w 551680"/>
              <a:gd name="connsiteY36" fmla="*/ 275703 h 605357"/>
              <a:gd name="connsiteX37" fmla="*/ 448963 w 551680"/>
              <a:gd name="connsiteY37" fmla="*/ 287105 h 605357"/>
              <a:gd name="connsiteX38" fmla="*/ 448963 w 551680"/>
              <a:gd name="connsiteY38" fmla="*/ 318252 h 605357"/>
              <a:gd name="connsiteX39" fmla="*/ 437637 w 551680"/>
              <a:gd name="connsiteY39" fmla="*/ 329654 h 605357"/>
              <a:gd name="connsiteX40" fmla="*/ 411735 w 551680"/>
              <a:gd name="connsiteY40" fmla="*/ 329654 h 605357"/>
              <a:gd name="connsiteX41" fmla="*/ 391032 w 551680"/>
              <a:gd name="connsiteY41" fmla="*/ 379527 h 605357"/>
              <a:gd name="connsiteX42" fmla="*/ 409414 w 551680"/>
              <a:gd name="connsiteY42" fmla="*/ 397881 h 605357"/>
              <a:gd name="connsiteX43" fmla="*/ 409414 w 551680"/>
              <a:gd name="connsiteY43" fmla="*/ 414011 h 605357"/>
              <a:gd name="connsiteX44" fmla="*/ 387318 w 551680"/>
              <a:gd name="connsiteY44" fmla="*/ 436074 h 605357"/>
              <a:gd name="connsiteX45" fmla="*/ 371164 w 551680"/>
              <a:gd name="connsiteY45" fmla="*/ 436074 h 605357"/>
              <a:gd name="connsiteX46" fmla="*/ 352782 w 551680"/>
              <a:gd name="connsiteY46" fmla="*/ 417719 h 605357"/>
              <a:gd name="connsiteX47" fmla="*/ 302834 w 551680"/>
              <a:gd name="connsiteY47" fmla="*/ 438391 h 605357"/>
              <a:gd name="connsiteX48" fmla="*/ 302834 w 551680"/>
              <a:gd name="connsiteY48" fmla="*/ 464255 h 605357"/>
              <a:gd name="connsiteX49" fmla="*/ 291415 w 551680"/>
              <a:gd name="connsiteY49" fmla="*/ 475564 h 605357"/>
              <a:gd name="connsiteX50" fmla="*/ 260221 w 551680"/>
              <a:gd name="connsiteY50" fmla="*/ 475564 h 605357"/>
              <a:gd name="connsiteX51" fmla="*/ 248802 w 551680"/>
              <a:gd name="connsiteY51" fmla="*/ 464255 h 605357"/>
              <a:gd name="connsiteX52" fmla="*/ 248802 w 551680"/>
              <a:gd name="connsiteY52" fmla="*/ 438391 h 605357"/>
              <a:gd name="connsiteX53" fmla="*/ 198854 w 551680"/>
              <a:gd name="connsiteY53" fmla="*/ 417719 h 605357"/>
              <a:gd name="connsiteX54" fmla="*/ 180472 w 551680"/>
              <a:gd name="connsiteY54" fmla="*/ 436074 h 605357"/>
              <a:gd name="connsiteX55" fmla="*/ 164318 w 551680"/>
              <a:gd name="connsiteY55" fmla="*/ 436074 h 605357"/>
              <a:gd name="connsiteX56" fmla="*/ 142223 w 551680"/>
              <a:gd name="connsiteY56" fmla="*/ 414011 h 605357"/>
              <a:gd name="connsiteX57" fmla="*/ 142223 w 551680"/>
              <a:gd name="connsiteY57" fmla="*/ 397881 h 605357"/>
              <a:gd name="connsiteX58" fmla="*/ 160605 w 551680"/>
              <a:gd name="connsiteY58" fmla="*/ 379527 h 605357"/>
              <a:gd name="connsiteX59" fmla="*/ 139902 w 551680"/>
              <a:gd name="connsiteY59" fmla="*/ 329654 h 605357"/>
              <a:gd name="connsiteX60" fmla="*/ 113999 w 551680"/>
              <a:gd name="connsiteY60" fmla="*/ 329654 h 605357"/>
              <a:gd name="connsiteX61" fmla="*/ 102673 w 551680"/>
              <a:gd name="connsiteY61" fmla="*/ 318252 h 605357"/>
              <a:gd name="connsiteX62" fmla="*/ 102673 w 551680"/>
              <a:gd name="connsiteY62" fmla="*/ 287105 h 605357"/>
              <a:gd name="connsiteX63" fmla="*/ 113999 w 551680"/>
              <a:gd name="connsiteY63" fmla="*/ 275703 h 605357"/>
              <a:gd name="connsiteX64" fmla="*/ 139902 w 551680"/>
              <a:gd name="connsiteY64" fmla="*/ 275703 h 605357"/>
              <a:gd name="connsiteX65" fmla="*/ 160605 w 551680"/>
              <a:gd name="connsiteY65" fmla="*/ 225830 h 605357"/>
              <a:gd name="connsiteX66" fmla="*/ 142223 w 551680"/>
              <a:gd name="connsiteY66" fmla="*/ 207476 h 605357"/>
              <a:gd name="connsiteX67" fmla="*/ 142223 w 551680"/>
              <a:gd name="connsiteY67" fmla="*/ 191346 h 605357"/>
              <a:gd name="connsiteX68" fmla="*/ 164318 w 551680"/>
              <a:gd name="connsiteY68" fmla="*/ 169283 h 605357"/>
              <a:gd name="connsiteX69" fmla="*/ 180472 w 551680"/>
              <a:gd name="connsiteY69" fmla="*/ 169283 h 605357"/>
              <a:gd name="connsiteX70" fmla="*/ 198854 w 551680"/>
              <a:gd name="connsiteY70" fmla="*/ 187638 h 605357"/>
              <a:gd name="connsiteX71" fmla="*/ 248802 w 551680"/>
              <a:gd name="connsiteY71" fmla="*/ 166966 h 605357"/>
              <a:gd name="connsiteX72" fmla="*/ 248802 w 551680"/>
              <a:gd name="connsiteY72" fmla="*/ 141102 h 605357"/>
              <a:gd name="connsiteX73" fmla="*/ 260221 w 551680"/>
              <a:gd name="connsiteY73" fmla="*/ 129793 h 605357"/>
              <a:gd name="connsiteX74" fmla="*/ 280737 w 551680"/>
              <a:gd name="connsiteY74" fmla="*/ 589 h 605357"/>
              <a:gd name="connsiteX75" fmla="*/ 345536 w 551680"/>
              <a:gd name="connsiteY75" fmla="*/ 45082 h 605357"/>
              <a:gd name="connsiteX76" fmla="*/ 345536 w 551680"/>
              <a:gd name="connsiteY76" fmla="*/ 50459 h 605357"/>
              <a:gd name="connsiteX77" fmla="*/ 280737 w 551680"/>
              <a:gd name="connsiteY77" fmla="*/ 94952 h 605357"/>
              <a:gd name="connsiteX78" fmla="*/ 275816 w 551680"/>
              <a:gd name="connsiteY78" fmla="*/ 92356 h 605357"/>
              <a:gd name="connsiteX79" fmla="*/ 275816 w 551680"/>
              <a:gd name="connsiteY79" fmla="*/ 68348 h 605357"/>
              <a:gd name="connsiteX80" fmla="*/ 41126 w 551680"/>
              <a:gd name="connsiteY80" fmla="*/ 302679 h 605357"/>
              <a:gd name="connsiteX81" fmla="*/ 0 w 551680"/>
              <a:gd name="connsiteY81" fmla="*/ 302679 h 605357"/>
              <a:gd name="connsiteX82" fmla="*/ 275816 w 551680"/>
              <a:gd name="connsiteY82" fmla="*/ 27192 h 605357"/>
              <a:gd name="connsiteX83" fmla="*/ 275816 w 551680"/>
              <a:gd name="connsiteY83" fmla="*/ 3185 h 605357"/>
              <a:gd name="connsiteX84" fmla="*/ 280737 w 551680"/>
              <a:gd name="connsiteY84" fmla="*/ 589 h 60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51680" h="605357">
                <a:moveTo>
                  <a:pt x="510545" y="302678"/>
                </a:moveTo>
                <a:lnTo>
                  <a:pt x="510545" y="302771"/>
                </a:lnTo>
                <a:lnTo>
                  <a:pt x="551680" y="302771"/>
                </a:lnTo>
                <a:cubicBezTo>
                  <a:pt x="551680" y="454696"/>
                  <a:pt x="427997" y="578165"/>
                  <a:pt x="275807" y="578165"/>
                </a:cubicBezTo>
                <a:lnTo>
                  <a:pt x="275807" y="602173"/>
                </a:lnTo>
                <a:cubicBezTo>
                  <a:pt x="275807" y="604768"/>
                  <a:pt x="272929" y="606251"/>
                  <a:pt x="270886" y="604768"/>
                </a:cubicBezTo>
                <a:lnTo>
                  <a:pt x="206073" y="560275"/>
                </a:lnTo>
                <a:cubicBezTo>
                  <a:pt x="204216" y="558884"/>
                  <a:pt x="204216" y="556196"/>
                  <a:pt x="206073" y="554899"/>
                </a:cubicBezTo>
                <a:lnTo>
                  <a:pt x="270886" y="510405"/>
                </a:lnTo>
                <a:cubicBezTo>
                  <a:pt x="272929" y="508922"/>
                  <a:pt x="275807" y="510405"/>
                  <a:pt x="275807" y="513001"/>
                </a:cubicBezTo>
                <a:lnTo>
                  <a:pt x="275807" y="537009"/>
                </a:lnTo>
                <a:cubicBezTo>
                  <a:pt x="405340" y="537009"/>
                  <a:pt x="510545" y="431801"/>
                  <a:pt x="510545" y="302678"/>
                </a:cubicBezTo>
                <a:close/>
                <a:moveTo>
                  <a:pt x="312334" y="254835"/>
                </a:moveTo>
                <a:lnTo>
                  <a:pt x="334621" y="277181"/>
                </a:lnTo>
                <a:lnTo>
                  <a:pt x="283269" y="328269"/>
                </a:lnTo>
                <a:lnTo>
                  <a:pt x="260889" y="350522"/>
                </a:lnTo>
                <a:lnTo>
                  <a:pt x="238603" y="328177"/>
                </a:lnTo>
                <a:lnTo>
                  <a:pt x="217059" y="306480"/>
                </a:lnTo>
                <a:lnTo>
                  <a:pt x="239438" y="284227"/>
                </a:lnTo>
                <a:lnTo>
                  <a:pt x="260982" y="305924"/>
                </a:lnTo>
                <a:close/>
                <a:moveTo>
                  <a:pt x="275818" y="211925"/>
                </a:moveTo>
                <a:cubicBezTo>
                  <a:pt x="225685" y="211925"/>
                  <a:pt x="184929" y="252621"/>
                  <a:pt x="184929" y="302679"/>
                </a:cubicBezTo>
                <a:cubicBezTo>
                  <a:pt x="184929" y="352737"/>
                  <a:pt x="225685" y="393432"/>
                  <a:pt x="275818" y="393432"/>
                </a:cubicBezTo>
                <a:cubicBezTo>
                  <a:pt x="325951" y="393432"/>
                  <a:pt x="366708" y="352737"/>
                  <a:pt x="366708" y="302679"/>
                </a:cubicBezTo>
                <a:cubicBezTo>
                  <a:pt x="366708" y="252621"/>
                  <a:pt x="325951" y="211925"/>
                  <a:pt x="275818" y="211925"/>
                </a:cubicBezTo>
                <a:close/>
                <a:moveTo>
                  <a:pt x="260221" y="129793"/>
                </a:moveTo>
                <a:lnTo>
                  <a:pt x="291415" y="129793"/>
                </a:lnTo>
                <a:cubicBezTo>
                  <a:pt x="297728" y="129793"/>
                  <a:pt x="302834" y="134799"/>
                  <a:pt x="302834" y="141102"/>
                </a:cubicBezTo>
                <a:lnTo>
                  <a:pt x="302834" y="166966"/>
                </a:lnTo>
                <a:cubicBezTo>
                  <a:pt x="321031" y="170581"/>
                  <a:pt x="337928" y="177626"/>
                  <a:pt x="352782" y="187638"/>
                </a:cubicBezTo>
                <a:lnTo>
                  <a:pt x="371164" y="169283"/>
                </a:lnTo>
                <a:cubicBezTo>
                  <a:pt x="375620" y="164834"/>
                  <a:pt x="382862" y="164834"/>
                  <a:pt x="387318" y="169283"/>
                </a:cubicBezTo>
                <a:lnTo>
                  <a:pt x="409414" y="191346"/>
                </a:lnTo>
                <a:cubicBezTo>
                  <a:pt x="413870" y="195795"/>
                  <a:pt x="413870" y="203026"/>
                  <a:pt x="409414" y="207476"/>
                </a:cubicBezTo>
                <a:lnTo>
                  <a:pt x="391032" y="225830"/>
                </a:lnTo>
                <a:cubicBezTo>
                  <a:pt x="400965" y="240662"/>
                  <a:pt x="408114" y="257534"/>
                  <a:pt x="411735" y="275703"/>
                </a:cubicBezTo>
                <a:lnTo>
                  <a:pt x="437637" y="275703"/>
                </a:lnTo>
                <a:cubicBezTo>
                  <a:pt x="443950" y="275703"/>
                  <a:pt x="449149" y="280801"/>
                  <a:pt x="448963" y="287105"/>
                </a:cubicBezTo>
                <a:lnTo>
                  <a:pt x="448963" y="318252"/>
                </a:lnTo>
                <a:cubicBezTo>
                  <a:pt x="448963" y="324556"/>
                  <a:pt x="443950" y="329654"/>
                  <a:pt x="437637" y="329654"/>
                </a:cubicBezTo>
                <a:lnTo>
                  <a:pt x="411735" y="329654"/>
                </a:lnTo>
                <a:cubicBezTo>
                  <a:pt x="408114" y="347823"/>
                  <a:pt x="401058" y="364695"/>
                  <a:pt x="391032" y="379527"/>
                </a:cubicBezTo>
                <a:lnTo>
                  <a:pt x="409414" y="397881"/>
                </a:lnTo>
                <a:cubicBezTo>
                  <a:pt x="413870" y="402331"/>
                  <a:pt x="413870" y="409562"/>
                  <a:pt x="409414" y="414011"/>
                </a:cubicBezTo>
                <a:lnTo>
                  <a:pt x="387318" y="436074"/>
                </a:lnTo>
                <a:cubicBezTo>
                  <a:pt x="382862" y="440523"/>
                  <a:pt x="375620" y="440523"/>
                  <a:pt x="371164" y="436074"/>
                </a:cubicBezTo>
                <a:lnTo>
                  <a:pt x="352782" y="417719"/>
                </a:lnTo>
                <a:cubicBezTo>
                  <a:pt x="337928" y="427638"/>
                  <a:pt x="321031" y="434776"/>
                  <a:pt x="302834" y="438391"/>
                </a:cubicBezTo>
                <a:lnTo>
                  <a:pt x="302834" y="464255"/>
                </a:lnTo>
                <a:cubicBezTo>
                  <a:pt x="302834" y="470558"/>
                  <a:pt x="297728" y="475564"/>
                  <a:pt x="291415" y="475564"/>
                </a:cubicBezTo>
                <a:lnTo>
                  <a:pt x="260221" y="475564"/>
                </a:lnTo>
                <a:cubicBezTo>
                  <a:pt x="253908" y="475564"/>
                  <a:pt x="248802" y="470558"/>
                  <a:pt x="248802" y="464255"/>
                </a:cubicBezTo>
                <a:lnTo>
                  <a:pt x="248802" y="438391"/>
                </a:lnTo>
                <a:cubicBezTo>
                  <a:pt x="230605" y="434776"/>
                  <a:pt x="213709" y="427731"/>
                  <a:pt x="198854" y="417719"/>
                </a:cubicBezTo>
                <a:lnTo>
                  <a:pt x="180472" y="436074"/>
                </a:lnTo>
                <a:cubicBezTo>
                  <a:pt x="176016" y="440523"/>
                  <a:pt x="168775" y="440523"/>
                  <a:pt x="164318" y="436074"/>
                </a:cubicBezTo>
                <a:lnTo>
                  <a:pt x="142223" y="414011"/>
                </a:lnTo>
                <a:cubicBezTo>
                  <a:pt x="137766" y="409562"/>
                  <a:pt x="137766" y="402331"/>
                  <a:pt x="142223" y="397881"/>
                </a:cubicBezTo>
                <a:lnTo>
                  <a:pt x="160605" y="379527"/>
                </a:lnTo>
                <a:cubicBezTo>
                  <a:pt x="150671" y="364695"/>
                  <a:pt x="143522" y="347823"/>
                  <a:pt x="139902" y="329654"/>
                </a:cubicBezTo>
                <a:lnTo>
                  <a:pt x="113999" y="329654"/>
                </a:lnTo>
                <a:cubicBezTo>
                  <a:pt x="107686" y="329654"/>
                  <a:pt x="102673" y="324556"/>
                  <a:pt x="102673" y="318252"/>
                </a:cubicBezTo>
                <a:lnTo>
                  <a:pt x="102673" y="287105"/>
                </a:lnTo>
                <a:cubicBezTo>
                  <a:pt x="102673" y="280801"/>
                  <a:pt x="107686" y="275703"/>
                  <a:pt x="113999" y="275703"/>
                </a:cubicBezTo>
                <a:lnTo>
                  <a:pt x="139902" y="275703"/>
                </a:lnTo>
                <a:cubicBezTo>
                  <a:pt x="143522" y="257534"/>
                  <a:pt x="150578" y="240662"/>
                  <a:pt x="160605" y="225830"/>
                </a:cubicBezTo>
                <a:lnTo>
                  <a:pt x="142223" y="207476"/>
                </a:lnTo>
                <a:cubicBezTo>
                  <a:pt x="137766" y="203026"/>
                  <a:pt x="137766" y="195795"/>
                  <a:pt x="142223" y="191346"/>
                </a:cubicBezTo>
                <a:lnTo>
                  <a:pt x="164318" y="169283"/>
                </a:lnTo>
                <a:cubicBezTo>
                  <a:pt x="168775" y="164834"/>
                  <a:pt x="176016" y="164834"/>
                  <a:pt x="180472" y="169283"/>
                </a:cubicBezTo>
                <a:lnTo>
                  <a:pt x="198854" y="187638"/>
                </a:lnTo>
                <a:cubicBezTo>
                  <a:pt x="213709" y="177719"/>
                  <a:pt x="230605" y="170581"/>
                  <a:pt x="248802" y="166966"/>
                </a:cubicBezTo>
                <a:lnTo>
                  <a:pt x="248802" y="141102"/>
                </a:lnTo>
                <a:cubicBezTo>
                  <a:pt x="248802" y="134799"/>
                  <a:pt x="253908" y="129793"/>
                  <a:pt x="260221" y="129793"/>
                </a:cubicBezTo>
                <a:close/>
                <a:moveTo>
                  <a:pt x="280737" y="589"/>
                </a:moveTo>
                <a:lnTo>
                  <a:pt x="345536" y="45082"/>
                </a:lnTo>
                <a:cubicBezTo>
                  <a:pt x="347393" y="46473"/>
                  <a:pt x="347393" y="49161"/>
                  <a:pt x="345536" y="50459"/>
                </a:cubicBezTo>
                <a:lnTo>
                  <a:pt x="280737" y="94952"/>
                </a:lnTo>
                <a:cubicBezTo>
                  <a:pt x="278694" y="96435"/>
                  <a:pt x="275816" y="94952"/>
                  <a:pt x="275816" y="92356"/>
                </a:cubicBezTo>
                <a:lnTo>
                  <a:pt x="275816" y="68348"/>
                </a:lnTo>
                <a:cubicBezTo>
                  <a:pt x="146310" y="68348"/>
                  <a:pt x="41126" y="173556"/>
                  <a:pt x="41126" y="302679"/>
                </a:cubicBezTo>
                <a:lnTo>
                  <a:pt x="0" y="302679"/>
                </a:lnTo>
                <a:cubicBezTo>
                  <a:pt x="0" y="150753"/>
                  <a:pt x="123658" y="27285"/>
                  <a:pt x="275816" y="27192"/>
                </a:cubicBezTo>
                <a:lnTo>
                  <a:pt x="275816" y="3185"/>
                </a:lnTo>
                <a:cubicBezTo>
                  <a:pt x="275816" y="589"/>
                  <a:pt x="278694" y="-894"/>
                  <a:pt x="280737" y="5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微软雅黑"/>
              <a:cs typeface="+mn-cs"/>
            </a:endParaRPr>
          </a:p>
        </p:txBody>
      </p:sp>
      <p:sp>
        <p:nvSpPr>
          <p:cNvPr id="17" name="checked-files_72321">
            <a:extLst>
              <a:ext uri="{FF2B5EF4-FFF2-40B4-BE49-F238E27FC236}">
                <a16:creationId xmlns:a16="http://schemas.microsoft.com/office/drawing/2014/main" id="{A9D98832-C1FF-7B95-3F58-B2774DC50865}"/>
              </a:ext>
            </a:extLst>
          </p:cNvPr>
          <p:cNvSpPr/>
          <p:nvPr/>
        </p:nvSpPr>
        <p:spPr>
          <a:xfrm>
            <a:off x="2119070" y="2595062"/>
            <a:ext cx="390757" cy="413500"/>
          </a:xfrm>
          <a:custGeom>
            <a:avLst/>
            <a:gdLst>
              <a:gd name="connsiteX0" fmla="*/ 113038 w 538288"/>
              <a:gd name="connsiteY0" fmla="*/ 417042 h 604605"/>
              <a:gd name="connsiteX1" fmla="*/ 230537 w 538288"/>
              <a:gd name="connsiteY1" fmla="*/ 417042 h 604605"/>
              <a:gd name="connsiteX2" fmla="*/ 224772 w 538288"/>
              <a:gd name="connsiteY2" fmla="*/ 457617 h 604605"/>
              <a:gd name="connsiteX3" fmla="*/ 113038 w 538288"/>
              <a:gd name="connsiteY3" fmla="*/ 457617 h 604605"/>
              <a:gd name="connsiteX4" fmla="*/ 92723 w 538288"/>
              <a:gd name="connsiteY4" fmla="*/ 437329 h 604605"/>
              <a:gd name="connsiteX5" fmla="*/ 113038 w 538288"/>
              <a:gd name="connsiteY5" fmla="*/ 417042 h 604605"/>
              <a:gd name="connsiteX6" fmla="*/ 113039 w 538288"/>
              <a:gd name="connsiteY6" fmla="*/ 335962 h 604605"/>
              <a:gd name="connsiteX7" fmla="*/ 251045 w 538288"/>
              <a:gd name="connsiteY7" fmla="*/ 335962 h 604605"/>
              <a:gd name="connsiteX8" fmla="*/ 269348 w 538288"/>
              <a:gd name="connsiteY8" fmla="*/ 347842 h 604605"/>
              <a:gd name="connsiteX9" fmla="*/ 247750 w 538288"/>
              <a:gd name="connsiteY9" fmla="*/ 376537 h 604605"/>
              <a:gd name="connsiteX10" fmla="*/ 113039 w 538288"/>
              <a:gd name="connsiteY10" fmla="*/ 376537 h 604605"/>
              <a:gd name="connsiteX11" fmla="*/ 92723 w 538288"/>
              <a:gd name="connsiteY11" fmla="*/ 356249 h 604605"/>
              <a:gd name="connsiteX12" fmla="*/ 113039 w 538288"/>
              <a:gd name="connsiteY12" fmla="*/ 335962 h 604605"/>
              <a:gd name="connsiteX13" fmla="*/ 389557 w 538288"/>
              <a:gd name="connsiteY13" fmla="*/ 315781 h 604605"/>
              <a:gd name="connsiteX14" fmla="*/ 451068 w 538288"/>
              <a:gd name="connsiteY14" fmla="*/ 329674 h 604605"/>
              <a:gd name="connsiteX15" fmla="*/ 434317 w 538288"/>
              <a:gd name="connsiteY15" fmla="*/ 356637 h 604605"/>
              <a:gd name="connsiteX16" fmla="*/ 389557 w 538288"/>
              <a:gd name="connsiteY16" fmla="*/ 347405 h 604605"/>
              <a:gd name="connsiteX17" fmla="*/ 276604 w 538288"/>
              <a:gd name="connsiteY17" fmla="*/ 460193 h 604605"/>
              <a:gd name="connsiteX18" fmla="*/ 389557 w 538288"/>
              <a:gd name="connsiteY18" fmla="*/ 572981 h 604605"/>
              <a:gd name="connsiteX19" fmla="*/ 502602 w 538288"/>
              <a:gd name="connsiteY19" fmla="*/ 460193 h 604605"/>
              <a:gd name="connsiteX20" fmla="*/ 498940 w 538288"/>
              <a:gd name="connsiteY20" fmla="*/ 432316 h 604605"/>
              <a:gd name="connsiteX21" fmla="*/ 520085 w 538288"/>
              <a:gd name="connsiteY21" fmla="*/ 398407 h 604605"/>
              <a:gd name="connsiteX22" fmla="*/ 534181 w 538288"/>
              <a:gd name="connsiteY22" fmla="*/ 460193 h 604605"/>
              <a:gd name="connsiteX23" fmla="*/ 389557 w 538288"/>
              <a:gd name="connsiteY23" fmla="*/ 604605 h 604605"/>
              <a:gd name="connsiteX24" fmla="*/ 244933 w 538288"/>
              <a:gd name="connsiteY24" fmla="*/ 460193 h 604605"/>
              <a:gd name="connsiteX25" fmla="*/ 389557 w 538288"/>
              <a:gd name="connsiteY25" fmla="*/ 315781 h 604605"/>
              <a:gd name="connsiteX26" fmla="*/ 511903 w 538288"/>
              <a:gd name="connsiteY26" fmla="*/ 295458 h 604605"/>
              <a:gd name="connsiteX27" fmla="*/ 525814 w 538288"/>
              <a:gd name="connsiteY27" fmla="*/ 299388 h 604605"/>
              <a:gd name="connsiteX28" fmla="*/ 534325 w 538288"/>
              <a:gd name="connsiteY28" fmla="*/ 335675 h 604605"/>
              <a:gd name="connsiteX29" fmla="*/ 408393 w 538288"/>
              <a:gd name="connsiteY29" fmla="*/ 537768 h 604605"/>
              <a:gd name="connsiteX30" fmla="*/ 386702 w 538288"/>
              <a:gd name="connsiteY30" fmla="*/ 550199 h 604605"/>
              <a:gd name="connsiteX31" fmla="*/ 385970 w 538288"/>
              <a:gd name="connsiteY31" fmla="*/ 550199 h 604605"/>
              <a:gd name="connsiteX32" fmla="*/ 364371 w 538288"/>
              <a:gd name="connsiteY32" fmla="*/ 538956 h 604605"/>
              <a:gd name="connsiteX33" fmla="*/ 306347 w 538288"/>
              <a:gd name="connsiteY33" fmla="*/ 456328 h 604605"/>
              <a:gd name="connsiteX34" fmla="*/ 312753 w 538288"/>
              <a:gd name="connsiteY34" fmla="*/ 419675 h 604605"/>
              <a:gd name="connsiteX35" fmla="*/ 327854 w 538288"/>
              <a:gd name="connsiteY35" fmla="*/ 414922 h 604605"/>
              <a:gd name="connsiteX36" fmla="*/ 349545 w 538288"/>
              <a:gd name="connsiteY36" fmla="*/ 426073 h 604605"/>
              <a:gd name="connsiteX37" fmla="*/ 384689 w 538288"/>
              <a:gd name="connsiteY37" fmla="*/ 476162 h 604605"/>
              <a:gd name="connsiteX38" fmla="*/ 489480 w 538288"/>
              <a:gd name="connsiteY38" fmla="*/ 307797 h 604605"/>
              <a:gd name="connsiteX39" fmla="*/ 511903 w 538288"/>
              <a:gd name="connsiteY39" fmla="*/ 295458 h 604605"/>
              <a:gd name="connsiteX40" fmla="*/ 113046 w 538288"/>
              <a:gd name="connsiteY40" fmla="*/ 255024 h 604605"/>
              <a:gd name="connsiteX41" fmla="*/ 251093 w 538288"/>
              <a:gd name="connsiteY41" fmla="*/ 255024 h 604605"/>
              <a:gd name="connsiteX42" fmla="*/ 271324 w 538288"/>
              <a:gd name="connsiteY42" fmla="*/ 275195 h 604605"/>
              <a:gd name="connsiteX43" fmla="*/ 251093 w 538288"/>
              <a:gd name="connsiteY43" fmla="*/ 295458 h 604605"/>
              <a:gd name="connsiteX44" fmla="*/ 113046 w 538288"/>
              <a:gd name="connsiteY44" fmla="*/ 295458 h 604605"/>
              <a:gd name="connsiteX45" fmla="*/ 92723 w 538288"/>
              <a:gd name="connsiteY45" fmla="*/ 275195 h 604605"/>
              <a:gd name="connsiteX46" fmla="*/ 113046 w 538288"/>
              <a:gd name="connsiteY46" fmla="*/ 255024 h 604605"/>
              <a:gd name="connsiteX47" fmla="*/ 113041 w 538288"/>
              <a:gd name="connsiteY47" fmla="*/ 173803 h 604605"/>
              <a:gd name="connsiteX48" fmla="*/ 218567 w 538288"/>
              <a:gd name="connsiteY48" fmla="*/ 173803 h 604605"/>
              <a:gd name="connsiteX49" fmla="*/ 238793 w 538288"/>
              <a:gd name="connsiteY49" fmla="*/ 194091 h 604605"/>
              <a:gd name="connsiteX50" fmla="*/ 218567 w 538288"/>
              <a:gd name="connsiteY50" fmla="*/ 214378 h 604605"/>
              <a:gd name="connsiteX51" fmla="*/ 113041 w 538288"/>
              <a:gd name="connsiteY51" fmla="*/ 214378 h 604605"/>
              <a:gd name="connsiteX52" fmla="*/ 92723 w 538288"/>
              <a:gd name="connsiteY52" fmla="*/ 194091 h 604605"/>
              <a:gd name="connsiteX53" fmla="*/ 113041 w 538288"/>
              <a:gd name="connsiteY53" fmla="*/ 173803 h 604605"/>
              <a:gd name="connsiteX54" fmla="*/ 118900 w 538288"/>
              <a:gd name="connsiteY54" fmla="*/ 0 h 604605"/>
              <a:gd name="connsiteX55" fmla="*/ 381413 w 538288"/>
              <a:gd name="connsiteY55" fmla="*/ 0 h 604605"/>
              <a:gd name="connsiteX56" fmla="*/ 432213 w 538288"/>
              <a:gd name="connsiteY56" fmla="*/ 50726 h 604605"/>
              <a:gd name="connsiteX57" fmla="*/ 432213 w 538288"/>
              <a:gd name="connsiteY57" fmla="*/ 301430 h 604605"/>
              <a:gd name="connsiteX58" fmla="*/ 391664 w 538288"/>
              <a:gd name="connsiteY58" fmla="*/ 295672 h 604605"/>
              <a:gd name="connsiteX59" fmla="*/ 391664 w 538288"/>
              <a:gd name="connsiteY59" fmla="*/ 50726 h 604605"/>
              <a:gd name="connsiteX60" fmla="*/ 381413 w 538288"/>
              <a:gd name="connsiteY60" fmla="*/ 40489 h 604605"/>
              <a:gd name="connsiteX61" fmla="*/ 118900 w 538288"/>
              <a:gd name="connsiteY61" fmla="*/ 40489 h 604605"/>
              <a:gd name="connsiteX62" fmla="*/ 108648 w 538288"/>
              <a:gd name="connsiteY62" fmla="*/ 50726 h 604605"/>
              <a:gd name="connsiteX63" fmla="*/ 108648 w 538288"/>
              <a:gd name="connsiteY63" fmla="*/ 68091 h 604605"/>
              <a:gd name="connsiteX64" fmla="*/ 313222 w 538288"/>
              <a:gd name="connsiteY64" fmla="*/ 68091 h 604605"/>
              <a:gd name="connsiteX65" fmla="*/ 364113 w 538288"/>
              <a:gd name="connsiteY65" fmla="*/ 118817 h 604605"/>
              <a:gd name="connsiteX66" fmla="*/ 364113 w 538288"/>
              <a:gd name="connsiteY66" fmla="*/ 297682 h 604605"/>
              <a:gd name="connsiteX67" fmla="*/ 323473 w 538288"/>
              <a:gd name="connsiteY67" fmla="*/ 309381 h 604605"/>
              <a:gd name="connsiteX68" fmla="*/ 323473 w 538288"/>
              <a:gd name="connsiteY68" fmla="*/ 118817 h 604605"/>
              <a:gd name="connsiteX69" fmla="*/ 313222 w 538288"/>
              <a:gd name="connsiteY69" fmla="*/ 108580 h 604605"/>
              <a:gd name="connsiteX70" fmla="*/ 50800 w 538288"/>
              <a:gd name="connsiteY70" fmla="*/ 108580 h 604605"/>
              <a:gd name="connsiteX71" fmla="*/ 40549 w 538288"/>
              <a:gd name="connsiteY71" fmla="*/ 118817 h 604605"/>
              <a:gd name="connsiteX72" fmla="*/ 40549 w 538288"/>
              <a:gd name="connsiteY72" fmla="*/ 496015 h 604605"/>
              <a:gd name="connsiteX73" fmla="*/ 50800 w 538288"/>
              <a:gd name="connsiteY73" fmla="*/ 506252 h 604605"/>
              <a:gd name="connsiteX74" fmla="*/ 231392 w 538288"/>
              <a:gd name="connsiteY74" fmla="*/ 506252 h 604605"/>
              <a:gd name="connsiteX75" fmla="*/ 249607 w 538288"/>
              <a:gd name="connsiteY75" fmla="*/ 546741 h 604605"/>
              <a:gd name="connsiteX76" fmla="*/ 50800 w 538288"/>
              <a:gd name="connsiteY76" fmla="*/ 546741 h 604605"/>
              <a:gd name="connsiteX77" fmla="*/ 0 w 538288"/>
              <a:gd name="connsiteY77" fmla="*/ 496015 h 604605"/>
              <a:gd name="connsiteX78" fmla="*/ 0 w 538288"/>
              <a:gd name="connsiteY78" fmla="*/ 118817 h 604605"/>
              <a:gd name="connsiteX79" fmla="*/ 50800 w 538288"/>
              <a:gd name="connsiteY79" fmla="*/ 68091 h 604605"/>
              <a:gd name="connsiteX80" fmla="*/ 68100 w 538288"/>
              <a:gd name="connsiteY80" fmla="*/ 68091 h 604605"/>
              <a:gd name="connsiteX81" fmla="*/ 68100 w 538288"/>
              <a:gd name="connsiteY81" fmla="*/ 50726 h 604605"/>
              <a:gd name="connsiteX82" fmla="*/ 118900 w 538288"/>
              <a:gd name="connsiteY82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38288" h="604605">
                <a:moveTo>
                  <a:pt x="113038" y="417042"/>
                </a:moveTo>
                <a:lnTo>
                  <a:pt x="230537" y="417042"/>
                </a:lnTo>
                <a:cubicBezTo>
                  <a:pt x="227060" y="430019"/>
                  <a:pt x="225046" y="443544"/>
                  <a:pt x="224772" y="457617"/>
                </a:cubicBezTo>
                <a:lnTo>
                  <a:pt x="113038" y="457617"/>
                </a:lnTo>
                <a:cubicBezTo>
                  <a:pt x="101782" y="457617"/>
                  <a:pt x="92723" y="448570"/>
                  <a:pt x="92723" y="437329"/>
                </a:cubicBezTo>
                <a:cubicBezTo>
                  <a:pt x="92723" y="426181"/>
                  <a:pt x="101782" y="417042"/>
                  <a:pt x="113038" y="417042"/>
                </a:cubicBezTo>
                <a:close/>
                <a:moveTo>
                  <a:pt x="113039" y="335962"/>
                </a:moveTo>
                <a:lnTo>
                  <a:pt x="251045" y="335962"/>
                </a:lnTo>
                <a:cubicBezTo>
                  <a:pt x="259190" y="335962"/>
                  <a:pt x="266145" y="340897"/>
                  <a:pt x="269348" y="347842"/>
                </a:cubicBezTo>
                <a:cubicBezTo>
                  <a:pt x="261112" y="356524"/>
                  <a:pt x="253882" y="366210"/>
                  <a:pt x="247750" y="376537"/>
                </a:cubicBezTo>
                <a:lnTo>
                  <a:pt x="113039" y="376537"/>
                </a:lnTo>
                <a:cubicBezTo>
                  <a:pt x="101783" y="376537"/>
                  <a:pt x="92723" y="367490"/>
                  <a:pt x="92723" y="356249"/>
                </a:cubicBezTo>
                <a:cubicBezTo>
                  <a:pt x="92723" y="345101"/>
                  <a:pt x="101783" y="335962"/>
                  <a:pt x="113039" y="335962"/>
                </a:cubicBezTo>
                <a:close/>
                <a:moveTo>
                  <a:pt x="389557" y="315781"/>
                </a:moveTo>
                <a:cubicBezTo>
                  <a:pt x="411617" y="315781"/>
                  <a:pt x="432395" y="320808"/>
                  <a:pt x="451068" y="329674"/>
                </a:cubicBezTo>
                <a:lnTo>
                  <a:pt x="434317" y="356637"/>
                </a:lnTo>
                <a:cubicBezTo>
                  <a:pt x="420587" y="350696"/>
                  <a:pt x="405484" y="347405"/>
                  <a:pt x="389557" y="347405"/>
                </a:cubicBezTo>
                <a:cubicBezTo>
                  <a:pt x="327314" y="347405"/>
                  <a:pt x="276604" y="397950"/>
                  <a:pt x="276604" y="460193"/>
                </a:cubicBezTo>
                <a:cubicBezTo>
                  <a:pt x="276604" y="522345"/>
                  <a:pt x="327314" y="572981"/>
                  <a:pt x="389557" y="572981"/>
                </a:cubicBezTo>
                <a:cubicBezTo>
                  <a:pt x="451892" y="572981"/>
                  <a:pt x="502602" y="522345"/>
                  <a:pt x="502602" y="460193"/>
                </a:cubicBezTo>
                <a:cubicBezTo>
                  <a:pt x="502602" y="450596"/>
                  <a:pt x="501229" y="441273"/>
                  <a:pt x="498940" y="432316"/>
                </a:cubicBezTo>
                <a:lnTo>
                  <a:pt x="520085" y="398407"/>
                </a:lnTo>
                <a:cubicBezTo>
                  <a:pt x="529055" y="417144"/>
                  <a:pt x="534181" y="438074"/>
                  <a:pt x="534181" y="460193"/>
                </a:cubicBezTo>
                <a:cubicBezTo>
                  <a:pt x="534181" y="539802"/>
                  <a:pt x="469375" y="604605"/>
                  <a:pt x="389557" y="604605"/>
                </a:cubicBezTo>
                <a:cubicBezTo>
                  <a:pt x="309831" y="604605"/>
                  <a:pt x="244933" y="539802"/>
                  <a:pt x="244933" y="460193"/>
                </a:cubicBezTo>
                <a:cubicBezTo>
                  <a:pt x="244933" y="380584"/>
                  <a:pt x="309831" y="315781"/>
                  <a:pt x="389557" y="315781"/>
                </a:cubicBezTo>
                <a:close/>
                <a:moveTo>
                  <a:pt x="511903" y="295458"/>
                </a:moveTo>
                <a:cubicBezTo>
                  <a:pt x="516662" y="295458"/>
                  <a:pt x="521512" y="296738"/>
                  <a:pt x="525814" y="299388"/>
                </a:cubicBezTo>
                <a:cubicBezTo>
                  <a:pt x="538169" y="307066"/>
                  <a:pt x="542013" y="323336"/>
                  <a:pt x="534325" y="335675"/>
                </a:cubicBezTo>
                <a:lnTo>
                  <a:pt x="408393" y="537768"/>
                </a:lnTo>
                <a:cubicBezTo>
                  <a:pt x="403634" y="545263"/>
                  <a:pt x="395488" y="549925"/>
                  <a:pt x="386702" y="550199"/>
                </a:cubicBezTo>
                <a:lnTo>
                  <a:pt x="385970" y="550199"/>
                </a:lnTo>
                <a:cubicBezTo>
                  <a:pt x="377367" y="550199"/>
                  <a:pt x="369313" y="545994"/>
                  <a:pt x="364371" y="538956"/>
                </a:cubicBezTo>
                <a:lnTo>
                  <a:pt x="306347" y="456328"/>
                </a:lnTo>
                <a:cubicBezTo>
                  <a:pt x="297927" y="444445"/>
                  <a:pt x="300856" y="427993"/>
                  <a:pt x="312753" y="419675"/>
                </a:cubicBezTo>
                <a:cubicBezTo>
                  <a:pt x="317421" y="416385"/>
                  <a:pt x="322638" y="414922"/>
                  <a:pt x="327854" y="414922"/>
                </a:cubicBezTo>
                <a:cubicBezTo>
                  <a:pt x="336183" y="414922"/>
                  <a:pt x="344420" y="418761"/>
                  <a:pt x="349545" y="426073"/>
                </a:cubicBezTo>
                <a:lnTo>
                  <a:pt x="384689" y="476162"/>
                </a:lnTo>
                <a:lnTo>
                  <a:pt x="489480" y="307797"/>
                </a:lnTo>
                <a:cubicBezTo>
                  <a:pt x="494514" y="299845"/>
                  <a:pt x="503117" y="295458"/>
                  <a:pt x="511903" y="295458"/>
                </a:cubicBezTo>
                <a:close/>
                <a:moveTo>
                  <a:pt x="113046" y="255024"/>
                </a:moveTo>
                <a:lnTo>
                  <a:pt x="251093" y="255024"/>
                </a:lnTo>
                <a:cubicBezTo>
                  <a:pt x="262261" y="255024"/>
                  <a:pt x="271324" y="264060"/>
                  <a:pt x="271324" y="275195"/>
                </a:cubicBezTo>
                <a:cubicBezTo>
                  <a:pt x="271324" y="286422"/>
                  <a:pt x="262261" y="295458"/>
                  <a:pt x="251093" y="295458"/>
                </a:cubicBezTo>
                <a:lnTo>
                  <a:pt x="113046" y="295458"/>
                </a:lnTo>
                <a:cubicBezTo>
                  <a:pt x="101786" y="295458"/>
                  <a:pt x="92723" y="286422"/>
                  <a:pt x="92723" y="275195"/>
                </a:cubicBezTo>
                <a:cubicBezTo>
                  <a:pt x="92723" y="264060"/>
                  <a:pt x="101786" y="255024"/>
                  <a:pt x="113046" y="255024"/>
                </a:cubicBezTo>
                <a:close/>
                <a:moveTo>
                  <a:pt x="113041" y="173803"/>
                </a:moveTo>
                <a:lnTo>
                  <a:pt x="218567" y="173803"/>
                </a:lnTo>
                <a:cubicBezTo>
                  <a:pt x="229732" y="173803"/>
                  <a:pt x="238793" y="182942"/>
                  <a:pt x="238793" y="194091"/>
                </a:cubicBezTo>
                <a:cubicBezTo>
                  <a:pt x="238793" y="205331"/>
                  <a:pt x="229732" y="214378"/>
                  <a:pt x="218567" y="214378"/>
                </a:cubicBezTo>
                <a:lnTo>
                  <a:pt x="113041" y="214378"/>
                </a:lnTo>
                <a:cubicBezTo>
                  <a:pt x="101784" y="214378"/>
                  <a:pt x="92723" y="205331"/>
                  <a:pt x="92723" y="194091"/>
                </a:cubicBezTo>
                <a:cubicBezTo>
                  <a:pt x="92723" y="182942"/>
                  <a:pt x="101784" y="173803"/>
                  <a:pt x="113041" y="173803"/>
                </a:cubicBezTo>
                <a:close/>
                <a:moveTo>
                  <a:pt x="118900" y="0"/>
                </a:moveTo>
                <a:lnTo>
                  <a:pt x="381413" y="0"/>
                </a:lnTo>
                <a:cubicBezTo>
                  <a:pt x="409422" y="0"/>
                  <a:pt x="432213" y="22758"/>
                  <a:pt x="432213" y="50726"/>
                </a:cubicBezTo>
                <a:lnTo>
                  <a:pt x="432213" y="301430"/>
                </a:lnTo>
                <a:cubicBezTo>
                  <a:pt x="419032" y="297865"/>
                  <a:pt x="405486" y="295763"/>
                  <a:pt x="391664" y="295672"/>
                </a:cubicBezTo>
                <a:lnTo>
                  <a:pt x="391664" y="50726"/>
                </a:lnTo>
                <a:cubicBezTo>
                  <a:pt x="391664" y="45059"/>
                  <a:pt x="386996" y="40489"/>
                  <a:pt x="381413" y="40489"/>
                </a:cubicBezTo>
                <a:lnTo>
                  <a:pt x="118900" y="40489"/>
                </a:lnTo>
                <a:cubicBezTo>
                  <a:pt x="113316" y="40489"/>
                  <a:pt x="108648" y="45059"/>
                  <a:pt x="108648" y="50726"/>
                </a:cubicBezTo>
                <a:lnTo>
                  <a:pt x="108648" y="68091"/>
                </a:lnTo>
                <a:lnTo>
                  <a:pt x="313222" y="68091"/>
                </a:lnTo>
                <a:cubicBezTo>
                  <a:pt x="341322" y="68091"/>
                  <a:pt x="364113" y="90849"/>
                  <a:pt x="364113" y="118817"/>
                </a:cubicBezTo>
                <a:lnTo>
                  <a:pt x="364113" y="297682"/>
                </a:lnTo>
                <a:cubicBezTo>
                  <a:pt x="349926" y="299876"/>
                  <a:pt x="336288" y="303806"/>
                  <a:pt x="323473" y="309381"/>
                </a:cubicBezTo>
                <a:lnTo>
                  <a:pt x="323473" y="118817"/>
                </a:lnTo>
                <a:cubicBezTo>
                  <a:pt x="323473" y="113150"/>
                  <a:pt x="318897" y="108580"/>
                  <a:pt x="313222" y="108580"/>
                </a:cubicBezTo>
                <a:lnTo>
                  <a:pt x="50800" y="108580"/>
                </a:lnTo>
                <a:cubicBezTo>
                  <a:pt x="45125" y="108580"/>
                  <a:pt x="40549" y="113150"/>
                  <a:pt x="40549" y="118817"/>
                </a:cubicBezTo>
                <a:lnTo>
                  <a:pt x="40549" y="496015"/>
                </a:lnTo>
                <a:cubicBezTo>
                  <a:pt x="40549" y="501591"/>
                  <a:pt x="45125" y="506252"/>
                  <a:pt x="50800" y="506252"/>
                </a:cubicBezTo>
                <a:lnTo>
                  <a:pt x="231392" y="506252"/>
                </a:lnTo>
                <a:cubicBezTo>
                  <a:pt x="235603" y="520693"/>
                  <a:pt x="241735" y="534219"/>
                  <a:pt x="249607" y="546741"/>
                </a:cubicBezTo>
                <a:lnTo>
                  <a:pt x="50800" y="546741"/>
                </a:lnTo>
                <a:cubicBezTo>
                  <a:pt x="22791" y="546741"/>
                  <a:pt x="0" y="523983"/>
                  <a:pt x="0" y="496015"/>
                </a:cubicBezTo>
                <a:lnTo>
                  <a:pt x="0" y="118817"/>
                </a:lnTo>
                <a:cubicBezTo>
                  <a:pt x="0" y="90849"/>
                  <a:pt x="22791" y="68091"/>
                  <a:pt x="50800" y="68091"/>
                </a:cubicBezTo>
                <a:lnTo>
                  <a:pt x="68100" y="68091"/>
                </a:lnTo>
                <a:lnTo>
                  <a:pt x="68100" y="50726"/>
                </a:lnTo>
                <a:cubicBezTo>
                  <a:pt x="68100" y="22758"/>
                  <a:pt x="90891" y="0"/>
                  <a:pt x="118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微软雅黑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D59C05-BADC-6514-74C6-519CA3F4455C}"/>
              </a:ext>
            </a:extLst>
          </p:cNvPr>
          <p:cNvSpPr/>
          <p:nvPr/>
        </p:nvSpPr>
        <p:spPr>
          <a:xfrm>
            <a:off x="4225070" y="1991309"/>
            <a:ext cx="3708000" cy="2800128"/>
          </a:xfrm>
          <a:prstGeom prst="rect">
            <a:avLst/>
          </a:prstGeom>
          <a:solidFill>
            <a:schemeClr val="accent5">
              <a:lumMod val="7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9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Quality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Management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(Capability + Leading)</a:t>
            </a:r>
          </a:p>
        </p:txBody>
      </p:sp>
      <p:sp>
        <p:nvSpPr>
          <p:cNvPr id="28" name="iconfont-10796-5191313">
            <a:extLst>
              <a:ext uri="{FF2B5EF4-FFF2-40B4-BE49-F238E27FC236}">
                <a16:creationId xmlns:a16="http://schemas.microsoft.com/office/drawing/2014/main" id="{95243F2A-BE21-4EE3-5E5F-0713E518BD8A}"/>
              </a:ext>
            </a:extLst>
          </p:cNvPr>
          <p:cNvSpPr/>
          <p:nvPr/>
        </p:nvSpPr>
        <p:spPr>
          <a:xfrm>
            <a:off x="5778132" y="2612122"/>
            <a:ext cx="488631" cy="379379"/>
          </a:xfrm>
          <a:custGeom>
            <a:avLst/>
            <a:gdLst>
              <a:gd name="connsiteX0" fmla="*/ 304744 w 406126"/>
              <a:gd name="connsiteY0" fmla="*/ 264141 h 385889"/>
              <a:gd name="connsiteX1" fmla="*/ 284410 w 406126"/>
              <a:gd name="connsiteY1" fmla="*/ 284433 h 385889"/>
              <a:gd name="connsiteX2" fmla="*/ 304744 w 406126"/>
              <a:gd name="connsiteY2" fmla="*/ 304772 h 385889"/>
              <a:gd name="connsiteX3" fmla="*/ 325077 w 406126"/>
              <a:gd name="connsiteY3" fmla="*/ 284433 h 385889"/>
              <a:gd name="connsiteX4" fmla="*/ 304744 w 406126"/>
              <a:gd name="connsiteY4" fmla="*/ 264141 h 385889"/>
              <a:gd name="connsiteX5" fmla="*/ 304744 w 406126"/>
              <a:gd name="connsiteY5" fmla="*/ 183024 h 385889"/>
              <a:gd name="connsiteX6" fmla="*/ 325077 w 406126"/>
              <a:gd name="connsiteY6" fmla="*/ 203363 h 385889"/>
              <a:gd name="connsiteX7" fmla="*/ 325077 w 406126"/>
              <a:gd name="connsiteY7" fmla="*/ 226941 h 385889"/>
              <a:gd name="connsiteX8" fmla="*/ 331030 w 406126"/>
              <a:gd name="connsiteY8" fmla="*/ 229418 h 385889"/>
              <a:gd name="connsiteX9" fmla="*/ 347697 w 406126"/>
              <a:gd name="connsiteY9" fmla="*/ 212746 h 385889"/>
              <a:gd name="connsiteX10" fmla="*/ 376697 w 406126"/>
              <a:gd name="connsiteY10" fmla="*/ 212508 h 385889"/>
              <a:gd name="connsiteX11" fmla="*/ 376459 w 406126"/>
              <a:gd name="connsiteY11" fmla="*/ 241469 h 385889"/>
              <a:gd name="connsiteX12" fmla="*/ 359744 w 406126"/>
              <a:gd name="connsiteY12" fmla="*/ 258140 h 385889"/>
              <a:gd name="connsiteX13" fmla="*/ 362221 w 406126"/>
              <a:gd name="connsiteY13" fmla="*/ 264141 h 385889"/>
              <a:gd name="connsiteX14" fmla="*/ 385840 w 406126"/>
              <a:gd name="connsiteY14" fmla="*/ 264141 h 385889"/>
              <a:gd name="connsiteX15" fmla="*/ 406126 w 406126"/>
              <a:gd name="connsiteY15" fmla="*/ 284433 h 385889"/>
              <a:gd name="connsiteX16" fmla="*/ 385840 w 406126"/>
              <a:gd name="connsiteY16" fmla="*/ 304772 h 385889"/>
              <a:gd name="connsiteX17" fmla="*/ 362221 w 406126"/>
              <a:gd name="connsiteY17" fmla="*/ 304772 h 385889"/>
              <a:gd name="connsiteX18" fmla="*/ 359744 w 406126"/>
              <a:gd name="connsiteY18" fmla="*/ 310726 h 385889"/>
              <a:gd name="connsiteX19" fmla="*/ 376411 w 406126"/>
              <a:gd name="connsiteY19" fmla="*/ 327444 h 385889"/>
              <a:gd name="connsiteX20" fmla="*/ 376173 w 406126"/>
              <a:gd name="connsiteY20" fmla="*/ 355928 h 385889"/>
              <a:gd name="connsiteX21" fmla="*/ 347697 w 406126"/>
              <a:gd name="connsiteY21" fmla="*/ 356167 h 385889"/>
              <a:gd name="connsiteX22" fmla="*/ 331030 w 406126"/>
              <a:gd name="connsiteY22" fmla="*/ 339495 h 385889"/>
              <a:gd name="connsiteX23" fmla="*/ 325077 w 406126"/>
              <a:gd name="connsiteY23" fmla="*/ 341925 h 385889"/>
              <a:gd name="connsiteX24" fmla="*/ 325077 w 406126"/>
              <a:gd name="connsiteY24" fmla="*/ 365550 h 385889"/>
              <a:gd name="connsiteX25" fmla="*/ 304744 w 406126"/>
              <a:gd name="connsiteY25" fmla="*/ 385889 h 385889"/>
              <a:gd name="connsiteX26" fmla="*/ 284410 w 406126"/>
              <a:gd name="connsiteY26" fmla="*/ 365550 h 385889"/>
              <a:gd name="connsiteX27" fmla="*/ 284410 w 406126"/>
              <a:gd name="connsiteY27" fmla="*/ 341925 h 385889"/>
              <a:gd name="connsiteX28" fmla="*/ 278457 w 406126"/>
              <a:gd name="connsiteY28" fmla="*/ 339495 h 385889"/>
              <a:gd name="connsiteX29" fmla="*/ 261790 w 406126"/>
              <a:gd name="connsiteY29" fmla="*/ 356167 h 385889"/>
              <a:gd name="connsiteX30" fmla="*/ 233266 w 406126"/>
              <a:gd name="connsiteY30" fmla="*/ 355881 h 385889"/>
              <a:gd name="connsiteX31" fmla="*/ 233028 w 406126"/>
              <a:gd name="connsiteY31" fmla="*/ 327397 h 385889"/>
              <a:gd name="connsiteX32" fmla="*/ 249743 w 406126"/>
              <a:gd name="connsiteY32" fmla="*/ 310726 h 385889"/>
              <a:gd name="connsiteX33" fmla="*/ 247266 w 406126"/>
              <a:gd name="connsiteY33" fmla="*/ 304772 h 385889"/>
              <a:gd name="connsiteX34" fmla="*/ 223647 w 406126"/>
              <a:gd name="connsiteY34" fmla="*/ 304772 h 385889"/>
              <a:gd name="connsiteX35" fmla="*/ 203361 w 406126"/>
              <a:gd name="connsiteY35" fmla="*/ 284433 h 385889"/>
              <a:gd name="connsiteX36" fmla="*/ 223647 w 406126"/>
              <a:gd name="connsiteY36" fmla="*/ 264141 h 385889"/>
              <a:gd name="connsiteX37" fmla="*/ 247266 w 406126"/>
              <a:gd name="connsiteY37" fmla="*/ 264141 h 385889"/>
              <a:gd name="connsiteX38" fmla="*/ 249743 w 406126"/>
              <a:gd name="connsiteY38" fmla="*/ 258187 h 385889"/>
              <a:gd name="connsiteX39" fmla="*/ 233076 w 406126"/>
              <a:gd name="connsiteY39" fmla="*/ 241469 h 385889"/>
              <a:gd name="connsiteX40" fmla="*/ 232790 w 406126"/>
              <a:gd name="connsiteY40" fmla="*/ 212461 h 385889"/>
              <a:gd name="connsiteX41" fmla="*/ 261790 w 406126"/>
              <a:gd name="connsiteY41" fmla="*/ 212746 h 385889"/>
              <a:gd name="connsiteX42" fmla="*/ 278457 w 406126"/>
              <a:gd name="connsiteY42" fmla="*/ 229418 h 385889"/>
              <a:gd name="connsiteX43" fmla="*/ 284410 w 406126"/>
              <a:gd name="connsiteY43" fmla="*/ 226941 h 385889"/>
              <a:gd name="connsiteX44" fmla="*/ 284410 w 406126"/>
              <a:gd name="connsiteY44" fmla="*/ 203363 h 385889"/>
              <a:gd name="connsiteX45" fmla="*/ 304744 w 406126"/>
              <a:gd name="connsiteY45" fmla="*/ 183024 h 385889"/>
              <a:gd name="connsiteX46" fmla="*/ 162541 w 406126"/>
              <a:gd name="connsiteY46" fmla="*/ 0 h 385889"/>
              <a:gd name="connsiteX47" fmla="*/ 264170 w 406126"/>
              <a:gd name="connsiteY47" fmla="*/ 121917 h 385889"/>
              <a:gd name="connsiteX48" fmla="*/ 254740 w 406126"/>
              <a:gd name="connsiteY48" fmla="*/ 173303 h 385889"/>
              <a:gd name="connsiteX49" fmla="*/ 185543 w 406126"/>
              <a:gd name="connsiteY49" fmla="*/ 259169 h 385889"/>
              <a:gd name="connsiteX50" fmla="*/ 213927 w 406126"/>
              <a:gd name="connsiteY50" fmla="*/ 365751 h 385889"/>
              <a:gd name="connsiteX51" fmla="*/ 40623 w 406126"/>
              <a:gd name="connsiteY51" fmla="*/ 365751 h 385889"/>
              <a:gd name="connsiteX52" fmla="*/ 0 w 406126"/>
              <a:gd name="connsiteY52" fmla="*/ 335272 h 385889"/>
              <a:gd name="connsiteX53" fmla="*/ 40623 w 406126"/>
              <a:gd name="connsiteY53" fmla="*/ 284457 h 385889"/>
              <a:gd name="connsiteX54" fmla="*/ 117441 w 406126"/>
              <a:gd name="connsiteY54" fmla="*/ 231166 h 385889"/>
              <a:gd name="connsiteX55" fmla="*/ 60959 w 406126"/>
              <a:gd name="connsiteY55" fmla="*/ 121917 h 385889"/>
              <a:gd name="connsiteX56" fmla="*/ 162541 w 406126"/>
              <a:gd name="connsiteY56" fmla="*/ 0 h 385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06126" h="385889">
                <a:moveTo>
                  <a:pt x="304744" y="264141"/>
                </a:moveTo>
                <a:cubicBezTo>
                  <a:pt x="293505" y="264141"/>
                  <a:pt x="284410" y="273239"/>
                  <a:pt x="284410" y="284433"/>
                </a:cubicBezTo>
                <a:cubicBezTo>
                  <a:pt x="284410" y="295674"/>
                  <a:pt x="293505" y="304772"/>
                  <a:pt x="304744" y="304772"/>
                </a:cubicBezTo>
                <a:cubicBezTo>
                  <a:pt x="315982" y="304772"/>
                  <a:pt x="325077" y="295674"/>
                  <a:pt x="325077" y="284433"/>
                </a:cubicBezTo>
                <a:cubicBezTo>
                  <a:pt x="325077" y="273239"/>
                  <a:pt x="315982" y="264141"/>
                  <a:pt x="304744" y="264141"/>
                </a:cubicBezTo>
                <a:close/>
                <a:moveTo>
                  <a:pt x="304744" y="183024"/>
                </a:moveTo>
                <a:cubicBezTo>
                  <a:pt x="315982" y="183024"/>
                  <a:pt x="325077" y="192122"/>
                  <a:pt x="325077" y="203363"/>
                </a:cubicBezTo>
                <a:lnTo>
                  <a:pt x="325077" y="226941"/>
                </a:lnTo>
                <a:cubicBezTo>
                  <a:pt x="327077" y="227655"/>
                  <a:pt x="329077" y="228513"/>
                  <a:pt x="331030" y="229418"/>
                </a:cubicBezTo>
                <a:lnTo>
                  <a:pt x="347697" y="212746"/>
                </a:lnTo>
                <a:cubicBezTo>
                  <a:pt x="355601" y="204554"/>
                  <a:pt x="368649" y="204458"/>
                  <a:pt x="376697" y="212508"/>
                </a:cubicBezTo>
                <a:cubicBezTo>
                  <a:pt x="384745" y="220510"/>
                  <a:pt x="384602" y="233609"/>
                  <a:pt x="376459" y="241469"/>
                </a:cubicBezTo>
                <a:lnTo>
                  <a:pt x="359744" y="258140"/>
                </a:lnTo>
                <a:cubicBezTo>
                  <a:pt x="360697" y="260093"/>
                  <a:pt x="361506" y="262093"/>
                  <a:pt x="362221" y="264141"/>
                </a:cubicBezTo>
                <a:lnTo>
                  <a:pt x="385840" y="264141"/>
                </a:lnTo>
                <a:cubicBezTo>
                  <a:pt x="397031" y="264141"/>
                  <a:pt x="406126" y="273239"/>
                  <a:pt x="406126" y="284433"/>
                </a:cubicBezTo>
                <a:cubicBezTo>
                  <a:pt x="406126" y="295674"/>
                  <a:pt x="397031" y="304772"/>
                  <a:pt x="385840" y="304772"/>
                </a:cubicBezTo>
                <a:lnTo>
                  <a:pt x="362221" y="304772"/>
                </a:lnTo>
                <a:cubicBezTo>
                  <a:pt x="361506" y="306820"/>
                  <a:pt x="360697" y="308773"/>
                  <a:pt x="359744" y="310726"/>
                </a:cubicBezTo>
                <a:lnTo>
                  <a:pt x="376411" y="327444"/>
                </a:lnTo>
                <a:cubicBezTo>
                  <a:pt x="384126" y="335399"/>
                  <a:pt x="384030" y="348069"/>
                  <a:pt x="376173" y="355928"/>
                </a:cubicBezTo>
                <a:cubicBezTo>
                  <a:pt x="368364" y="363740"/>
                  <a:pt x="355649" y="363883"/>
                  <a:pt x="347697" y="356167"/>
                </a:cubicBezTo>
                <a:lnTo>
                  <a:pt x="331030" y="339495"/>
                </a:lnTo>
                <a:cubicBezTo>
                  <a:pt x="329077" y="340400"/>
                  <a:pt x="327077" y="341210"/>
                  <a:pt x="325077" y="341925"/>
                </a:cubicBezTo>
                <a:lnTo>
                  <a:pt x="325077" y="365550"/>
                </a:lnTo>
                <a:cubicBezTo>
                  <a:pt x="325077" y="376791"/>
                  <a:pt x="315982" y="385889"/>
                  <a:pt x="304744" y="385889"/>
                </a:cubicBezTo>
                <a:cubicBezTo>
                  <a:pt x="293505" y="385889"/>
                  <a:pt x="284410" y="376791"/>
                  <a:pt x="284410" y="365550"/>
                </a:cubicBezTo>
                <a:lnTo>
                  <a:pt x="284410" y="341925"/>
                </a:lnTo>
                <a:cubicBezTo>
                  <a:pt x="282410" y="341210"/>
                  <a:pt x="280410" y="340400"/>
                  <a:pt x="278457" y="339495"/>
                </a:cubicBezTo>
                <a:lnTo>
                  <a:pt x="261790" y="356167"/>
                </a:lnTo>
                <a:cubicBezTo>
                  <a:pt x="253790" y="363835"/>
                  <a:pt x="241123" y="363740"/>
                  <a:pt x="233266" y="355881"/>
                </a:cubicBezTo>
                <a:cubicBezTo>
                  <a:pt x="225457" y="348069"/>
                  <a:pt x="225361" y="335399"/>
                  <a:pt x="233028" y="327397"/>
                </a:cubicBezTo>
                <a:lnTo>
                  <a:pt x="249743" y="310726"/>
                </a:lnTo>
                <a:cubicBezTo>
                  <a:pt x="248790" y="308820"/>
                  <a:pt x="247981" y="306820"/>
                  <a:pt x="247266" y="304772"/>
                </a:cubicBezTo>
                <a:lnTo>
                  <a:pt x="223647" y="304772"/>
                </a:lnTo>
                <a:cubicBezTo>
                  <a:pt x="212456" y="304772"/>
                  <a:pt x="203361" y="295674"/>
                  <a:pt x="203361" y="284433"/>
                </a:cubicBezTo>
                <a:cubicBezTo>
                  <a:pt x="203361" y="273239"/>
                  <a:pt x="212456" y="264141"/>
                  <a:pt x="223647" y="264141"/>
                </a:cubicBezTo>
                <a:lnTo>
                  <a:pt x="247266" y="264141"/>
                </a:lnTo>
                <a:cubicBezTo>
                  <a:pt x="247981" y="262093"/>
                  <a:pt x="248790" y="260093"/>
                  <a:pt x="249743" y="258187"/>
                </a:cubicBezTo>
                <a:lnTo>
                  <a:pt x="233076" y="241469"/>
                </a:lnTo>
                <a:cubicBezTo>
                  <a:pt x="224885" y="233562"/>
                  <a:pt x="224790" y="220510"/>
                  <a:pt x="232790" y="212461"/>
                </a:cubicBezTo>
                <a:cubicBezTo>
                  <a:pt x="240838" y="204458"/>
                  <a:pt x="253886" y="204554"/>
                  <a:pt x="261790" y="212746"/>
                </a:cubicBezTo>
                <a:lnTo>
                  <a:pt x="278457" y="229418"/>
                </a:lnTo>
                <a:cubicBezTo>
                  <a:pt x="280410" y="228513"/>
                  <a:pt x="282410" y="227655"/>
                  <a:pt x="284410" y="226941"/>
                </a:cubicBezTo>
                <a:lnTo>
                  <a:pt x="284410" y="203363"/>
                </a:lnTo>
                <a:cubicBezTo>
                  <a:pt x="284410" y="192122"/>
                  <a:pt x="293505" y="183024"/>
                  <a:pt x="304744" y="183024"/>
                </a:cubicBezTo>
                <a:close/>
                <a:moveTo>
                  <a:pt x="162541" y="0"/>
                </a:moveTo>
                <a:cubicBezTo>
                  <a:pt x="218642" y="0"/>
                  <a:pt x="264170" y="54577"/>
                  <a:pt x="264170" y="121917"/>
                </a:cubicBezTo>
                <a:cubicBezTo>
                  <a:pt x="264170" y="140252"/>
                  <a:pt x="260789" y="157683"/>
                  <a:pt x="254740" y="173303"/>
                </a:cubicBezTo>
                <a:cubicBezTo>
                  <a:pt x="219308" y="189257"/>
                  <a:pt x="193591" y="221165"/>
                  <a:pt x="185543" y="259169"/>
                </a:cubicBezTo>
                <a:cubicBezTo>
                  <a:pt x="177447" y="297173"/>
                  <a:pt x="188019" y="336796"/>
                  <a:pt x="213927" y="365751"/>
                </a:cubicBezTo>
                <a:lnTo>
                  <a:pt x="40623" y="365751"/>
                </a:lnTo>
                <a:cubicBezTo>
                  <a:pt x="24907" y="365751"/>
                  <a:pt x="0" y="365751"/>
                  <a:pt x="0" y="335272"/>
                </a:cubicBezTo>
                <a:cubicBezTo>
                  <a:pt x="0" y="304793"/>
                  <a:pt x="25907" y="289410"/>
                  <a:pt x="40623" y="284457"/>
                </a:cubicBezTo>
                <a:cubicBezTo>
                  <a:pt x="85723" y="269456"/>
                  <a:pt x="108583" y="254406"/>
                  <a:pt x="117441" y="231166"/>
                </a:cubicBezTo>
                <a:cubicBezTo>
                  <a:pt x="83961" y="211212"/>
                  <a:pt x="60959" y="169827"/>
                  <a:pt x="60959" y="121917"/>
                </a:cubicBezTo>
                <a:cubicBezTo>
                  <a:pt x="60959" y="54577"/>
                  <a:pt x="106440" y="0"/>
                  <a:pt x="1625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微软雅黑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605BDF-BE6C-084A-DAB1-BA12880D47C5}"/>
              </a:ext>
            </a:extLst>
          </p:cNvPr>
          <p:cNvSpPr/>
          <p:nvPr/>
        </p:nvSpPr>
        <p:spPr>
          <a:xfrm>
            <a:off x="1991230" y="2486083"/>
            <a:ext cx="576000" cy="576000"/>
          </a:xfrm>
          <a:prstGeom prst="roundRect">
            <a:avLst/>
          </a:prstGeom>
          <a:noFill/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4DCAD8C-5AD0-A607-A0A1-A1DB5C296FC9}"/>
              </a:ext>
            </a:extLst>
          </p:cNvPr>
          <p:cNvSpPr/>
          <p:nvPr/>
        </p:nvSpPr>
        <p:spPr>
          <a:xfrm>
            <a:off x="5734447" y="2511199"/>
            <a:ext cx="576000" cy="576000"/>
          </a:xfrm>
          <a:prstGeom prst="roundRect">
            <a:avLst/>
          </a:prstGeom>
          <a:noFill/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89E131C-5706-00B7-79BD-ABAE067F694D}"/>
              </a:ext>
            </a:extLst>
          </p:cNvPr>
          <p:cNvSpPr/>
          <p:nvPr/>
        </p:nvSpPr>
        <p:spPr>
          <a:xfrm>
            <a:off x="9556450" y="2511199"/>
            <a:ext cx="576000" cy="576000"/>
          </a:xfrm>
          <a:prstGeom prst="roundRect">
            <a:avLst/>
          </a:prstGeom>
          <a:noFill/>
          <a:ln w="190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标题 2">
            <a:extLst>
              <a:ext uri="{FF2B5EF4-FFF2-40B4-BE49-F238E27FC236}">
                <a16:creationId xmlns:a16="http://schemas.microsoft.com/office/drawing/2014/main" id="{8AB8572E-BB95-9D47-7810-99B3D05D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11076268" cy="521208"/>
          </a:xfrm>
        </p:spPr>
        <p:txBody>
          <a:bodyPr/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System Driver: Quality System Maturity Enhancement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页脚占位符 2">
            <a:extLst>
              <a:ext uri="{FF2B5EF4-FFF2-40B4-BE49-F238E27FC236}">
                <a16:creationId xmlns:a16="http://schemas.microsoft.com/office/drawing/2014/main" id="{C3688E9F-FE56-D4A3-3CD3-87F2814F7B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0815" y="6520872"/>
            <a:ext cx="2413972" cy="153888"/>
          </a:xfrm>
        </p:spPr>
        <p:txBody>
          <a:bodyPr/>
          <a:lstStyle/>
          <a:p>
            <a:pPr marL="0" marR="0" lvl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Arial" pitchFamily="34" charset="0"/>
              </a:rPr>
              <a:t>2025 LCFC Internal. All rights reserved.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4357B28-B7A4-A095-F41D-072F7114D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0821" y="5799807"/>
            <a:ext cx="974085" cy="318912"/>
          </a:xfrm>
          <a:prstGeom prst="rect">
            <a:avLst/>
          </a:prstGeom>
        </p:spPr>
      </p:pic>
      <p:sp>
        <p:nvSpPr>
          <p:cNvPr id="3" name="TextBox slide number">
            <a:extLst>
              <a:ext uri="{FF2B5EF4-FFF2-40B4-BE49-F238E27FC236}">
                <a16:creationId xmlns:a16="http://schemas.microsoft.com/office/drawing/2014/main" id="{29810491-D9AA-E892-7473-9197822E5A74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77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E92C7-04B2-EA00-CEE3-47CA1684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3C1964-33B8-4B6D-8496-7A3077E23FAD}"/>
              </a:ext>
            </a:extLst>
          </p:cNvPr>
          <p:cNvSpPr/>
          <p:nvPr/>
        </p:nvSpPr>
        <p:spPr>
          <a:xfrm>
            <a:off x="0" y="3444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F1B66B5-3831-1704-E034-46BD6CA7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Intelligence Driver: Intelligent Transformation</a:t>
            </a:r>
            <a:endParaRPr lang="zh-CN" altLang="en-US" sz="3200" b="1" spc="3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E576E5C-BB3C-4FAE-786C-9AD1A72F702A}"/>
              </a:ext>
            </a:extLst>
          </p:cNvPr>
          <p:cNvCxnSpPr>
            <a:cxnSpLocks/>
          </p:cNvCxnSpPr>
          <p:nvPr/>
        </p:nvCxnSpPr>
        <p:spPr>
          <a:xfrm>
            <a:off x="490083" y="1614370"/>
            <a:ext cx="11318843" cy="0"/>
          </a:xfrm>
          <a:prstGeom prst="line">
            <a:avLst/>
          </a:prstGeom>
          <a:noFill/>
          <a:ln w="1905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6" name="标题 2">
            <a:extLst>
              <a:ext uri="{FF2B5EF4-FFF2-40B4-BE49-F238E27FC236}">
                <a16:creationId xmlns:a16="http://schemas.microsoft.com/office/drawing/2014/main" id="{978FAB4F-A488-3417-7FF0-5854C0A4D07E}"/>
              </a:ext>
            </a:extLst>
          </p:cNvPr>
          <p:cNvSpPr txBox="1">
            <a:spLocks/>
          </p:cNvSpPr>
          <p:nvPr/>
        </p:nvSpPr>
        <p:spPr bwMode="gray">
          <a:xfrm>
            <a:off x="445517" y="1047027"/>
            <a:ext cx="3560838" cy="70297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18987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n-ea"/>
                <a:sym typeface="+mn-lt"/>
              </a:rPr>
              <a:t>Intelligence Transformation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2A107841-A406-D610-BDDD-087B7BCE4DAD}"/>
              </a:ext>
            </a:extLst>
          </p:cNvPr>
          <p:cNvSpPr txBox="1">
            <a:spLocks/>
          </p:cNvSpPr>
          <p:nvPr/>
        </p:nvSpPr>
        <p:spPr bwMode="gray">
          <a:xfrm>
            <a:off x="6824146" y="1009387"/>
            <a:ext cx="4461935" cy="70297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18987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n-ea"/>
                <a:sym typeface="+mn-lt"/>
              </a:rPr>
              <a:t>Core Value/Objective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FF4195-08F5-8B36-6E05-19289EE33F6F}"/>
              </a:ext>
            </a:extLst>
          </p:cNvPr>
          <p:cNvSpPr txBox="1"/>
          <p:nvPr/>
        </p:nvSpPr>
        <p:spPr>
          <a:xfrm>
            <a:off x="4368699" y="1828230"/>
            <a:ext cx="2455447" cy="46062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rgbClr val="0070C0"/>
                </a:solidFill>
                <a:ea typeface="微软雅黑" panose="020B0503020204020204" pitchFamily="34" charset="-122"/>
                <a:cs typeface="+mn-ea"/>
                <a:sym typeface="+mn-lt"/>
              </a:rPr>
              <a:t>Org &amp; Talent Transformation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(FY23 1H~2H)</a:t>
            </a:r>
          </a:p>
          <a:p>
            <a:pPr marR="0" lvl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Mindset &amp; Knowledge Changing:</a:t>
            </a:r>
            <a:endParaRPr lang="en-US" altLang="zh-CN" sz="1200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Developed 11 course 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Organized 22 training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Enhance Skill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: 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P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BI visibility training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Involved 50%+ IDL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(FY24 1H~2H)</a:t>
            </a:r>
          </a:p>
          <a:p>
            <a:pPr marR="0" lvl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Mindset &amp; Knowledge Changing:</a:t>
            </a:r>
            <a:endParaRPr lang="en-US" altLang="zh-CN" sz="1200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Developed 13 AI course 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Organized 25 training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Enhance Skill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: 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P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BI Advanced Training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Involved 95%+ IDL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(FY25~FY26)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Data Analysis Expert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(5%+IDL)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2. Framework/AI/Automation SME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3. Aid Supplier Quality University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AEDC17-DCB7-5F56-2EB1-BBF3BF063B9B}"/>
              </a:ext>
            </a:extLst>
          </p:cNvPr>
          <p:cNvSpPr txBox="1"/>
          <p:nvPr/>
        </p:nvSpPr>
        <p:spPr>
          <a:xfrm>
            <a:off x="6824146" y="1828230"/>
            <a:ext cx="2481994" cy="46062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36000" rIns="3600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Digital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 Landing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(FY23 1H~2H)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Synergy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with LNV for One QES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 Integrate PQM/CQM Cloud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3. Unify Portal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4. Build Process Map &amp; Biz. Center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5.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Develop Data Center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6. Propel PBI</a:t>
            </a:r>
            <a:r>
              <a:rPr lang="zh-CN" altLang="en-US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Data Mining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(FY24~FY25)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Deepen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QES 1.0</a:t>
            </a:r>
            <a:r>
              <a:rPr lang="zh-CN" altLang="en-US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application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 Get through LNV&amp;LCFC System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3. Build Knowledge Center</a:t>
            </a:r>
            <a:endParaRPr lang="en-US" altLang="zh-CN" sz="1200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(FY25~FY26)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Capital Scenarized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 Scenario Intelligent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3.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Application (Qua-pilot)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5E28E9-DE10-FEAA-F8E7-FDB76845B5F3}"/>
              </a:ext>
            </a:extLst>
          </p:cNvPr>
          <p:cNvSpPr txBox="1"/>
          <p:nvPr/>
        </p:nvSpPr>
        <p:spPr>
          <a:xfrm>
            <a:off x="9306140" y="1831854"/>
            <a:ext cx="2541974" cy="45954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lIns="36000" r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Intelligence Eco-system Empower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(FY23 1H~2H)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Lift</a:t>
            </a:r>
            <a:r>
              <a:rPr lang="zh-CN" altLang="en-US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Automation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(PA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,Supplier, MFG)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2.Data Visibility Analysis    </a:t>
            </a:r>
            <a:endParaRPr lang="en-US" altLang="zh-CN" sz="1200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(FY24 2H~FY25) 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1.Build Automation Benchmark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2.Data Advanced Analysis &amp; Mining</a:t>
            </a:r>
            <a:endParaRPr lang="en-US" altLang="zh-CN" sz="1200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3.Knowledge Large Model App.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rgbClr val="000000"/>
              </a:solidFill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Phase</a:t>
            </a:r>
            <a:r>
              <a:rPr lang="zh-CN" altLang="en-US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(FY25~FY26)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1.Eco-System Intelligent 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en-US" altLang="zh-CN" sz="1200" dirty="0">
                <a:solidFill>
                  <a:srgbClr val="000000"/>
                </a:solidFill>
                <a:ea typeface="微软雅黑" panose="020B0503020204020204" pitchFamily="34" charset="-122"/>
                <a:cs typeface="+mn-ea"/>
                <a:sym typeface="+mn-lt"/>
              </a:rPr>
              <a:t>Intelligence Empower (1/3/5 Plan)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+mn-ea"/>
                <a:sym typeface="+mn-lt"/>
              </a:rPr>
              <a:t>3.QaaS (Quality as a Service)</a:t>
            </a:r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8E164AA0-EAD2-40E5-B7C1-962AF9B0876C}"/>
              </a:ext>
            </a:extLst>
          </p:cNvPr>
          <p:cNvSpPr/>
          <p:nvPr/>
        </p:nvSpPr>
        <p:spPr>
          <a:xfrm rot="16200000">
            <a:off x="1920260" y="3992804"/>
            <a:ext cx="4602669" cy="273519"/>
          </a:xfrm>
          <a:prstGeom prst="trapezoid">
            <a:avLst>
              <a:gd name="adj" fmla="val 328355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B3DA32AB-46B6-387D-C8F5-5DE81DABD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0083" y="6520872"/>
            <a:ext cx="2413972" cy="153888"/>
          </a:xfrm>
        </p:spPr>
        <p:txBody>
          <a:bodyPr/>
          <a:lstStyle/>
          <a:p>
            <a:pPr marL="0" marR="0" lvl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2025 LCFC Internal. All rights reserved.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785730-9484-A2B4-9D4C-764E0F67D0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33887" y="5799807"/>
            <a:ext cx="974085" cy="318912"/>
          </a:xfrm>
          <a:prstGeom prst="rect">
            <a:avLst/>
          </a:prstGeom>
        </p:spPr>
      </p:pic>
      <p:sp>
        <p:nvSpPr>
          <p:cNvPr id="15" name="TextBox slide number">
            <a:extLst>
              <a:ext uri="{FF2B5EF4-FFF2-40B4-BE49-F238E27FC236}">
                <a16:creationId xmlns:a16="http://schemas.microsoft.com/office/drawing/2014/main" id="{44A7CCD8-440D-F405-5355-D98430F8D176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04131A-2855-F505-E20D-F9A12A63337C}"/>
              </a:ext>
            </a:extLst>
          </p:cNvPr>
          <p:cNvSpPr/>
          <p:nvPr/>
        </p:nvSpPr>
        <p:spPr>
          <a:xfrm>
            <a:off x="448476" y="2731381"/>
            <a:ext cx="3634479" cy="2725515"/>
          </a:xfrm>
          <a:prstGeom prst="rect">
            <a:avLst/>
          </a:prstGeom>
          <a:solidFill>
            <a:schemeClr val="accent4">
              <a:lumMod val="40000"/>
              <a:lumOff val="60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92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48A9C0D-32BC-4A96-E9B6-327FF35E68C9}"/>
              </a:ext>
            </a:extLst>
          </p:cNvPr>
          <p:cNvGrpSpPr/>
          <p:nvPr/>
        </p:nvGrpSpPr>
        <p:grpSpPr>
          <a:xfrm>
            <a:off x="464117" y="2731382"/>
            <a:ext cx="3580485" cy="2426049"/>
            <a:chOff x="430815" y="2376203"/>
            <a:chExt cx="3627069" cy="2535686"/>
          </a:xfrm>
        </p:grpSpPr>
        <p:sp>
          <p:nvSpPr>
            <p:cNvPr id="8" name="标题 2">
              <a:extLst>
                <a:ext uri="{FF2B5EF4-FFF2-40B4-BE49-F238E27FC236}">
                  <a16:creationId xmlns:a16="http://schemas.microsoft.com/office/drawing/2014/main" id="{FBCFFED7-0128-A05D-1AE4-2C017D8A676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3504" y="2376203"/>
              <a:ext cx="2841689" cy="502776"/>
            </a:xfrm>
            <a:prstGeom prst="rect">
              <a:avLst/>
            </a:prstGeom>
          </p:spPr>
          <p:txBody>
            <a:bodyPr wrap="square" lIns="0" tIns="0" rIns="0" bIns="0" anchor="ctr" anchorCtr="0"/>
            <a:lstStyle>
              <a:lvl1pPr marL="0" algn="l" defTabSz="1218987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tabLst>
                  <a:tab pos="1218987" algn="l"/>
                </a:tabLst>
                <a:defRPr lang="en-US" sz="3600" kern="1200" cap="none" spc="0" baseline="0" dirty="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</a:lstStyle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8987" algn="l"/>
                </a:tabLst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微软雅黑" panose="020B0503020204020204" pitchFamily="34" charset="-122"/>
                  <a:cs typeface="+mn-ea"/>
                  <a:sym typeface="+mn-lt"/>
                </a:rPr>
                <a:t>TQM Long-term Framework 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B7247EC-353C-A8F0-0097-A734DDB36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815" y="3024077"/>
              <a:ext cx="3627069" cy="1887812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EC0C53B-2C5D-EAE1-57A9-8341E4BC9A4F}"/>
                </a:ext>
              </a:extLst>
            </p:cNvPr>
            <p:cNvSpPr/>
            <p:nvPr/>
          </p:nvSpPr>
          <p:spPr>
            <a:xfrm>
              <a:off x="828461" y="4470398"/>
              <a:ext cx="3204021" cy="21556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56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C185-5609-477E-B30F-7BF2FD81C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80CFDC-8936-E1AD-30D8-9EDD2A282E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FBD45A-629C-1C06-E631-20E73C02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82" y="240452"/>
            <a:ext cx="11076268" cy="521208"/>
          </a:xfrm>
        </p:spPr>
        <p:txBody>
          <a:bodyPr/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Org &amp; Talent Driver:</a:t>
            </a:r>
            <a:r>
              <a:rPr lang="zh-CN" altLang="en-US" sz="3200" b="1" dirty="0">
                <a:solidFill>
                  <a:schemeClr val="bg1"/>
                </a:solidFill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</a:rPr>
              <a:t>Eng &amp; Leader Capability Matrix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页脚占位符 2">
            <a:extLst>
              <a:ext uri="{FF2B5EF4-FFF2-40B4-BE49-F238E27FC236}">
                <a16:creationId xmlns:a16="http://schemas.microsoft.com/office/drawing/2014/main" id="{C26A9690-25E1-AB0B-C88F-15CE615D4B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0815" y="6520872"/>
            <a:ext cx="2413972" cy="153888"/>
          </a:xfrm>
        </p:spPr>
        <p:txBody>
          <a:bodyPr/>
          <a:lstStyle/>
          <a:p>
            <a:pPr marL="0" marR="0" lvl="0" indent="0" algn="l" defTabSz="12182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rPr>
              <a:t>2025 LCFC Internal. All rights reserved.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9B0A62-4FAE-533F-C472-8F27E0FF553F}"/>
              </a:ext>
            </a:extLst>
          </p:cNvPr>
          <p:cNvSpPr/>
          <p:nvPr/>
        </p:nvSpPr>
        <p:spPr>
          <a:xfrm>
            <a:off x="5959546" y="951971"/>
            <a:ext cx="5865624" cy="5474798"/>
          </a:xfrm>
          <a:prstGeom prst="rect">
            <a:avLst/>
          </a:prstGeom>
          <a:solidFill>
            <a:schemeClr val="accent5">
              <a:lumMod val="60000"/>
              <a:lumOff val="40000"/>
              <a:alpha val="6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kern="0">
              <a:solidFill>
                <a:prstClr val="white"/>
              </a:solidFill>
              <a:latin typeface="等线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62928B-A9A3-0889-C6D8-716D33237739}"/>
              </a:ext>
            </a:extLst>
          </p:cNvPr>
          <p:cNvSpPr/>
          <p:nvPr/>
        </p:nvSpPr>
        <p:spPr>
          <a:xfrm>
            <a:off x="454792" y="1003176"/>
            <a:ext cx="5321606" cy="53808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kern="0">
              <a:solidFill>
                <a:prstClr val="white"/>
              </a:solidFill>
              <a:latin typeface="等线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AE44CB-641E-04C2-DD2E-0AD12121D50C}"/>
              </a:ext>
            </a:extLst>
          </p:cNvPr>
          <p:cNvSpPr/>
          <p:nvPr/>
        </p:nvSpPr>
        <p:spPr>
          <a:xfrm>
            <a:off x="5974415" y="951971"/>
            <a:ext cx="463823" cy="53021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b="1" kern="0" dirty="0">
              <a:solidFill>
                <a:srgbClr val="000000"/>
              </a:solidFill>
              <a:latin typeface="等线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梯形 19">
            <a:extLst>
              <a:ext uri="{FF2B5EF4-FFF2-40B4-BE49-F238E27FC236}">
                <a16:creationId xmlns:a16="http://schemas.microsoft.com/office/drawing/2014/main" id="{3D9EEBB8-8A9E-DA8E-B27F-B98E27C2FF0F}"/>
              </a:ext>
            </a:extLst>
          </p:cNvPr>
          <p:cNvSpPr/>
          <p:nvPr/>
        </p:nvSpPr>
        <p:spPr>
          <a:xfrm rot="16200000">
            <a:off x="3133806" y="3598718"/>
            <a:ext cx="5464621" cy="191481"/>
          </a:xfrm>
          <a:prstGeom prst="trapezoid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kern="0">
              <a:solidFill>
                <a:prstClr val="white"/>
              </a:solidFill>
              <a:latin typeface="等线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74A090F-479D-5AC0-C6B1-3F63DC2B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89" y="1345717"/>
            <a:ext cx="4243476" cy="243819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711E207-F654-B086-3431-6AC0B85CFFCD}"/>
              </a:ext>
            </a:extLst>
          </p:cNvPr>
          <p:cNvSpPr/>
          <p:nvPr/>
        </p:nvSpPr>
        <p:spPr>
          <a:xfrm>
            <a:off x="2512019" y="3425625"/>
            <a:ext cx="1774550" cy="259909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kern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B54F03-B1A9-E48F-36BF-E705152AE8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50821" y="5799807"/>
            <a:ext cx="974085" cy="318912"/>
          </a:xfrm>
          <a:prstGeom prst="rect">
            <a:avLst/>
          </a:prstGeom>
        </p:spPr>
      </p:pic>
      <p:sp>
        <p:nvSpPr>
          <p:cNvPr id="6" name="TextBox slide number">
            <a:extLst>
              <a:ext uri="{FF2B5EF4-FFF2-40B4-BE49-F238E27FC236}">
                <a16:creationId xmlns:a16="http://schemas.microsoft.com/office/drawing/2014/main" id="{9DB29279-46D3-C013-FF3C-7CBE0EB650A8}"/>
              </a:ext>
            </a:extLst>
          </p:cNvPr>
          <p:cNvSpPr txBox="1"/>
          <p:nvPr/>
        </p:nvSpPr>
        <p:spPr bwMode="white">
          <a:xfrm>
            <a:off x="11808926" y="6395207"/>
            <a:ext cx="440239" cy="246221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5B71A-1B18-4E34-A48F-65DC4937AA9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D1E0A6-4831-DA90-A393-341843310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089" y="3783257"/>
            <a:ext cx="4243476" cy="2160343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3775BF7-57EE-ABE4-29BC-A78E87438480}"/>
              </a:ext>
            </a:extLst>
          </p:cNvPr>
          <p:cNvSpPr/>
          <p:nvPr/>
        </p:nvSpPr>
        <p:spPr>
          <a:xfrm>
            <a:off x="1761455" y="5672667"/>
            <a:ext cx="1269610" cy="209154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zh-CN" altLang="en-US" sz="1799" kern="0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DF8D63B3-63D7-4951-A935-27A5D6D7349F}"/>
              </a:ext>
            </a:extLst>
          </p:cNvPr>
          <p:cNvSpPr txBox="1">
            <a:spLocks/>
          </p:cNvSpPr>
          <p:nvPr/>
        </p:nvSpPr>
        <p:spPr bwMode="gray">
          <a:xfrm>
            <a:off x="1471150" y="3663971"/>
            <a:ext cx="2572277" cy="481037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18987" algn="l"/>
              </a:tabLst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n-ea"/>
                <a:sym typeface="+mn-lt"/>
              </a:rPr>
              <a:t>TQM Long-term Framework 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A418E43-14AC-652C-AA4B-B443C2B71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399" y="1338406"/>
            <a:ext cx="5686424" cy="22955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F71939C-F340-C2E4-F884-4B1B80718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3154" y="3998749"/>
            <a:ext cx="5686425" cy="22955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EC9332A-4880-6D93-8049-7D707D5753B6}"/>
              </a:ext>
            </a:extLst>
          </p:cNvPr>
          <p:cNvSpPr txBox="1"/>
          <p:nvPr/>
        </p:nvSpPr>
        <p:spPr>
          <a:xfrm>
            <a:off x="6031326" y="987326"/>
            <a:ext cx="551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Engineer Capability Matrix</a:t>
            </a:r>
            <a:endParaRPr lang="zh-CN" alt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A24E0A-F699-C529-5BE5-83F4F3E8B1CD}"/>
              </a:ext>
            </a:extLst>
          </p:cNvPr>
          <p:cNvSpPr txBox="1"/>
          <p:nvPr/>
        </p:nvSpPr>
        <p:spPr>
          <a:xfrm>
            <a:off x="5992605" y="3664880"/>
            <a:ext cx="575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Leader Capability Matrix</a:t>
            </a:r>
            <a:endParaRPr lang="zh-CN" altLang="en-US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7E0417B-6869-7AC4-737F-584324D2C9AE}"/>
              </a:ext>
            </a:extLst>
          </p:cNvPr>
          <p:cNvSpPr txBox="1"/>
          <p:nvPr/>
        </p:nvSpPr>
        <p:spPr>
          <a:xfrm rot="10800000" flipV="1">
            <a:off x="563761" y="1520342"/>
            <a:ext cx="553998" cy="13038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Vision 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ABBAC9E-22D5-1959-7D1E-DBA385FCC978}"/>
              </a:ext>
            </a:extLst>
          </p:cNvPr>
          <p:cNvSpPr txBox="1"/>
          <p:nvPr/>
        </p:nvSpPr>
        <p:spPr>
          <a:xfrm rot="10800000" flipV="1">
            <a:off x="556482" y="2689575"/>
            <a:ext cx="553998" cy="16981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Mission 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5345F9-7CB5-D8F6-A9E6-984142177C93}"/>
              </a:ext>
            </a:extLst>
          </p:cNvPr>
          <p:cNvSpPr txBox="1"/>
          <p:nvPr/>
        </p:nvSpPr>
        <p:spPr>
          <a:xfrm rot="10800000" flipV="1">
            <a:off x="563761" y="4261122"/>
            <a:ext cx="553998" cy="16981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Strategy 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49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12791;#148567;#18158;#376222;#147865;"/>
</p:tagLst>
</file>

<file path=ppt/theme/theme1.xml><?xml version="1.0" encoding="utf-8"?>
<a:theme xmlns:a="http://schemas.openxmlformats.org/drawingml/2006/main" name="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54678">
            <a:alpha val="30000"/>
          </a:srgbClr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黑体" panose="02010609060101010101" pitchFamily="49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50000"/>
          </a:schemeClr>
        </a:solidFill>
      </a:spPr>
      <a:bodyPr wrap="square" rtlCol="0">
        <a:spAutoFit/>
      </a:bodyPr>
      <a:lstStyle>
        <a:defPPr algn="l"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黑体" panose="02010609060101010101" pitchFamily="49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46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v4vnruqk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Arial"/>
            <a:ea typeface="Microsoft YaHei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LCFC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LCFC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2_LenovoTemplate-16x9">
  <a:themeElements>
    <a:clrScheme name="Lenovo">
      <a:dk1>
        <a:srgbClr val="000000"/>
      </a:dk1>
      <a:lt1>
        <a:sysClr val="window" lastClr="FFFFFF"/>
      </a:lt1>
      <a:dk2>
        <a:srgbClr val="6F7170"/>
      </a:dk2>
      <a:lt2>
        <a:srgbClr val="C4BEB6"/>
      </a:lt2>
      <a:accent1>
        <a:srgbClr val="E2231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AC0E0"/>
      </a:accent5>
      <a:accent6>
        <a:srgbClr val="6ABF4A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16960</TotalTime>
  <Words>740</Words>
  <Application>Microsoft Office PowerPoint</Application>
  <PresentationFormat>宽屏</PresentationFormat>
  <Paragraphs>167</Paragraphs>
  <Slides>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等线</vt:lpstr>
      <vt:lpstr>微软雅黑</vt:lpstr>
      <vt:lpstr>微软雅黑</vt:lpstr>
      <vt:lpstr>Aptos</vt:lpstr>
      <vt:lpstr>Arial</vt:lpstr>
      <vt:lpstr>Microsoft Sans Serif</vt:lpstr>
      <vt:lpstr>Wingdings</vt:lpstr>
      <vt:lpstr>LenovoTemplate-16x9</vt:lpstr>
      <vt:lpstr>1_LenovoTemplate-16x9</vt:lpstr>
      <vt:lpstr>46_LenovoTemplate-16x9</vt:lpstr>
      <vt:lpstr>3_LCFC</vt:lpstr>
      <vt:lpstr>1_LCFC</vt:lpstr>
      <vt:lpstr>2_LenovoTemplate-16x9</vt:lpstr>
      <vt:lpstr>think-cell Slide</vt:lpstr>
      <vt:lpstr>think-cell 幻灯片</vt:lpstr>
      <vt:lpstr>Total Quality Management:  Five Driver</vt:lpstr>
      <vt:lpstr>Eng &amp; Tech Driver: Kylin 2.0 Framework</vt:lpstr>
      <vt:lpstr>Eng &amp; Tech Driver: Drill Deep Drill Wide</vt:lpstr>
      <vt:lpstr>Eng &amp; Tech Driver: FA Capability Enhancement </vt:lpstr>
      <vt:lpstr>System Driver: Quality System Maturity Enhancement</vt:lpstr>
      <vt:lpstr>Intelligence Driver: Intelligent Transformation</vt:lpstr>
      <vt:lpstr>Org &amp; Talent Driver: Eng &amp; Leader Capability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Zijian</dc:creator>
  <cp:lastModifiedBy>Zhang, Bing</cp:lastModifiedBy>
  <cp:revision>195</cp:revision>
  <dcterms:created xsi:type="dcterms:W3CDTF">2024-12-24T14:13:46Z</dcterms:created>
  <dcterms:modified xsi:type="dcterms:W3CDTF">2025-06-03T02:14:34Z</dcterms:modified>
</cp:coreProperties>
</file>