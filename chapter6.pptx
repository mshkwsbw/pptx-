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88" r:id="rId5"/>
    <p:sldMasterId id="2147484432" r:id="rId6"/>
    <p:sldMasterId id="2147484441" r:id="rId7"/>
  </p:sldMasterIdLst>
  <p:notesMasterIdLst>
    <p:notesMasterId r:id="rId24"/>
  </p:notesMasterIdLst>
  <p:handoutMasterIdLst>
    <p:handoutMasterId r:id="rId25"/>
  </p:handoutMasterIdLst>
  <p:sldIdLst>
    <p:sldId id="481" r:id="rId8"/>
    <p:sldId id="484" r:id="rId9"/>
    <p:sldId id="486" r:id="rId10"/>
    <p:sldId id="483" r:id="rId11"/>
    <p:sldId id="478" r:id="rId12"/>
    <p:sldId id="485" r:id="rId13"/>
    <p:sldId id="490" r:id="rId14"/>
    <p:sldId id="482" r:id="rId15"/>
    <p:sldId id="492" r:id="rId16"/>
    <p:sldId id="9522" r:id="rId17"/>
    <p:sldId id="9518" r:id="rId18"/>
    <p:sldId id="491" r:id="rId19"/>
    <p:sldId id="9521" r:id="rId20"/>
    <p:sldId id="488" r:id="rId21"/>
    <p:sldId id="9523" r:id="rId22"/>
    <p:sldId id="480" r:id="rId23"/>
  </p:sldIdLst>
  <p:sldSz cx="12192000" cy="6858000"/>
  <p:notesSz cx="6858000" cy="9144000"/>
  <p:defaultTextStyle>
    <a:defPPr>
      <a:defRPr lang="en-US"/>
    </a:defPPr>
    <a:lvl1pPr algn="l" defTabSz="1217613"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609600" indent="-152400" algn="l" defTabSz="1217613"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1219200" indent="-304800" algn="l" defTabSz="1217613"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827213" indent="-455613" algn="l" defTabSz="1217613"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2436813" indent="-608013" algn="l" defTabSz="1217613"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7079B533-A4ED-4D51-9324-63FAC7FE82CE}">
          <p14:sldIdLst>
            <p14:sldId id="481"/>
            <p14:sldId id="484"/>
            <p14:sldId id="486"/>
            <p14:sldId id="483"/>
            <p14:sldId id="478"/>
            <p14:sldId id="485"/>
            <p14:sldId id="490"/>
            <p14:sldId id="482"/>
            <p14:sldId id="492"/>
            <p14:sldId id="9522"/>
            <p14:sldId id="9518"/>
            <p14:sldId id="491"/>
            <p14:sldId id="9521"/>
            <p14:sldId id="488"/>
            <p14:sldId id="9523"/>
            <p14:sldId id="480"/>
          </p14:sldIdLst>
        </p14:section>
      </p14:sectionLst>
    </p:ext>
    <p:ext uri="{EFAFB233-063F-42B5-8137-9DF3F51BA10A}">
      <p15:sldGuideLst xmlns:p15="http://schemas.microsoft.com/office/powerpoint/2012/main">
        <p15:guide id="1" orient="horz" pos="501">
          <p15:clr>
            <a:srgbClr val="A4A3A4"/>
          </p15:clr>
        </p15:guide>
        <p15:guide id="2" orient="horz" pos="4110">
          <p15:clr>
            <a:srgbClr val="A4A3A4"/>
          </p15:clr>
        </p15:guide>
        <p15:guide id="3" orient="horz" pos="4078">
          <p15:clr>
            <a:srgbClr val="A4A3A4"/>
          </p15:clr>
        </p15:guide>
        <p15:guide id="4" pos="3833">
          <p15:clr>
            <a:srgbClr val="A4A3A4"/>
          </p15:clr>
        </p15:guide>
        <p15:guide id="5" pos="2252" userDrawn="1">
          <p15:clr>
            <a:srgbClr val="A4A3A4"/>
          </p15:clr>
        </p15:guide>
        <p15:guide id="6" pos="5367">
          <p15:clr>
            <a:srgbClr val="A4A3A4"/>
          </p15:clr>
        </p15:guide>
        <p15:guide id="7" pos="2366"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D7D31"/>
    <a:srgbClr val="ED7A74"/>
    <a:srgbClr val="EAEFF7"/>
    <a:srgbClr val="D2DEEF"/>
    <a:srgbClr val="3E8DDD"/>
    <a:srgbClr val="6ABF4A"/>
    <a:srgbClr val="FF0000"/>
    <a:srgbClr val="FF99FF"/>
    <a:srgbClr val="46C8E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A4D523-EC97-4B1F-A524-110680CD2AE7}" v="6" dt="2023-12-28T06:18:22.98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6424" autoAdjust="0"/>
  </p:normalViewPr>
  <p:slideViewPr>
    <p:cSldViewPr snapToGrid="0" snapToObjects="1">
      <p:cViewPr varScale="1">
        <p:scale>
          <a:sx n="87" d="100"/>
          <a:sy n="87" d="100"/>
        </p:scale>
        <p:origin x="120" y="490"/>
      </p:cViewPr>
      <p:guideLst>
        <p:guide orient="horz" pos="501"/>
        <p:guide orient="horz" pos="4110"/>
        <p:guide orient="horz" pos="4078"/>
        <p:guide pos="3833"/>
        <p:guide pos="2252"/>
        <p:guide pos="5367"/>
        <p:guide pos="236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88" d="100"/>
          <a:sy n="88" d="100"/>
        </p:scale>
        <p:origin x="3822" y="102"/>
      </p:cViewPr>
      <p:guideLst>
        <p:guide orient="horz" pos="2880"/>
        <p:guide pos="21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ei9 Luo" userId="7452658f-c98c-4710-a550-fed80ba9f6ee" providerId="ADAL" clId="{52A4D523-EC97-4B1F-A524-110680CD2AE7}"/>
    <pc:docChg chg="undo custSel modSld">
      <pc:chgData name="Tim Wei9 Luo" userId="7452658f-c98c-4710-a550-fed80ba9f6ee" providerId="ADAL" clId="{52A4D523-EC97-4B1F-A524-110680CD2AE7}" dt="2024-01-03T06:57:24.901" v="790" actId="20577"/>
      <pc:docMkLst>
        <pc:docMk/>
      </pc:docMkLst>
      <pc:sldChg chg="modSp mod">
        <pc:chgData name="Tim Wei9 Luo" userId="7452658f-c98c-4710-a550-fed80ba9f6ee" providerId="ADAL" clId="{52A4D523-EC97-4B1F-A524-110680CD2AE7}" dt="2024-01-02T01:50:22.317" v="528" actId="20577"/>
        <pc:sldMkLst>
          <pc:docMk/>
          <pc:sldMk cId="2697381868" sldId="481"/>
        </pc:sldMkLst>
        <pc:spChg chg="mod">
          <ac:chgData name="Tim Wei9 Luo" userId="7452658f-c98c-4710-a550-fed80ba9f6ee" providerId="ADAL" clId="{52A4D523-EC97-4B1F-A524-110680CD2AE7}" dt="2024-01-02T01:50:22.317" v="528" actId="20577"/>
          <ac:spMkLst>
            <pc:docMk/>
            <pc:sldMk cId="2697381868" sldId="481"/>
            <ac:spMk id="10" creationId="{00000000-0000-0000-0000-000000000000}"/>
          </ac:spMkLst>
        </pc:spChg>
      </pc:sldChg>
      <pc:sldChg chg="modSp mod">
        <pc:chgData name="Tim Wei9 Luo" userId="7452658f-c98c-4710-a550-fed80ba9f6ee" providerId="ADAL" clId="{52A4D523-EC97-4B1F-A524-110680CD2AE7}" dt="2024-01-02T02:19:00.255" v="742" actId="1035"/>
        <pc:sldMkLst>
          <pc:docMk/>
          <pc:sldMk cId="797031247" sldId="483"/>
        </pc:sldMkLst>
        <pc:spChg chg="mod">
          <ac:chgData name="Tim Wei9 Luo" userId="7452658f-c98c-4710-a550-fed80ba9f6ee" providerId="ADAL" clId="{52A4D523-EC97-4B1F-A524-110680CD2AE7}" dt="2024-01-02T02:19:00.255" v="742" actId="1035"/>
          <ac:spMkLst>
            <pc:docMk/>
            <pc:sldMk cId="797031247" sldId="483"/>
            <ac:spMk id="3" creationId="{7F0143DE-4B2E-47B9-A225-809A9A3AC8E0}"/>
          </ac:spMkLst>
        </pc:spChg>
      </pc:sldChg>
      <pc:sldChg chg="modSp mod">
        <pc:chgData name="Tim Wei9 Luo" userId="7452658f-c98c-4710-a550-fed80ba9f6ee" providerId="ADAL" clId="{52A4D523-EC97-4B1F-A524-110680CD2AE7}" dt="2024-01-02T02:19:09.307" v="749" actId="14100"/>
        <pc:sldMkLst>
          <pc:docMk/>
          <pc:sldMk cId="1605853409" sldId="484"/>
        </pc:sldMkLst>
        <pc:spChg chg="mod">
          <ac:chgData name="Tim Wei9 Luo" userId="7452658f-c98c-4710-a550-fed80ba9f6ee" providerId="ADAL" clId="{52A4D523-EC97-4B1F-A524-110680CD2AE7}" dt="2024-01-02T02:19:09.307" v="749" actId="14100"/>
          <ac:spMkLst>
            <pc:docMk/>
            <pc:sldMk cId="1605853409" sldId="484"/>
            <ac:spMk id="2" creationId="{5B6AEAE2-C25E-4FE4-8A79-96C9D7959D3F}"/>
          </ac:spMkLst>
        </pc:spChg>
      </pc:sldChg>
      <pc:sldChg chg="modSp mod">
        <pc:chgData name="Tim Wei9 Luo" userId="7452658f-c98c-4710-a550-fed80ba9f6ee" providerId="ADAL" clId="{52A4D523-EC97-4B1F-A524-110680CD2AE7}" dt="2024-01-02T02:19:19.052" v="753" actId="1035"/>
        <pc:sldMkLst>
          <pc:docMk/>
          <pc:sldMk cId="613746406" sldId="485"/>
        </pc:sldMkLst>
        <pc:spChg chg="mod">
          <ac:chgData name="Tim Wei9 Luo" userId="7452658f-c98c-4710-a550-fed80ba9f6ee" providerId="ADAL" clId="{52A4D523-EC97-4B1F-A524-110680CD2AE7}" dt="2024-01-02T02:19:19.052" v="753" actId="1035"/>
          <ac:spMkLst>
            <pc:docMk/>
            <pc:sldMk cId="613746406" sldId="485"/>
            <ac:spMk id="3" creationId="{70C88A2D-59E6-415C-B7B3-E022739B629E}"/>
          </ac:spMkLst>
        </pc:spChg>
      </pc:sldChg>
      <pc:sldChg chg="modSp mod">
        <pc:chgData name="Tim Wei9 Luo" userId="7452658f-c98c-4710-a550-fed80ba9f6ee" providerId="ADAL" clId="{52A4D523-EC97-4B1F-A524-110680CD2AE7}" dt="2024-01-02T01:52:38.687" v="557" actId="20577"/>
        <pc:sldMkLst>
          <pc:docMk/>
          <pc:sldMk cId="1352023162" sldId="486"/>
        </pc:sldMkLst>
        <pc:graphicFrameChg chg="mod modGraphic">
          <ac:chgData name="Tim Wei9 Luo" userId="7452658f-c98c-4710-a550-fed80ba9f6ee" providerId="ADAL" clId="{52A4D523-EC97-4B1F-A524-110680CD2AE7}" dt="2024-01-02T01:52:38.687" v="557" actId="20577"/>
          <ac:graphicFrameMkLst>
            <pc:docMk/>
            <pc:sldMk cId="1352023162" sldId="486"/>
            <ac:graphicFrameMk id="2" creationId="{420EF86F-670F-43BC-AFF3-86A15B385222}"/>
          </ac:graphicFrameMkLst>
        </pc:graphicFrameChg>
      </pc:sldChg>
      <pc:sldChg chg="modSp mod">
        <pc:chgData name="Tim Wei9 Luo" userId="7452658f-c98c-4710-a550-fed80ba9f6ee" providerId="ADAL" clId="{52A4D523-EC97-4B1F-A524-110680CD2AE7}" dt="2024-01-02T02:20:03.076" v="754" actId="2711"/>
        <pc:sldMkLst>
          <pc:docMk/>
          <pc:sldMk cId="1113469474" sldId="490"/>
        </pc:sldMkLst>
        <pc:spChg chg="mod">
          <ac:chgData name="Tim Wei9 Luo" userId="7452658f-c98c-4710-a550-fed80ba9f6ee" providerId="ADAL" clId="{52A4D523-EC97-4B1F-A524-110680CD2AE7}" dt="2024-01-02T02:20:03.076" v="754" actId="2711"/>
          <ac:spMkLst>
            <pc:docMk/>
            <pc:sldMk cId="1113469474" sldId="490"/>
            <ac:spMk id="3" creationId="{14BFBAAD-BA37-4AB9-BC51-98F59AE994E8}"/>
          </ac:spMkLst>
        </pc:spChg>
      </pc:sldChg>
      <pc:sldChg chg="modSp mod">
        <pc:chgData name="Tim Wei9 Luo" userId="7452658f-c98c-4710-a550-fed80ba9f6ee" providerId="ADAL" clId="{52A4D523-EC97-4B1F-A524-110680CD2AE7}" dt="2024-01-03T06:57:24.901" v="790" actId="20577"/>
        <pc:sldMkLst>
          <pc:docMk/>
          <pc:sldMk cId="390270444" sldId="9518"/>
        </pc:sldMkLst>
        <pc:spChg chg="mod">
          <ac:chgData name="Tim Wei9 Luo" userId="7452658f-c98c-4710-a550-fed80ba9f6ee" providerId="ADAL" clId="{52A4D523-EC97-4B1F-A524-110680CD2AE7}" dt="2024-01-03T06:57:24.901" v="790" actId="20577"/>
          <ac:spMkLst>
            <pc:docMk/>
            <pc:sldMk cId="390270444" sldId="9518"/>
            <ac:spMk id="3" creationId="{3CE67C04-B26C-47DD-A99A-13D14A1245B1}"/>
          </ac:spMkLst>
        </pc:spChg>
        <pc:spChg chg="mod">
          <ac:chgData name="Tim Wei9 Luo" userId="7452658f-c98c-4710-a550-fed80ba9f6ee" providerId="ADAL" clId="{52A4D523-EC97-4B1F-A524-110680CD2AE7}" dt="2023-12-28T06:16:31.630" v="433" actId="1076"/>
          <ac:spMkLst>
            <pc:docMk/>
            <pc:sldMk cId="390270444" sldId="9518"/>
            <ac:spMk id="4" creationId="{6F24BBF8-F2BE-496A-83AF-C53F47D953B2}"/>
          </ac:spMkLst>
        </pc:spChg>
        <pc:spChg chg="mod">
          <ac:chgData name="Tim Wei9 Luo" userId="7452658f-c98c-4710-a550-fed80ba9f6ee" providerId="ADAL" clId="{52A4D523-EC97-4B1F-A524-110680CD2AE7}" dt="2023-12-28T06:16:31.630" v="433" actId="1076"/>
          <ac:spMkLst>
            <pc:docMk/>
            <pc:sldMk cId="390270444" sldId="9518"/>
            <ac:spMk id="5" creationId="{208C445C-A66F-4D02-942B-0CE06BB3F3AF}"/>
          </ac:spMkLst>
        </pc:spChg>
        <pc:spChg chg="mod">
          <ac:chgData name="Tim Wei9 Luo" userId="7452658f-c98c-4710-a550-fed80ba9f6ee" providerId="ADAL" clId="{52A4D523-EC97-4B1F-A524-110680CD2AE7}" dt="2023-12-28T06:16:31.630" v="433" actId="1076"/>
          <ac:spMkLst>
            <pc:docMk/>
            <pc:sldMk cId="390270444" sldId="9518"/>
            <ac:spMk id="6" creationId="{A954AC57-C578-4E2B-81CF-0643A9F90EF8}"/>
          </ac:spMkLst>
        </pc:spChg>
        <pc:spChg chg="mod">
          <ac:chgData name="Tim Wei9 Luo" userId="7452658f-c98c-4710-a550-fed80ba9f6ee" providerId="ADAL" clId="{52A4D523-EC97-4B1F-A524-110680CD2AE7}" dt="2023-12-28T06:16:31.630" v="433" actId="1076"/>
          <ac:spMkLst>
            <pc:docMk/>
            <pc:sldMk cId="390270444" sldId="9518"/>
            <ac:spMk id="7" creationId="{B4807B8B-70F7-4C11-BD1B-DC30E76314F8}"/>
          </ac:spMkLst>
        </pc:spChg>
        <pc:spChg chg="mod">
          <ac:chgData name="Tim Wei9 Luo" userId="7452658f-c98c-4710-a550-fed80ba9f6ee" providerId="ADAL" clId="{52A4D523-EC97-4B1F-A524-110680CD2AE7}" dt="2023-12-28T06:16:31.630" v="433" actId="1076"/>
          <ac:spMkLst>
            <pc:docMk/>
            <pc:sldMk cId="390270444" sldId="9518"/>
            <ac:spMk id="8" creationId="{A0F23529-BFD9-42CE-B690-2F77755693A1}"/>
          </ac:spMkLst>
        </pc:spChg>
        <pc:graphicFrameChg chg="mod modGraphic">
          <ac:chgData name="Tim Wei9 Luo" userId="7452658f-c98c-4710-a550-fed80ba9f6ee" providerId="ADAL" clId="{52A4D523-EC97-4B1F-A524-110680CD2AE7}" dt="2023-12-28T10:58:28.602" v="517" actId="1076"/>
          <ac:graphicFrameMkLst>
            <pc:docMk/>
            <pc:sldMk cId="390270444" sldId="9518"/>
            <ac:graphicFrameMk id="2" creationId="{23C38235-AA71-4D1A-975C-A3EAE7F10E3B}"/>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000">
                <a:latin typeface="Arial" charset="0"/>
                <a:ea typeface="宋体" charset="-122"/>
                <a:cs typeface="Arial" charset="0"/>
              </a:defRPr>
            </a:lvl1pPr>
          </a:lstStyle>
          <a:p>
            <a:pPr>
              <a:defRPr/>
            </a:pPr>
            <a:endParaRPr lang="en-US" altLang="zh-CN"/>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000">
                <a:latin typeface="Arial" charset="0"/>
                <a:ea typeface="宋体" charset="-122"/>
                <a:cs typeface="Arial" charset="0"/>
              </a:defRPr>
            </a:lvl1pPr>
          </a:lstStyle>
          <a:p>
            <a:pPr>
              <a:defRPr/>
            </a:pPr>
            <a:fld id="{FCFA2823-7514-448A-8839-D3732123D360}" type="datetimeFigureOut">
              <a:rPr lang="en-US" altLang="zh-CN"/>
              <a:pPr>
                <a:defRPr/>
              </a:pPr>
              <a:t>1/3/2024</a:t>
            </a:fld>
            <a:endParaRPr lang="en-US" altLang="zh-C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1218565" eaLnBrk="1" fontAlgn="auto" hangingPunct="1">
              <a:spcBef>
                <a:spcPts val="0"/>
              </a:spcBef>
              <a:spcAft>
                <a:spcPts val="0"/>
              </a:spcAft>
              <a:defRPr sz="800" cap="all">
                <a:solidFill>
                  <a:srgbClr val="939598"/>
                </a:solidFill>
                <a:latin typeface="Arial" panose="020B0604020202020204" pitchFamily="34" charset="0"/>
                <a:ea typeface="+mn-ea"/>
                <a:cs typeface="Arial" panose="020B0604020202020204" pitchFamily="34" charset="0"/>
              </a:defRPr>
            </a:lvl1pPr>
          </a:lstStyle>
          <a:p>
            <a:pPr>
              <a:defRPr/>
            </a:pPr>
            <a:r>
              <a:rPr lang="en-US"/>
              <a:t>2011 LENOVO CONFIDENTIAL. All rights reserved.</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800">
                <a:cs typeface="Arial" panose="020B0604020202020204" pitchFamily="34" charset="0"/>
              </a:defRPr>
            </a:lvl1pPr>
          </a:lstStyle>
          <a:p>
            <a:pPr>
              <a:defRPr/>
            </a:pPr>
            <a:fld id="{EAAFE625-4B95-4466-B4F1-CAFA817DB23B}" type="slidenum">
              <a:rPr lang="en-US" altLang="zh-CN"/>
              <a:pPr>
                <a:defRPr/>
              </a:pPr>
              <a:t>‹#›</a:t>
            </a:fld>
            <a:endParaRPr lang="en-US" altLang="zh-CN"/>
          </a:p>
        </p:txBody>
      </p:sp>
    </p:spTree>
    <p:extLst>
      <p:ext uri="{BB962C8B-B14F-4D97-AF65-F5344CB8AC3E}">
        <p14:creationId xmlns:p14="http://schemas.microsoft.com/office/powerpoint/2010/main" val="370429691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000">
                <a:latin typeface="Arial" charset="0"/>
                <a:ea typeface="宋体" charset="-122"/>
                <a:cs typeface="Arial" charset="0"/>
              </a:defRPr>
            </a:lvl1pPr>
          </a:lstStyle>
          <a:p>
            <a:pPr>
              <a:defRPr/>
            </a:pPr>
            <a:endParaRPr lang="en-US"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000">
                <a:latin typeface="Arial" charset="0"/>
                <a:ea typeface="宋体" charset="-122"/>
                <a:cs typeface="Arial" charset="0"/>
              </a:defRPr>
            </a:lvl1pPr>
          </a:lstStyle>
          <a:p>
            <a:pPr>
              <a:defRPr/>
            </a:pPr>
            <a:fld id="{2A2EE708-4424-4BF6-806F-C17570195FEB}" type="datetimeFigureOut">
              <a:rPr lang="en-US" altLang="zh-CN"/>
              <a:pPr>
                <a:defRPr/>
              </a:pPr>
              <a:t>1/3/2024</a:t>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218565" eaLnBrk="1" fontAlgn="auto" hangingPunct="1">
              <a:spcBef>
                <a:spcPts val="0"/>
              </a:spcBef>
              <a:spcAft>
                <a:spcPts val="0"/>
              </a:spcAft>
              <a:defRPr sz="800" cap="all">
                <a:solidFill>
                  <a:srgbClr val="939598"/>
                </a:solidFill>
                <a:latin typeface="Arial" panose="020B0604020202020204" pitchFamily="34" charset="0"/>
                <a:ea typeface="+mn-ea"/>
                <a:cs typeface="Arial" panose="020B0604020202020204" pitchFamily="34" charset="0"/>
              </a:defRPr>
            </a:lvl1pPr>
          </a:lstStyle>
          <a:p>
            <a:pPr>
              <a:defRPr/>
            </a:pPr>
            <a:r>
              <a:rPr lang="en-US"/>
              <a:t>2011 LENOVO CONFIDENTIAL. All rights reserved.</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800">
                <a:cs typeface="Arial" panose="020B0604020202020204" pitchFamily="34" charset="0"/>
              </a:defRPr>
            </a:lvl1pPr>
          </a:lstStyle>
          <a:p>
            <a:pPr>
              <a:defRPr/>
            </a:pPr>
            <a:fld id="{D70BDFAF-6D49-4BA4-9C4C-2D1D931275D4}" type="slidenum">
              <a:rPr lang="en-US" altLang="zh-CN"/>
              <a:pPr>
                <a:defRPr/>
              </a:pPr>
              <a:t>‹#›</a:t>
            </a:fld>
            <a:endParaRPr lang="en-US" altLang="zh-CN"/>
          </a:p>
        </p:txBody>
      </p:sp>
    </p:spTree>
    <p:extLst>
      <p:ext uri="{BB962C8B-B14F-4D97-AF65-F5344CB8AC3E}">
        <p14:creationId xmlns:p14="http://schemas.microsoft.com/office/powerpoint/2010/main" val="1839781478"/>
      </p:ext>
    </p:extLst>
  </p:cSld>
  <p:clrMap bg1="lt1" tx1="dk1" bg2="lt2" tx2="dk2" accent1="accent1" accent2="accent2" accent3="accent3" accent4="accent4" accent5="accent5" accent6="accent6" hlink="hlink" folHlink="folHlink"/>
  <p:hf hdr="0" ftr="0" dt="0"/>
  <p:notesStyle>
    <a:lvl1pPr algn="l" defTabSz="1217613" rtl="0" eaLnBrk="0" fontAlgn="base" hangingPunct="0">
      <a:spcBef>
        <a:spcPct val="30000"/>
      </a:spcBef>
      <a:spcAft>
        <a:spcPct val="0"/>
      </a:spcAft>
      <a:defRPr sz="1600" kern="1200">
        <a:solidFill>
          <a:schemeClr val="tx1"/>
        </a:solidFill>
        <a:latin typeface="+mn-lt"/>
        <a:ea typeface="+mn-ea"/>
        <a:cs typeface="+mn-cs"/>
      </a:defRPr>
    </a:lvl1pPr>
    <a:lvl2pPr marL="609600" algn="l" defTabSz="1217613" rtl="0" eaLnBrk="0" fontAlgn="base" hangingPunct="0">
      <a:spcBef>
        <a:spcPct val="30000"/>
      </a:spcBef>
      <a:spcAft>
        <a:spcPct val="0"/>
      </a:spcAft>
      <a:defRPr sz="1600" kern="1200">
        <a:solidFill>
          <a:schemeClr val="tx1"/>
        </a:solidFill>
        <a:latin typeface="+mn-lt"/>
        <a:ea typeface="+mn-ea"/>
        <a:cs typeface="+mn-cs"/>
      </a:defRPr>
    </a:lvl2pPr>
    <a:lvl3pPr marL="1219200" algn="l" defTabSz="1217613" rtl="0" eaLnBrk="0" fontAlgn="base" hangingPunct="0">
      <a:spcBef>
        <a:spcPct val="30000"/>
      </a:spcBef>
      <a:spcAft>
        <a:spcPct val="0"/>
      </a:spcAft>
      <a:defRPr sz="1600" kern="1200">
        <a:solidFill>
          <a:schemeClr val="tx1"/>
        </a:solidFill>
        <a:latin typeface="+mn-lt"/>
        <a:ea typeface="+mn-ea"/>
        <a:cs typeface="+mn-cs"/>
      </a:defRPr>
    </a:lvl3pPr>
    <a:lvl4pPr marL="1827213" algn="l" defTabSz="1217613" rtl="0" eaLnBrk="0" fontAlgn="base" hangingPunct="0">
      <a:spcBef>
        <a:spcPct val="30000"/>
      </a:spcBef>
      <a:spcAft>
        <a:spcPct val="0"/>
      </a:spcAft>
      <a:defRPr sz="1600" kern="1200">
        <a:solidFill>
          <a:schemeClr val="tx1"/>
        </a:solidFill>
        <a:latin typeface="+mn-lt"/>
        <a:ea typeface="+mn-ea"/>
        <a:cs typeface="+mn-cs"/>
      </a:defRPr>
    </a:lvl4pPr>
    <a:lvl5pPr marL="2436813" algn="l" defTabSz="1217613" rtl="0" eaLnBrk="0" fontAlgn="base" hangingPunct="0">
      <a:spcBef>
        <a:spcPct val="30000"/>
      </a:spcBef>
      <a:spcAft>
        <a:spcPct val="0"/>
      </a:spcAft>
      <a:defRPr sz="1600" kern="1200">
        <a:solidFill>
          <a:schemeClr val="tx1"/>
        </a:solidFill>
        <a:latin typeface="+mn-lt"/>
        <a:ea typeface="+mn-ea"/>
        <a:cs typeface="+mn-cs"/>
      </a:defRPr>
    </a:lvl5pPr>
    <a:lvl6pPr marL="3047365" algn="l" defTabSz="1218565" rtl="0" eaLnBrk="1" latinLnBrk="0" hangingPunct="1">
      <a:defRPr sz="1600" kern="1200">
        <a:solidFill>
          <a:schemeClr val="tx1"/>
        </a:solidFill>
        <a:latin typeface="+mn-lt"/>
        <a:ea typeface="+mn-ea"/>
        <a:cs typeface="+mn-cs"/>
      </a:defRPr>
    </a:lvl6pPr>
    <a:lvl7pPr marL="3656965" algn="l" defTabSz="1218565" rtl="0" eaLnBrk="1" latinLnBrk="0" hangingPunct="1">
      <a:defRPr sz="1600" kern="1200">
        <a:solidFill>
          <a:schemeClr val="tx1"/>
        </a:solidFill>
        <a:latin typeface="+mn-lt"/>
        <a:ea typeface="+mn-ea"/>
        <a:cs typeface="+mn-cs"/>
      </a:defRPr>
    </a:lvl7pPr>
    <a:lvl8pPr marL="4266565" algn="l" defTabSz="1218565" rtl="0" eaLnBrk="1" latinLnBrk="0" hangingPunct="1">
      <a:defRPr sz="1600" kern="1200">
        <a:solidFill>
          <a:schemeClr val="tx1"/>
        </a:solidFill>
        <a:latin typeface="+mn-lt"/>
        <a:ea typeface="+mn-ea"/>
        <a:cs typeface="+mn-cs"/>
      </a:defRPr>
    </a:lvl8pPr>
    <a:lvl9pPr marL="4876165" algn="l" defTabSz="1218565"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399"/>
          </a:p>
        </p:txBody>
      </p:sp>
      <p:pic>
        <p:nvPicPr>
          <p:cNvPr id="3"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2993799"/>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4_Title and Content - With Background">
    <p:spTree>
      <p:nvGrpSpPr>
        <p:cNvPr id="1" name=""/>
        <p:cNvGrpSpPr/>
        <p:nvPr/>
      </p:nvGrpSpPr>
      <p:grpSpPr>
        <a:xfrm>
          <a:off x="0" y="0"/>
          <a:ext cx="0" cy="0"/>
          <a:chOff x="0" y="0"/>
          <a:chExt cx="0" cy="0"/>
        </a:xfrm>
      </p:grpSpPr>
      <p:sp>
        <p:nvSpPr>
          <p:cNvPr id="2" name="文本框 6"/>
          <p:cNvSpPr txBox="1">
            <a:spLocks noChangeArrowheads="1"/>
          </p:cNvSpPr>
          <p:nvPr userDrawn="1"/>
        </p:nvSpPr>
        <p:spPr bwMode="auto">
          <a:xfrm>
            <a:off x="669925" y="1166813"/>
            <a:ext cx="112585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zh-CN" altLang="en-US"/>
          </a:p>
        </p:txBody>
      </p:sp>
      <p:sp>
        <p:nvSpPr>
          <p:cNvPr id="3" name="Rectangle 1"/>
          <p:cNvSpPr/>
          <p:nvPr userDrawn="1"/>
        </p:nvSpPr>
        <p:spPr>
          <a:xfrm>
            <a:off x="0" y="179388"/>
            <a:ext cx="12192000" cy="5794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399" dirty="0"/>
          </a:p>
        </p:txBody>
      </p:sp>
      <p:sp>
        <p:nvSpPr>
          <p:cNvPr id="4" name="Rectangle 7"/>
          <p:cNvSpPr>
            <a:spLocks noChangeArrowheads="1"/>
          </p:cNvSpPr>
          <p:nvPr userDrawn="1"/>
        </p:nvSpPr>
        <p:spPr bwMode="invGray">
          <a:xfrm flipH="1">
            <a:off x="0" y="6501797"/>
            <a:ext cx="502743" cy="191767"/>
          </a:xfrm>
          <a:prstGeom prst="rect">
            <a:avLst/>
          </a:prstGeom>
          <a:gradFill flip="none" rotWithShape="0">
            <a:gsLst>
              <a:gs pos="100000">
                <a:srgbClr val="FF1313"/>
              </a:gs>
              <a:gs pos="0">
                <a:srgbClr val="EC2225"/>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eaLnBrk="1" fontAlgn="auto" hangingPunct="1">
              <a:spcBef>
                <a:spcPts val="0"/>
              </a:spcBef>
              <a:spcAft>
                <a:spcPts val="0"/>
              </a:spcAft>
              <a:defRPr/>
            </a:pPr>
            <a:endParaRPr lang="en-US" sz="1500" dirty="0">
              <a:solidFill>
                <a:prstClr val="white"/>
              </a:solidFill>
              <a:latin typeface="Foundry Gridnik Medium" pitchFamily="50" charset="0"/>
            </a:endParaRPr>
          </a:p>
        </p:txBody>
      </p:sp>
      <p:sp>
        <p:nvSpPr>
          <p:cNvPr id="5" name="Rectangle 17"/>
          <p:cNvSpPr>
            <a:spLocks noChangeArrowheads="1"/>
          </p:cNvSpPr>
          <p:nvPr userDrawn="1"/>
        </p:nvSpPr>
        <p:spPr bwMode="invGray">
          <a:xfrm>
            <a:off x="100013" y="6518275"/>
            <a:ext cx="4032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99" tIns="0" rIns="121899" bIns="0" anchor="ctr">
            <a:spAutoFit/>
          </a:bodyPr>
          <a:lstStyle/>
          <a:p>
            <a:pPr algn="ctr" eaLnBrk="1" hangingPunct="1"/>
            <a:fld id="{68DA92A4-345A-41C0-8DFE-C3D9CF0E41F6}" type="slidenum">
              <a:rPr lang="en-US" altLang="zh-CN" sz="1000">
                <a:solidFill>
                  <a:srgbClr val="FFFFFF"/>
                </a:solidFill>
                <a:cs typeface="Arial" panose="020B0604020202020204" pitchFamily="34" charset="0"/>
              </a:rPr>
              <a:pPr algn="ctr" eaLnBrk="1" hangingPunct="1"/>
              <a:t>‹#›</a:t>
            </a:fld>
            <a:endParaRPr lang="en-US" altLang="zh-CN" sz="1000">
              <a:solidFill>
                <a:srgbClr val="FFFFFF"/>
              </a:solidFill>
              <a:cs typeface="Arial" panose="020B0604020202020204" pitchFamily="34" charset="0"/>
            </a:endParaRPr>
          </a:p>
        </p:txBody>
      </p:sp>
      <p:pic>
        <p:nvPicPr>
          <p:cNvPr id="6"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2276771"/>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and Content - With Background">
    <p:spTree>
      <p:nvGrpSpPr>
        <p:cNvPr id="1" name=""/>
        <p:cNvGrpSpPr/>
        <p:nvPr/>
      </p:nvGrpSpPr>
      <p:grpSpPr>
        <a:xfrm>
          <a:off x="0" y="0"/>
          <a:ext cx="0" cy="0"/>
          <a:chOff x="0" y="0"/>
          <a:chExt cx="0" cy="0"/>
        </a:xfrm>
      </p:grpSpPr>
      <p:pic>
        <p:nvPicPr>
          <p:cNvPr id="2" name="图片 4" descr="联想质量宣传PPT-内页-02.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7"/>
          <p:cNvSpPr>
            <a:spLocks noChangeArrowheads="1"/>
          </p:cNvSpPr>
          <p:nvPr userDrawn="1"/>
        </p:nvSpPr>
        <p:spPr bwMode="invGray">
          <a:xfrm flipH="1">
            <a:off x="0" y="6501797"/>
            <a:ext cx="502743" cy="191767"/>
          </a:xfrm>
          <a:prstGeom prst="rect">
            <a:avLst/>
          </a:prstGeom>
          <a:gradFill flip="none" rotWithShape="0">
            <a:gsLst>
              <a:gs pos="100000">
                <a:srgbClr val="FF1313"/>
              </a:gs>
              <a:gs pos="0">
                <a:srgbClr val="EC2225"/>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eaLnBrk="1" fontAlgn="auto" hangingPunct="1">
              <a:spcBef>
                <a:spcPts val="0"/>
              </a:spcBef>
              <a:spcAft>
                <a:spcPts val="0"/>
              </a:spcAft>
              <a:defRPr/>
            </a:pPr>
            <a:endParaRPr lang="en-US" sz="1500" dirty="0">
              <a:solidFill>
                <a:prstClr val="white"/>
              </a:solidFill>
              <a:latin typeface="Foundry Gridnik Medium" pitchFamily="50" charset="0"/>
            </a:endParaRPr>
          </a:p>
        </p:txBody>
      </p:sp>
      <p:sp>
        <p:nvSpPr>
          <p:cNvPr id="4" name="Rectangle 17"/>
          <p:cNvSpPr>
            <a:spLocks noChangeArrowheads="1"/>
          </p:cNvSpPr>
          <p:nvPr userDrawn="1"/>
        </p:nvSpPr>
        <p:spPr bwMode="invGray">
          <a:xfrm>
            <a:off x="100013" y="6518275"/>
            <a:ext cx="4032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99" tIns="0" rIns="121899" bIns="0" anchor="ctr">
            <a:spAutoFit/>
          </a:bodyPr>
          <a:lstStyle/>
          <a:p>
            <a:pPr algn="ctr" eaLnBrk="1" hangingPunct="1"/>
            <a:fld id="{3CE72B68-D1AE-4812-9C10-88348B239F44}" type="slidenum">
              <a:rPr lang="en-US" altLang="zh-CN" sz="1000">
                <a:solidFill>
                  <a:srgbClr val="FFFFFF"/>
                </a:solidFill>
                <a:cs typeface="Arial" panose="020B0604020202020204" pitchFamily="34" charset="0"/>
              </a:rPr>
              <a:pPr algn="ctr" eaLnBrk="1" hangingPunct="1"/>
              <a:t>‹#›</a:t>
            </a:fld>
            <a:endParaRPr lang="en-US" altLang="zh-CN" sz="1000">
              <a:solidFill>
                <a:srgbClr val="FFFFFF"/>
              </a:solidFill>
              <a:cs typeface="Arial" panose="020B0604020202020204" pitchFamily="34" charset="0"/>
            </a:endParaRPr>
          </a:p>
        </p:txBody>
      </p:sp>
      <p:pic>
        <p:nvPicPr>
          <p:cNvPr id="5" name="Picture 4" descr="C:\Users\Administrator\Desktop\11月-联想质量宣传\PPT-邮件签名档\LOGO.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7496688"/>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46C8E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399"/>
          </a:p>
        </p:txBody>
      </p:sp>
      <p:pic>
        <p:nvPicPr>
          <p:cNvPr id="3"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899130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399"/>
          </a:p>
        </p:txBody>
      </p:sp>
      <p:pic>
        <p:nvPicPr>
          <p:cNvPr id="3"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2287221"/>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300">
              <a:solidFill>
                <a:srgbClr val="FFFFFF"/>
              </a:solidFill>
            </a:endParaRPr>
          </a:p>
        </p:txBody>
      </p:sp>
      <p:pic>
        <p:nvPicPr>
          <p:cNvPr id="3"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5061403"/>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 With Background">
    <p:spTree>
      <p:nvGrpSpPr>
        <p:cNvPr id="1" name=""/>
        <p:cNvGrpSpPr/>
        <p:nvPr/>
      </p:nvGrpSpPr>
      <p:grpSpPr>
        <a:xfrm>
          <a:off x="0" y="0"/>
          <a:ext cx="0" cy="0"/>
          <a:chOff x="0" y="0"/>
          <a:chExt cx="0" cy="0"/>
        </a:xfrm>
      </p:grpSpPr>
      <p:sp>
        <p:nvSpPr>
          <p:cNvPr id="2" name="Rectangle 7"/>
          <p:cNvSpPr>
            <a:spLocks noChangeArrowheads="1"/>
          </p:cNvSpPr>
          <p:nvPr userDrawn="1"/>
        </p:nvSpPr>
        <p:spPr bwMode="invGray">
          <a:xfrm flipH="1">
            <a:off x="0" y="6501797"/>
            <a:ext cx="502743" cy="191767"/>
          </a:xfrm>
          <a:prstGeom prst="rect">
            <a:avLst/>
          </a:prstGeom>
          <a:gradFill flip="none" rotWithShape="0">
            <a:gsLst>
              <a:gs pos="100000">
                <a:srgbClr val="FF1313"/>
              </a:gs>
              <a:gs pos="0">
                <a:srgbClr val="EC2225"/>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eaLnBrk="1" hangingPunct="1">
              <a:defRPr/>
            </a:pPr>
            <a:endParaRPr lang="en-US" altLang="en-US" sz="1500">
              <a:solidFill>
                <a:srgbClr val="FFFFFF"/>
              </a:solidFill>
              <a:latin typeface="Foundry Gridnik Medium"/>
              <a:ea typeface="SimSun" panose="02010600030101010101" pitchFamily="2" charset="-122"/>
            </a:endParaRPr>
          </a:p>
        </p:txBody>
      </p:sp>
      <p:sp>
        <p:nvSpPr>
          <p:cNvPr id="3" name="Rectangle 17"/>
          <p:cNvSpPr>
            <a:spLocks noChangeArrowheads="1"/>
          </p:cNvSpPr>
          <p:nvPr userDrawn="1"/>
        </p:nvSpPr>
        <p:spPr bwMode="invGray">
          <a:xfrm>
            <a:off x="100013" y="6518275"/>
            <a:ext cx="4032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99" tIns="0" rIns="121899" bIns="0" anchor="ctr">
            <a:spAutoFit/>
          </a:bodyPr>
          <a:lstStyle/>
          <a:p>
            <a:pPr algn="ctr" eaLnBrk="1" hangingPunct="1"/>
            <a:fld id="{2F34486F-CA93-492B-9144-E6BC576651E2}" type="slidenum">
              <a:rPr lang="en-US" altLang="zh-CN" sz="1000">
                <a:solidFill>
                  <a:srgbClr val="FFFFFF"/>
                </a:solidFill>
                <a:cs typeface="Arial" panose="020B0604020202020204" pitchFamily="34" charset="0"/>
              </a:rPr>
              <a:pPr algn="ctr" eaLnBrk="1" hangingPunct="1"/>
              <a:t>‹#›</a:t>
            </a:fld>
            <a:endParaRPr lang="en-US" altLang="zh-CN" sz="1000">
              <a:solidFill>
                <a:srgbClr val="FFFFFF"/>
              </a:solidFill>
              <a:cs typeface="Arial" panose="020B0604020202020204" pitchFamily="34" charset="0"/>
            </a:endParaRPr>
          </a:p>
        </p:txBody>
      </p:sp>
      <p:pic>
        <p:nvPicPr>
          <p:cNvPr id="4"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47638"/>
            <a:ext cx="121920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9137674"/>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Title and Content - With Background">
    <p:spTree>
      <p:nvGrpSpPr>
        <p:cNvPr id="1" name=""/>
        <p:cNvGrpSpPr/>
        <p:nvPr/>
      </p:nvGrpSpPr>
      <p:grpSpPr>
        <a:xfrm>
          <a:off x="0" y="0"/>
          <a:ext cx="0" cy="0"/>
          <a:chOff x="0" y="0"/>
          <a:chExt cx="0" cy="0"/>
        </a:xfrm>
      </p:grpSpPr>
      <p:sp>
        <p:nvSpPr>
          <p:cNvPr id="2" name="文本框 6"/>
          <p:cNvSpPr txBox="1">
            <a:spLocks noChangeArrowheads="1"/>
          </p:cNvSpPr>
          <p:nvPr userDrawn="1"/>
        </p:nvSpPr>
        <p:spPr bwMode="auto">
          <a:xfrm>
            <a:off x="669925" y="1166813"/>
            <a:ext cx="112585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zh-CN" altLang="en-US"/>
          </a:p>
        </p:txBody>
      </p:sp>
      <p:sp>
        <p:nvSpPr>
          <p:cNvPr id="3" name="Rectangle 1"/>
          <p:cNvSpPr/>
          <p:nvPr userDrawn="1"/>
        </p:nvSpPr>
        <p:spPr>
          <a:xfrm>
            <a:off x="0" y="179388"/>
            <a:ext cx="12192000" cy="5794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en-US" sz="2300">
              <a:solidFill>
                <a:srgbClr val="FFFFFF"/>
              </a:solidFill>
              <a:ea typeface="SimSun" panose="02010600030101010101" pitchFamily="2" charset="-122"/>
            </a:endParaRPr>
          </a:p>
        </p:txBody>
      </p:sp>
      <p:sp>
        <p:nvSpPr>
          <p:cNvPr id="4" name="Rectangle 7"/>
          <p:cNvSpPr>
            <a:spLocks noChangeArrowheads="1"/>
          </p:cNvSpPr>
          <p:nvPr userDrawn="1"/>
        </p:nvSpPr>
        <p:spPr bwMode="invGray">
          <a:xfrm flipH="1">
            <a:off x="0" y="6501797"/>
            <a:ext cx="502743" cy="191767"/>
          </a:xfrm>
          <a:prstGeom prst="rect">
            <a:avLst/>
          </a:prstGeom>
          <a:gradFill flip="none" rotWithShape="0">
            <a:gsLst>
              <a:gs pos="100000">
                <a:srgbClr val="FF1313"/>
              </a:gs>
              <a:gs pos="0">
                <a:srgbClr val="EC2225"/>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eaLnBrk="1" hangingPunct="1">
              <a:defRPr/>
            </a:pPr>
            <a:endParaRPr lang="en-US" altLang="en-US" sz="1500">
              <a:solidFill>
                <a:srgbClr val="FFFFFF"/>
              </a:solidFill>
              <a:latin typeface="Foundry Gridnik Medium"/>
              <a:ea typeface="SimSun" panose="02010600030101010101" pitchFamily="2" charset="-122"/>
            </a:endParaRPr>
          </a:p>
        </p:txBody>
      </p:sp>
      <p:sp>
        <p:nvSpPr>
          <p:cNvPr id="5" name="Rectangle 17"/>
          <p:cNvSpPr>
            <a:spLocks noChangeArrowheads="1"/>
          </p:cNvSpPr>
          <p:nvPr userDrawn="1"/>
        </p:nvSpPr>
        <p:spPr bwMode="invGray">
          <a:xfrm>
            <a:off x="100013" y="6518275"/>
            <a:ext cx="4032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99" tIns="0" rIns="121899" bIns="0" anchor="ctr">
            <a:spAutoFit/>
          </a:bodyPr>
          <a:lstStyle/>
          <a:p>
            <a:pPr algn="ctr" eaLnBrk="1" hangingPunct="1"/>
            <a:fld id="{9DFC818F-5633-4039-849D-A3313CC7116C}" type="slidenum">
              <a:rPr lang="en-US" altLang="zh-CN" sz="1000">
                <a:solidFill>
                  <a:srgbClr val="FFFFFF"/>
                </a:solidFill>
                <a:cs typeface="Arial" panose="020B0604020202020204" pitchFamily="34" charset="0"/>
              </a:rPr>
              <a:pPr algn="ctr" eaLnBrk="1" hangingPunct="1"/>
              <a:t>‹#›</a:t>
            </a:fld>
            <a:endParaRPr lang="en-US" altLang="zh-CN" sz="1000">
              <a:solidFill>
                <a:srgbClr val="FFFFFF"/>
              </a:solidFill>
              <a:cs typeface="Arial" panose="020B0604020202020204" pitchFamily="34" charset="0"/>
            </a:endParaRPr>
          </a:p>
        </p:txBody>
      </p:sp>
      <p:pic>
        <p:nvPicPr>
          <p:cNvPr id="6"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0697144"/>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and Content - With Background">
    <p:spTree>
      <p:nvGrpSpPr>
        <p:cNvPr id="1" name=""/>
        <p:cNvGrpSpPr/>
        <p:nvPr/>
      </p:nvGrpSpPr>
      <p:grpSpPr>
        <a:xfrm>
          <a:off x="0" y="0"/>
          <a:ext cx="0" cy="0"/>
          <a:chOff x="0" y="0"/>
          <a:chExt cx="0" cy="0"/>
        </a:xfrm>
      </p:grpSpPr>
      <p:pic>
        <p:nvPicPr>
          <p:cNvPr id="2" name="图片 4" descr="联想质量宣传PPT-内页-02.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7"/>
          <p:cNvSpPr>
            <a:spLocks noChangeArrowheads="1"/>
          </p:cNvSpPr>
          <p:nvPr userDrawn="1"/>
        </p:nvSpPr>
        <p:spPr bwMode="invGray">
          <a:xfrm flipH="1">
            <a:off x="0" y="6501797"/>
            <a:ext cx="502743" cy="191767"/>
          </a:xfrm>
          <a:prstGeom prst="rect">
            <a:avLst/>
          </a:prstGeom>
          <a:gradFill flip="none" rotWithShape="0">
            <a:gsLst>
              <a:gs pos="100000">
                <a:srgbClr val="FF1313"/>
              </a:gs>
              <a:gs pos="0">
                <a:srgbClr val="EC2225"/>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anchor="ctr"/>
          <a:lstStyle/>
          <a:p>
            <a:pPr algn="ctr" eaLnBrk="1" hangingPunct="1">
              <a:defRPr/>
            </a:pPr>
            <a:endParaRPr lang="en-US" altLang="en-US" sz="1500">
              <a:solidFill>
                <a:srgbClr val="FFFFFF"/>
              </a:solidFill>
              <a:latin typeface="Foundry Gridnik Medium"/>
              <a:ea typeface="SimSun" panose="02010600030101010101" pitchFamily="2" charset="-122"/>
            </a:endParaRPr>
          </a:p>
        </p:txBody>
      </p:sp>
      <p:sp>
        <p:nvSpPr>
          <p:cNvPr id="4" name="Rectangle 17"/>
          <p:cNvSpPr>
            <a:spLocks noChangeArrowheads="1"/>
          </p:cNvSpPr>
          <p:nvPr userDrawn="1"/>
        </p:nvSpPr>
        <p:spPr bwMode="invGray">
          <a:xfrm>
            <a:off x="100013" y="6518275"/>
            <a:ext cx="4032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99" tIns="0" rIns="121899" bIns="0" anchor="ctr">
            <a:spAutoFit/>
          </a:bodyPr>
          <a:lstStyle/>
          <a:p>
            <a:pPr algn="ctr" eaLnBrk="1" hangingPunct="1"/>
            <a:fld id="{F85572E1-9768-4B47-B9FC-53ED867CC578}" type="slidenum">
              <a:rPr lang="en-US" altLang="zh-CN" sz="1000">
                <a:solidFill>
                  <a:srgbClr val="FFFFFF"/>
                </a:solidFill>
                <a:cs typeface="Arial" panose="020B0604020202020204" pitchFamily="34" charset="0"/>
              </a:rPr>
              <a:pPr algn="ctr" eaLnBrk="1" hangingPunct="1"/>
              <a:t>‹#›</a:t>
            </a:fld>
            <a:endParaRPr lang="en-US" altLang="zh-CN" sz="1000">
              <a:solidFill>
                <a:srgbClr val="FFFFFF"/>
              </a:solidFill>
              <a:cs typeface="Arial" panose="020B0604020202020204" pitchFamily="34" charset="0"/>
            </a:endParaRPr>
          </a:p>
        </p:txBody>
      </p:sp>
      <p:pic>
        <p:nvPicPr>
          <p:cNvPr id="5" name="Picture 4" descr="C:\Users\Administrator\Desktop\11月-联想质量宣传\PPT-邮件签名档\LOGO.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7940442"/>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46C8E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300">
              <a:solidFill>
                <a:srgbClr val="FFFFFF"/>
              </a:solidFill>
            </a:endParaRPr>
          </a:p>
        </p:txBody>
      </p:sp>
      <p:pic>
        <p:nvPicPr>
          <p:cNvPr id="3"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6769327"/>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300">
              <a:solidFill>
                <a:srgbClr val="FFFFFF"/>
              </a:solidFill>
            </a:endParaRPr>
          </a:p>
        </p:txBody>
      </p:sp>
      <p:pic>
        <p:nvPicPr>
          <p:cNvPr id="3"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0095172"/>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Slide">
    <p:spTree>
      <p:nvGrpSpPr>
        <p:cNvPr id="1" name=""/>
        <p:cNvGrpSpPr/>
        <p:nvPr/>
      </p:nvGrpSpPr>
      <p:grpSpPr>
        <a:xfrm>
          <a:off x="0" y="0"/>
          <a:ext cx="0" cy="0"/>
          <a:chOff x="0" y="0"/>
          <a:chExt cx="0" cy="0"/>
        </a:xfrm>
      </p:grpSpPr>
      <p:grpSp>
        <p:nvGrpSpPr>
          <p:cNvPr id="2" name="Group 19"/>
          <p:cNvGrpSpPr/>
          <p:nvPr userDrawn="1"/>
        </p:nvGrpSpPr>
        <p:grpSpPr>
          <a:xfrm>
            <a:off x="637076" y="2331085"/>
            <a:ext cx="8135833" cy="1985010"/>
            <a:chOff x="541049" y="2649538"/>
            <a:chExt cx="9285724" cy="2092325"/>
          </a:xfrm>
          <a:solidFill>
            <a:schemeClr val="bg1"/>
          </a:solidFill>
        </p:grpSpPr>
        <p:sp>
          <p:nvSpPr>
            <p:cNvPr id="3" name="Freeform 5"/>
            <p:cNvSpPr/>
            <p:nvPr/>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solidFill>
              <a:schemeClr val="accent4"/>
            </a:solidFill>
            <a:ln>
              <a:noFill/>
            </a:ln>
          </p:spPr>
          <p:txBody>
            <a:bodyPr/>
            <a:lstStyle/>
            <a:p>
              <a:pPr defTabSz="1218555" eaLnBrk="1" fontAlgn="auto" hangingPunct="1">
                <a:spcBef>
                  <a:spcPts val="0"/>
                </a:spcBef>
                <a:spcAft>
                  <a:spcPts val="0"/>
                </a:spcAft>
                <a:defRPr/>
              </a:pPr>
              <a:endParaRPr lang="en-US" sz="2399" dirty="0">
                <a:latin typeface="+mn-lt"/>
                <a:ea typeface="+mn-ea"/>
              </a:endParaRPr>
            </a:p>
          </p:txBody>
        </p:sp>
        <p:sp>
          <p:nvSpPr>
            <p:cNvPr id="4" name="Freeform 6"/>
            <p:cNvSpPr/>
            <p:nvPr/>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solidFill>
              <a:schemeClr val="accent2"/>
            </a:solidFill>
            <a:ln>
              <a:noFill/>
            </a:ln>
          </p:spPr>
          <p:txBody>
            <a:bodyPr/>
            <a:lstStyle/>
            <a:p>
              <a:pPr defTabSz="1218555" eaLnBrk="1" fontAlgn="auto" hangingPunct="1">
                <a:spcBef>
                  <a:spcPts val="0"/>
                </a:spcBef>
                <a:spcAft>
                  <a:spcPts val="0"/>
                </a:spcAft>
                <a:defRPr/>
              </a:pPr>
              <a:endParaRPr lang="en-US" sz="2399" dirty="0">
                <a:latin typeface="+mn-lt"/>
                <a:ea typeface="+mn-ea"/>
              </a:endParaRPr>
            </a:p>
          </p:txBody>
        </p:sp>
        <p:sp>
          <p:nvSpPr>
            <p:cNvPr id="5" name="Freeform 7"/>
            <p:cNvSpPr>
              <a:spLocks noEditPoints="1"/>
            </p:cNvSpPr>
            <p:nvPr/>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solidFill>
              <a:srgbClr val="8246AF"/>
            </a:solidFill>
            <a:ln>
              <a:noFill/>
            </a:ln>
          </p:spPr>
          <p:txBody>
            <a:bodyPr/>
            <a:lstStyle/>
            <a:p>
              <a:pPr defTabSz="1218555" eaLnBrk="1" fontAlgn="auto" hangingPunct="1">
                <a:spcBef>
                  <a:spcPts val="0"/>
                </a:spcBef>
                <a:spcAft>
                  <a:spcPts val="0"/>
                </a:spcAft>
                <a:defRPr/>
              </a:pPr>
              <a:endParaRPr lang="en-US" sz="2399">
                <a:latin typeface="+mn-lt"/>
                <a:ea typeface="+mn-ea"/>
              </a:endParaRPr>
            </a:p>
          </p:txBody>
        </p:sp>
        <p:sp>
          <p:nvSpPr>
            <p:cNvPr id="6" name="Freeform 8"/>
            <p:cNvSpPr/>
            <p:nvPr/>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solidFill>
              <a:schemeClr val="accent3"/>
            </a:solidFill>
            <a:ln>
              <a:noFill/>
            </a:ln>
          </p:spPr>
          <p:txBody>
            <a:bodyPr/>
            <a:lstStyle/>
            <a:p>
              <a:pPr defTabSz="1218555" eaLnBrk="1" fontAlgn="auto" hangingPunct="1">
                <a:spcBef>
                  <a:spcPts val="0"/>
                </a:spcBef>
                <a:spcAft>
                  <a:spcPts val="0"/>
                </a:spcAft>
                <a:defRPr/>
              </a:pPr>
              <a:endParaRPr lang="en-US" sz="2399">
                <a:latin typeface="+mn-lt"/>
                <a:ea typeface="+mn-ea"/>
              </a:endParaRPr>
            </a:p>
          </p:txBody>
        </p:sp>
        <p:sp>
          <p:nvSpPr>
            <p:cNvPr id="7" name="Freeform 9"/>
            <p:cNvSpPr/>
            <p:nvPr/>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solidFill>
              <a:schemeClr val="accent5"/>
            </a:solidFill>
            <a:ln>
              <a:noFill/>
            </a:ln>
          </p:spPr>
          <p:txBody>
            <a:bodyPr/>
            <a:lstStyle/>
            <a:p>
              <a:pPr defTabSz="1218555" eaLnBrk="1" fontAlgn="auto" hangingPunct="1">
                <a:spcBef>
                  <a:spcPts val="0"/>
                </a:spcBef>
                <a:spcAft>
                  <a:spcPts val="0"/>
                </a:spcAft>
                <a:defRPr/>
              </a:pPr>
              <a:endParaRPr lang="en-US" sz="2399">
                <a:latin typeface="+mn-lt"/>
                <a:ea typeface="+mn-ea"/>
              </a:endParaRPr>
            </a:p>
          </p:txBody>
        </p:sp>
        <p:sp>
          <p:nvSpPr>
            <p:cNvPr id="8" name="Freeform 10"/>
            <p:cNvSpPr/>
            <p:nvPr/>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solidFill>
              <a:schemeClr val="accent6"/>
            </a:solidFill>
            <a:ln>
              <a:noFill/>
            </a:ln>
          </p:spPr>
          <p:txBody>
            <a:bodyPr/>
            <a:lstStyle/>
            <a:p>
              <a:pPr defTabSz="1218555" eaLnBrk="1" fontAlgn="auto" hangingPunct="1">
                <a:spcBef>
                  <a:spcPts val="0"/>
                </a:spcBef>
                <a:spcAft>
                  <a:spcPts val="0"/>
                </a:spcAft>
                <a:defRPr/>
              </a:pPr>
              <a:endParaRPr lang="en-US" sz="2399">
                <a:latin typeface="+mn-lt"/>
                <a:ea typeface="+mn-ea"/>
              </a:endParaRPr>
            </a:p>
          </p:txBody>
        </p:sp>
        <p:sp>
          <p:nvSpPr>
            <p:cNvPr id="9" name="Oval 11"/>
            <p:cNvSpPr>
              <a:spLocks noChangeArrowheads="1"/>
            </p:cNvSpPr>
            <p:nvPr/>
          </p:nvSpPr>
          <p:spPr bwMode="auto">
            <a:xfrm>
              <a:off x="9282260" y="4167188"/>
              <a:ext cx="544513" cy="546100"/>
            </a:xfrm>
            <a:prstGeom prst="ellipse">
              <a:avLst/>
            </a:prstGeom>
            <a:solidFill>
              <a:srgbClr val="E31D1A"/>
            </a:solidFill>
            <a:ln>
              <a:noFill/>
            </a:ln>
          </p:spPr>
          <p:txBody>
            <a:bodyPr/>
            <a:lstStyle/>
            <a:p>
              <a:pPr defTabSz="1218555" eaLnBrk="1" fontAlgn="auto" hangingPunct="1">
                <a:spcBef>
                  <a:spcPts val="0"/>
                </a:spcBef>
                <a:spcAft>
                  <a:spcPts val="0"/>
                </a:spcAft>
                <a:defRPr/>
              </a:pPr>
              <a:endParaRPr lang="en-US" sz="2399">
                <a:latin typeface="+mn-lt"/>
                <a:ea typeface="+mn-ea"/>
              </a:endParaRPr>
            </a:p>
          </p:txBody>
        </p:sp>
      </p:grpSp>
      <p:pic>
        <p:nvPicPr>
          <p:cNvPr id="10"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8" y="6196013"/>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752934"/>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spTree>
      <p:nvGrpSpPr>
        <p:cNvPr id="1" name=""/>
        <p:cNvGrpSpPr/>
        <p:nvPr/>
      </p:nvGrpSpPr>
      <p:grpSpPr>
        <a:xfrm>
          <a:off x="0" y="0"/>
          <a:ext cx="0" cy="0"/>
          <a:chOff x="0" y="0"/>
          <a:chExt cx="0" cy="0"/>
        </a:xfrm>
      </p:grpSpPr>
      <p:grpSp>
        <p:nvGrpSpPr>
          <p:cNvPr id="47" name="Group 46"/>
          <p:cNvGrpSpPr/>
          <p:nvPr userDrawn="1"/>
        </p:nvGrpSpPr>
        <p:grpSpPr>
          <a:xfrm rot="16200000">
            <a:off x="10157004" y="2415658"/>
            <a:ext cx="3049041" cy="1020953"/>
            <a:chOff x="2374901" y="2184400"/>
            <a:chExt cx="7435850" cy="2489200"/>
          </a:xfrm>
        </p:grpSpPr>
        <p:sp>
          <p:nvSpPr>
            <p:cNvPr id="5" name="Rectangle 5"/>
            <p:cNvSpPr>
              <a:spLocks noChangeArrowheads="1"/>
            </p:cNvSpPr>
            <p:nvPr userDrawn="1"/>
          </p:nvSpPr>
          <p:spPr bwMode="auto">
            <a:xfrm>
              <a:off x="2374901" y="34290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 name="Rectangle 6"/>
            <p:cNvSpPr>
              <a:spLocks noChangeArrowheads="1"/>
            </p:cNvSpPr>
            <p:nvPr userDrawn="1"/>
          </p:nvSpPr>
          <p:spPr bwMode="auto">
            <a:xfrm>
              <a:off x="3613151" y="3429000"/>
              <a:ext cx="1239838" cy="1244600"/>
            </a:xfrm>
            <a:prstGeom prst="rect">
              <a:avLst/>
            </a:prstGeom>
            <a:solidFill>
              <a:srgbClr val="498B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 name="Rectangle 7"/>
            <p:cNvSpPr>
              <a:spLocks noChangeArrowheads="1"/>
            </p:cNvSpPr>
            <p:nvPr userDrawn="1"/>
          </p:nvSpPr>
          <p:spPr bwMode="auto">
            <a:xfrm>
              <a:off x="4852988" y="3429000"/>
              <a:ext cx="1239838" cy="1244600"/>
            </a:xfrm>
            <a:prstGeom prst="rect">
              <a:avLst/>
            </a:prstGeom>
            <a:solidFill>
              <a:srgbClr val="E747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Rectangle 8"/>
            <p:cNvSpPr>
              <a:spLocks noChangeArrowheads="1"/>
            </p:cNvSpPr>
            <p:nvPr userDrawn="1"/>
          </p:nvSpPr>
          <p:spPr bwMode="auto">
            <a:xfrm>
              <a:off x="6092826" y="34290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 name="Rectangle 9"/>
            <p:cNvSpPr>
              <a:spLocks noChangeArrowheads="1"/>
            </p:cNvSpPr>
            <p:nvPr userDrawn="1"/>
          </p:nvSpPr>
          <p:spPr bwMode="auto">
            <a:xfrm>
              <a:off x="7331076" y="34290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 name="Rectangle 10"/>
            <p:cNvSpPr>
              <a:spLocks noChangeArrowheads="1"/>
            </p:cNvSpPr>
            <p:nvPr userDrawn="1"/>
          </p:nvSpPr>
          <p:spPr bwMode="auto">
            <a:xfrm>
              <a:off x="8570913" y="34290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 name="Rectangle 11"/>
            <p:cNvSpPr>
              <a:spLocks noChangeArrowheads="1"/>
            </p:cNvSpPr>
            <p:nvPr userDrawn="1"/>
          </p:nvSpPr>
          <p:spPr bwMode="auto">
            <a:xfrm>
              <a:off x="2374901" y="21844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2" name="Rectangle 12"/>
            <p:cNvSpPr>
              <a:spLocks noChangeArrowheads="1"/>
            </p:cNvSpPr>
            <p:nvPr userDrawn="1"/>
          </p:nvSpPr>
          <p:spPr bwMode="auto">
            <a:xfrm>
              <a:off x="3613151"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3" name="Rectangle 13"/>
            <p:cNvSpPr>
              <a:spLocks noChangeArrowheads="1"/>
            </p:cNvSpPr>
            <p:nvPr userDrawn="1"/>
          </p:nvSpPr>
          <p:spPr bwMode="auto">
            <a:xfrm>
              <a:off x="4852988" y="21844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4" name="Rectangle 14"/>
            <p:cNvSpPr>
              <a:spLocks noChangeArrowheads="1"/>
            </p:cNvSpPr>
            <p:nvPr userDrawn="1"/>
          </p:nvSpPr>
          <p:spPr bwMode="auto">
            <a:xfrm>
              <a:off x="6092826" y="21844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5" name="Rectangle 15"/>
            <p:cNvSpPr>
              <a:spLocks noChangeArrowheads="1"/>
            </p:cNvSpPr>
            <p:nvPr userDrawn="1"/>
          </p:nvSpPr>
          <p:spPr bwMode="auto">
            <a:xfrm>
              <a:off x="7331076"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6" name="Rectangle 16"/>
            <p:cNvSpPr>
              <a:spLocks noChangeArrowheads="1"/>
            </p:cNvSpPr>
            <p:nvPr userDrawn="1"/>
          </p:nvSpPr>
          <p:spPr bwMode="auto">
            <a:xfrm>
              <a:off x="8570913" y="2184400"/>
              <a:ext cx="1239838" cy="1244600"/>
            </a:xfrm>
            <a:prstGeom prst="rect">
              <a:avLst/>
            </a:prstGeom>
            <a:solidFill>
              <a:srgbClr val="7F58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7" name="Freeform 17"/>
            <p:cNvSpPr>
              <a:spLocks/>
            </p:cNvSpPr>
            <p:nvPr userDrawn="1"/>
          </p:nvSpPr>
          <p:spPr bwMode="auto">
            <a:xfrm>
              <a:off x="7331076" y="2184400"/>
              <a:ext cx="1239838" cy="1244600"/>
            </a:xfrm>
            <a:custGeom>
              <a:avLst/>
              <a:gdLst>
                <a:gd name="T0" fmla="*/ 0 w 781"/>
                <a:gd name="T1" fmla="*/ 784 h 784"/>
                <a:gd name="T2" fmla="*/ 0 w 781"/>
                <a:gd name="T3" fmla="*/ 784 h 784"/>
                <a:gd name="T4" fmla="*/ 781 w 781"/>
                <a:gd name="T5" fmla="*/ 784 h 784"/>
                <a:gd name="T6" fmla="*/ 781 w 781"/>
                <a:gd name="T7" fmla="*/ 0 h 784"/>
                <a:gd name="T8" fmla="*/ 781 w 781"/>
                <a:gd name="T9" fmla="*/ 0 h 784"/>
                <a:gd name="T10" fmla="*/ 0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0" y="784"/>
                  </a:moveTo>
                  <a:lnTo>
                    <a:pt x="0" y="784"/>
                  </a:lnTo>
                  <a:lnTo>
                    <a:pt x="781" y="784"/>
                  </a:lnTo>
                  <a:lnTo>
                    <a:pt x="781" y="0"/>
                  </a:lnTo>
                  <a:lnTo>
                    <a:pt x="781" y="0"/>
                  </a:lnTo>
                  <a:lnTo>
                    <a:pt x="0" y="784"/>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8" name="Freeform 18"/>
            <p:cNvSpPr>
              <a:spLocks/>
            </p:cNvSpPr>
            <p:nvPr userDrawn="1"/>
          </p:nvSpPr>
          <p:spPr bwMode="auto">
            <a:xfrm>
              <a:off x="7331076" y="2184400"/>
              <a:ext cx="620713" cy="622300"/>
            </a:xfrm>
            <a:custGeom>
              <a:avLst/>
              <a:gdLst>
                <a:gd name="T0" fmla="*/ 391 w 391"/>
                <a:gd name="T1" fmla="*/ 0 h 392"/>
                <a:gd name="T2" fmla="*/ 391 w 391"/>
                <a:gd name="T3" fmla="*/ 0 h 392"/>
                <a:gd name="T4" fmla="*/ 0 w 391"/>
                <a:gd name="T5" fmla="*/ 0 h 392"/>
                <a:gd name="T6" fmla="*/ 0 w 391"/>
                <a:gd name="T7" fmla="*/ 392 h 392"/>
                <a:gd name="T8" fmla="*/ 0 w 391"/>
                <a:gd name="T9" fmla="*/ 392 h 392"/>
                <a:gd name="T10" fmla="*/ 391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391" y="0"/>
                  </a:moveTo>
                  <a:lnTo>
                    <a:pt x="391" y="0"/>
                  </a:lnTo>
                  <a:lnTo>
                    <a:pt x="0" y="0"/>
                  </a:lnTo>
                  <a:lnTo>
                    <a:pt x="0" y="392"/>
                  </a:lnTo>
                  <a:lnTo>
                    <a:pt x="0" y="392"/>
                  </a:lnTo>
                  <a:lnTo>
                    <a:pt x="391" y="0"/>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9" name="Freeform 19"/>
            <p:cNvSpPr>
              <a:spLocks/>
            </p:cNvSpPr>
            <p:nvPr userDrawn="1"/>
          </p:nvSpPr>
          <p:spPr bwMode="auto">
            <a:xfrm>
              <a:off x="2374901" y="2184400"/>
              <a:ext cx="1238250" cy="1244600"/>
            </a:xfrm>
            <a:custGeom>
              <a:avLst/>
              <a:gdLst>
                <a:gd name="T0" fmla="*/ 0 w 780"/>
                <a:gd name="T1" fmla="*/ 784 h 784"/>
                <a:gd name="T2" fmla="*/ 0 w 780"/>
                <a:gd name="T3" fmla="*/ 784 h 784"/>
                <a:gd name="T4" fmla="*/ 0 w 780"/>
                <a:gd name="T5" fmla="*/ 0 h 784"/>
                <a:gd name="T6" fmla="*/ 780 w 780"/>
                <a:gd name="T7" fmla="*/ 0 h 784"/>
                <a:gd name="T8" fmla="*/ 780 w 780"/>
                <a:gd name="T9" fmla="*/ 0 h 784"/>
                <a:gd name="T10" fmla="*/ 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0" y="784"/>
                  </a:moveTo>
                  <a:lnTo>
                    <a:pt x="0" y="784"/>
                  </a:lnTo>
                  <a:lnTo>
                    <a:pt x="0" y="0"/>
                  </a:lnTo>
                  <a:lnTo>
                    <a:pt x="780" y="0"/>
                  </a:lnTo>
                  <a:lnTo>
                    <a:pt x="780" y="0"/>
                  </a:lnTo>
                  <a:lnTo>
                    <a:pt x="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0" name="Freeform 20"/>
            <p:cNvSpPr>
              <a:spLocks/>
            </p:cNvSpPr>
            <p:nvPr userDrawn="1"/>
          </p:nvSpPr>
          <p:spPr bwMode="auto">
            <a:xfrm>
              <a:off x="2994026" y="2806700"/>
              <a:ext cx="619125" cy="622300"/>
            </a:xfrm>
            <a:custGeom>
              <a:avLst/>
              <a:gdLst>
                <a:gd name="T0" fmla="*/ 390 w 390"/>
                <a:gd name="T1" fmla="*/ 0 h 392"/>
                <a:gd name="T2" fmla="*/ 390 w 390"/>
                <a:gd name="T3" fmla="*/ 0 h 392"/>
                <a:gd name="T4" fmla="*/ 390 w 390"/>
                <a:gd name="T5" fmla="*/ 392 h 392"/>
                <a:gd name="T6" fmla="*/ 0 w 390"/>
                <a:gd name="T7" fmla="*/ 392 h 392"/>
                <a:gd name="T8" fmla="*/ 0 w 390"/>
                <a:gd name="T9" fmla="*/ 392 h 392"/>
                <a:gd name="T10" fmla="*/ 39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390" y="0"/>
                  </a:moveTo>
                  <a:lnTo>
                    <a:pt x="390" y="0"/>
                  </a:lnTo>
                  <a:lnTo>
                    <a:pt x="390" y="392"/>
                  </a:lnTo>
                  <a:lnTo>
                    <a:pt x="0" y="392"/>
                  </a:lnTo>
                  <a:lnTo>
                    <a:pt x="0" y="392"/>
                  </a:lnTo>
                  <a:lnTo>
                    <a:pt x="39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1" name="Freeform 21"/>
            <p:cNvSpPr>
              <a:spLocks/>
            </p:cNvSpPr>
            <p:nvPr userDrawn="1"/>
          </p:nvSpPr>
          <p:spPr bwMode="auto">
            <a:xfrm>
              <a:off x="3613151" y="3429000"/>
              <a:ext cx="1239838" cy="1244600"/>
            </a:xfrm>
            <a:custGeom>
              <a:avLst/>
              <a:gdLst>
                <a:gd name="T0" fmla="*/ 0 w 781"/>
                <a:gd name="T1" fmla="*/ 0 h 784"/>
                <a:gd name="T2" fmla="*/ 0 w 781"/>
                <a:gd name="T3" fmla="*/ 0 h 784"/>
                <a:gd name="T4" fmla="*/ 781 w 781"/>
                <a:gd name="T5" fmla="*/ 0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781" y="0"/>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2" name="Freeform 22"/>
            <p:cNvSpPr>
              <a:spLocks/>
            </p:cNvSpPr>
            <p:nvPr userDrawn="1"/>
          </p:nvSpPr>
          <p:spPr bwMode="auto">
            <a:xfrm>
              <a:off x="3613151" y="4051300"/>
              <a:ext cx="620713" cy="622300"/>
            </a:xfrm>
            <a:custGeom>
              <a:avLst/>
              <a:gdLst>
                <a:gd name="T0" fmla="*/ 391 w 391"/>
                <a:gd name="T1" fmla="*/ 392 h 392"/>
                <a:gd name="T2" fmla="*/ 391 w 391"/>
                <a:gd name="T3" fmla="*/ 392 h 392"/>
                <a:gd name="T4" fmla="*/ 0 w 391"/>
                <a:gd name="T5" fmla="*/ 392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0" y="392"/>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3" name="Freeform 23"/>
            <p:cNvSpPr>
              <a:spLocks/>
            </p:cNvSpPr>
            <p:nvPr userDrawn="1"/>
          </p:nvSpPr>
          <p:spPr bwMode="auto">
            <a:xfrm>
              <a:off x="6092826" y="2184400"/>
              <a:ext cx="619125" cy="1244600"/>
            </a:xfrm>
            <a:custGeom>
              <a:avLst/>
              <a:gdLst>
                <a:gd name="T0" fmla="*/ 288 w 288"/>
                <a:gd name="T1" fmla="*/ 288 h 576"/>
                <a:gd name="T2" fmla="*/ 0 w 288"/>
                <a:gd name="T3" fmla="*/ 576 h 576"/>
                <a:gd name="T4" fmla="*/ 0 w 288"/>
                <a:gd name="T5" fmla="*/ 0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447"/>
                    <a:pt x="159" y="576"/>
                    <a:pt x="0" y="576"/>
                  </a:cubicBezTo>
                  <a:cubicBezTo>
                    <a:pt x="0" y="0"/>
                    <a:pt x="0" y="0"/>
                    <a:pt x="0" y="0"/>
                  </a:cubicBezTo>
                  <a:cubicBezTo>
                    <a:pt x="159" y="0"/>
                    <a:pt x="288" y="129"/>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4" name="Freeform 24"/>
            <p:cNvSpPr>
              <a:spLocks/>
            </p:cNvSpPr>
            <p:nvPr userDrawn="1"/>
          </p:nvSpPr>
          <p:spPr bwMode="auto">
            <a:xfrm>
              <a:off x="6711951" y="2184400"/>
              <a:ext cx="619125" cy="1244600"/>
            </a:xfrm>
            <a:custGeom>
              <a:avLst/>
              <a:gdLst>
                <a:gd name="T0" fmla="*/ 288 w 288"/>
                <a:gd name="T1" fmla="*/ 0 h 576"/>
                <a:gd name="T2" fmla="*/ 288 w 288"/>
                <a:gd name="T3" fmla="*/ 576 h 576"/>
                <a:gd name="T4" fmla="*/ 0 w 288"/>
                <a:gd name="T5" fmla="*/ 288 h 576"/>
                <a:gd name="T6" fmla="*/ 288 w 288"/>
                <a:gd name="T7" fmla="*/ 0 h 576"/>
              </a:gdLst>
              <a:ahLst/>
              <a:cxnLst>
                <a:cxn ang="0">
                  <a:pos x="T0" y="T1"/>
                </a:cxn>
                <a:cxn ang="0">
                  <a:pos x="T2" y="T3"/>
                </a:cxn>
                <a:cxn ang="0">
                  <a:pos x="T4" y="T5"/>
                </a:cxn>
                <a:cxn ang="0">
                  <a:pos x="T6" y="T7"/>
                </a:cxn>
              </a:cxnLst>
              <a:rect l="0" t="0" r="r" b="b"/>
              <a:pathLst>
                <a:path w="288" h="576">
                  <a:moveTo>
                    <a:pt x="288" y="0"/>
                  </a:moveTo>
                  <a:cubicBezTo>
                    <a:pt x="288" y="576"/>
                    <a:pt x="288" y="576"/>
                    <a:pt x="288" y="576"/>
                  </a:cubicBezTo>
                  <a:cubicBezTo>
                    <a:pt x="129" y="576"/>
                    <a:pt x="0" y="447"/>
                    <a:pt x="0" y="288"/>
                  </a:cubicBezTo>
                  <a:cubicBezTo>
                    <a:pt x="0" y="129"/>
                    <a:pt x="129" y="0"/>
                    <a:pt x="288" y="0"/>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5" name="Freeform 25"/>
            <p:cNvSpPr>
              <a:spLocks/>
            </p:cNvSpPr>
            <p:nvPr userDrawn="1"/>
          </p:nvSpPr>
          <p:spPr bwMode="auto">
            <a:xfrm>
              <a:off x="8570913" y="2184400"/>
              <a:ext cx="1239838" cy="1244600"/>
            </a:xfrm>
            <a:custGeom>
              <a:avLst/>
              <a:gdLst>
                <a:gd name="T0" fmla="*/ 0 w 781"/>
                <a:gd name="T1" fmla="*/ 0 h 784"/>
                <a:gd name="T2" fmla="*/ 0 w 781"/>
                <a:gd name="T3" fmla="*/ 0 h 784"/>
                <a:gd name="T4" fmla="*/ 0 w 781"/>
                <a:gd name="T5" fmla="*/ 784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0" y="784"/>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6" name="Freeform 26"/>
            <p:cNvSpPr>
              <a:spLocks/>
            </p:cNvSpPr>
            <p:nvPr userDrawn="1"/>
          </p:nvSpPr>
          <p:spPr bwMode="auto">
            <a:xfrm>
              <a:off x="9190038" y="2184400"/>
              <a:ext cx="620713" cy="622300"/>
            </a:xfrm>
            <a:custGeom>
              <a:avLst/>
              <a:gdLst>
                <a:gd name="T0" fmla="*/ 391 w 391"/>
                <a:gd name="T1" fmla="*/ 392 h 392"/>
                <a:gd name="T2" fmla="*/ 391 w 391"/>
                <a:gd name="T3" fmla="*/ 392 h 392"/>
                <a:gd name="T4" fmla="*/ 391 w 391"/>
                <a:gd name="T5" fmla="*/ 0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391" y="0"/>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7" name="Freeform 27"/>
            <p:cNvSpPr>
              <a:spLocks/>
            </p:cNvSpPr>
            <p:nvPr userDrawn="1"/>
          </p:nvSpPr>
          <p:spPr bwMode="auto">
            <a:xfrm>
              <a:off x="7331076" y="3429000"/>
              <a:ext cx="1239838" cy="622300"/>
            </a:xfrm>
            <a:custGeom>
              <a:avLst/>
              <a:gdLst>
                <a:gd name="T0" fmla="*/ 288 w 576"/>
                <a:gd name="T1" fmla="*/ 288 h 288"/>
                <a:gd name="T2" fmla="*/ 0 w 576"/>
                <a:gd name="T3" fmla="*/ 0 h 288"/>
                <a:gd name="T4" fmla="*/ 576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129" y="288"/>
                    <a:pt x="0" y="159"/>
                    <a:pt x="0" y="0"/>
                  </a:cubicBezTo>
                  <a:cubicBezTo>
                    <a:pt x="576" y="0"/>
                    <a:pt x="576" y="0"/>
                    <a:pt x="576" y="0"/>
                  </a:cubicBezTo>
                  <a:cubicBezTo>
                    <a:pt x="576" y="159"/>
                    <a:pt x="447" y="288"/>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8" name="Freeform 28"/>
            <p:cNvSpPr>
              <a:spLocks/>
            </p:cNvSpPr>
            <p:nvPr userDrawn="1"/>
          </p:nvSpPr>
          <p:spPr bwMode="auto">
            <a:xfrm>
              <a:off x="7331076" y="4051300"/>
              <a:ext cx="1239838" cy="622300"/>
            </a:xfrm>
            <a:custGeom>
              <a:avLst/>
              <a:gdLst>
                <a:gd name="T0" fmla="*/ 576 w 576"/>
                <a:gd name="T1" fmla="*/ 288 h 288"/>
                <a:gd name="T2" fmla="*/ 0 w 576"/>
                <a:gd name="T3" fmla="*/ 288 h 288"/>
                <a:gd name="T4" fmla="*/ 288 w 576"/>
                <a:gd name="T5" fmla="*/ 0 h 288"/>
                <a:gd name="T6" fmla="*/ 576 w 576"/>
                <a:gd name="T7" fmla="*/ 288 h 288"/>
              </a:gdLst>
              <a:ahLst/>
              <a:cxnLst>
                <a:cxn ang="0">
                  <a:pos x="T0" y="T1"/>
                </a:cxn>
                <a:cxn ang="0">
                  <a:pos x="T2" y="T3"/>
                </a:cxn>
                <a:cxn ang="0">
                  <a:pos x="T4" y="T5"/>
                </a:cxn>
                <a:cxn ang="0">
                  <a:pos x="T6" y="T7"/>
                </a:cxn>
              </a:cxnLst>
              <a:rect l="0" t="0" r="r" b="b"/>
              <a:pathLst>
                <a:path w="576" h="288">
                  <a:moveTo>
                    <a:pt x="576" y="288"/>
                  </a:moveTo>
                  <a:cubicBezTo>
                    <a:pt x="0" y="288"/>
                    <a:pt x="0" y="288"/>
                    <a:pt x="0" y="288"/>
                  </a:cubicBezTo>
                  <a:cubicBezTo>
                    <a:pt x="0" y="129"/>
                    <a:pt x="129" y="0"/>
                    <a:pt x="288" y="0"/>
                  </a:cubicBezTo>
                  <a:cubicBezTo>
                    <a:pt x="447" y="0"/>
                    <a:pt x="576" y="129"/>
                    <a:pt x="576"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9" name="Freeform 29"/>
            <p:cNvSpPr>
              <a:spLocks/>
            </p:cNvSpPr>
            <p:nvPr userDrawn="1"/>
          </p:nvSpPr>
          <p:spPr bwMode="auto">
            <a:xfrm>
              <a:off x="6092826" y="3429000"/>
              <a:ext cx="1238250" cy="1244600"/>
            </a:xfrm>
            <a:custGeom>
              <a:avLst/>
              <a:gdLst>
                <a:gd name="T0" fmla="*/ 780 w 780"/>
                <a:gd name="T1" fmla="*/ 784 h 784"/>
                <a:gd name="T2" fmla="*/ 780 w 780"/>
                <a:gd name="T3" fmla="*/ 784 h 784"/>
                <a:gd name="T4" fmla="*/ 0 w 780"/>
                <a:gd name="T5" fmla="*/ 784 h 784"/>
                <a:gd name="T6" fmla="*/ 0 w 780"/>
                <a:gd name="T7" fmla="*/ 0 h 784"/>
                <a:gd name="T8" fmla="*/ 0 w 780"/>
                <a:gd name="T9" fmla="*/ 0 h 784"/>
                <a:gd name="T10" fmla="*/ 78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780" y="784"/>
                  </a:moveTo>
                  <a:lnTo>
                    <a:pt x="780" y="784"/>
                  </a:lnTo>
                  <a:lnTo>
                    <a:pt x="0" y="784"/>
                  </a:lnTo>
                  <a:lnTo>
                    <a:pt x="0" y="0"/>
                  </a:lnTo>
                  <a:lnTo>
                    <a:pt x="0" y="0"/>
                  </a:lnTo>
                  <a:lnTo>
                    <a:pt x="78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0" name="Freeform 30"/>
            <p:cNvSpPr>
              <a:spLocks/>
            </p:cNvSpPr>
            <p:nvPr userDrawn="1"/>
          </p:nvSpPr>
          <p:spPr bwMode="auto">
            <a:xfrm>
              <a:off x="6711951" y="3429000"/>
              <a:ext cx="619125" cy="622300"/>
            </a:xfrm>
            <a:custGeom>
              <a:avLst/>
              <a:gdLst>
                <a:gd name="T0" fmla="*/ 0 w 390"/>
                <a:gd name="T1" fmla="*/ 0 h 392"/>
                <a:gd name="T2" fmla="*/ 0 w 390"/>
                <a:gd name="T3" fmla="*/ 0 h 392"/>
                <a:gd name="T4" fmla="*/ 390 w 390"/>
                <a:gd name="T5" fmla="*/ 0 h 392"/>
                <a:gd name="T6" fmla="*/ 390 w 390"/>
                <a:gd name="T7" fmla="*/ 392 h 392"/>
                <a:gd name="T8" fmla="*/ 390 w 390"/>
                <a:gd name="T9" fmla="*/ 392 h 392"/>
                <a:gd name="T10" fmla="*/ 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0" y="0"/>
                  </a:moveTo>
                  <a:lnTo>
                    <a:pt x="0" y="0"/>
                  </a:lnTo>
                  <a:lnTo>
                    <a:pt x="390" y="0"/>
                  </a:lnTo>
                  <a:lnTo>
                    <a:pt x="390" y="392"/>
                  </a:lnTo>
                  <a:lnTo>
                    <a:pt x="390"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1" name="Freeform 31"/>
            <p:cNvSpPr>
              <a:spLocks/>
            </p:cNvSpPr>
            <p:nvPr userDrawn="1"/>
          </p:nvSpPr>
          <p:spPr bwMode="auto">
            <a:xfrm>
              <a:off x="4852988" y="3429000"/>
              <a:ext cx="619125" cy="1244600"/>
            </a:xfrm>
            <a:custGeom>
              <a:avLst/>
              <a:gdLst>
                <a:gd name="T0" fmla="*/ 288 w 288"/>
                <a:gd name="T1" fmla="*/ 288 h 576"/>
                <a:gd name="T2" fmla="*/ 0 w 288"/>
                <a:gd name="T3" fmla="*/ 0 h 576"/>
                <a:gd name="T4" fmla="*/ 0 w 288"/>
                <a:gd name="T5" fmla="*/ 576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129"/>
                    <a:pt x="159" y="0"/>
                    <a:pt x="0" y="0"/>
                  </a:cubicBezTo>
                  <a:cubicBezTo>
                    <a:pt x="0" y="576"/>
                    <a:pt x="0" y="576"/>
                    <a:pt x="0" y="576"/>
                  </a:cubicBezTo>
                  <a:cubicBezTo>
                    <a:pt x="159" y="576"/>
                    <a:pt x="288" y="447"/>
                    <a:pt x="288" y="288"/>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2" name="Freeform 32"/>
            <p:cNvSpPr>
              <a:spLocks/>
            </p:cNvSpPr>
            <p:nvPr userDrawn="1"/>
          </p:nvSpPr>
          <p:spPr bwMode="auto">
            <a:xfrm>
              <a:off x="5472113" y="3429000"/>
              <a:ext cx="620713" cy="1244600"/>
            </a:xfrm>
            <a:custGeom>
              <a:avLst/>
              <a:gdLst>
                <a:gd name="T0" fmla="*/ 288 w 288"/>
                <a:gd name="T1" fmla="*/ 576 h 576"/>
                <a:gd name="T2" fmla="*/ 288 w 288"/>
                <a:gd name="T3" fmla="*/ 0 h 576"/>
                <a:gd name="T4" fmla="*/ 0 w 288"/>
                <a:gd name="T5" fmla="*/ 288 h 576"/>
                <a:gd name="T6" fmla="*/ 288 w 288"/>
                <a:gd name="T7" fmla="*/ 576 h 576"/>
              </a:gdLst>
              <a:ahLst/>
              <a:cxnLst>
                <a:cxn ang="0">
                  <a:pos x="T0" y="T1"/>
                </a:cxn>
                <a:cxn ang="0">
                  <a:pos x="T2" y="T3"/>
                </a:cxn>
                <a:cxn ang="0">
                  <a:pos x="T4" y="T5"/>
                </a:cxn>
                <a:cxn ang="0">
                  <a:pos x="T6" y="T7"/>
                </a:cxn>
              </a:cxnLst>
              <a:rect l="0" t="0" r="r" b="b"/>
              <a:pathLst>
                <a:path w="288" h="576">
                  <a:moveTo>
                    <a:pt x="288" y="576"/>
                  </a:moveTo>
                  <a:cubicBezTo>
                    <a:pt x="288" y="0"/>
                    <a:pt x="288" y="0"/>
                    <a:pt x="288" y="0"/>
                  </a:cubicBezTo>
                  <a:cubicBezTo>
                    <a:pt x="129" y="0"/>
                    <a:pt x="0" y="129"/>
                    <a:pt x="0" y="288"/>
                  </a:cubicBezTo>
                  <a:cubicBezTo>
                    <a:pt x="0" y="447"/>
                    <a:pt x="129" y="576"/>
                    <a:pt x="288" y="576"/>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3" name="Freeform 33"/>
            <p:cNvSpPr>
              <a:spLocks/>
            </p:cNvSpPr>
            <p:nvPr userDrawn="1"/>
          </p:nvSpPr>
          <p:spPr bwMode="auto">
            <a:xfrm>
              <a:off x="3613151" y="2184400"/>
              <a:ext cx="1239838"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4" name="Freeform 34"/>
            <p:cNvSpPr>
              <a:spLocks/>
            </p:cNvSpPr>
            <p:nvPr userDrawn="1"/>
          </p:nvSpPr>
          <p:spPr bwMode="auto">
            <a:xfrm>
              <a:off x="3613151" y="2806700"/>
              <a:ext cx="1239838"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5" name="Freeform 35"/>
            <p:cNvSpPr>
              <a:spLocks/>
            </p:cNvSpPr>
            <p:nvPr userDrawn="1"/>
          </p:nvSpPr>
          <p:spPr bwMode="auto">
            <a:xfrm>
              <a:off x="4852988" y="2184400"/>
              <a:ext cx="1239838" cy="1244600"/>
            </a:xfrm>
            <a:custGeom>
              <a:avLst/>
              <a:gdLst>
                <a:gd name="T0" fmla="*/ 781 w 781"/>
                <a:gd name="T1" fmla="*/ 784 h 784"/>
                <a:gd name="T2" fmla="*/ 781 w 781"/>
                <a:gd name="T3" fmla="*/ 784 h 784"/>
                <a:gd name="T4" fmla="*/ 0 w 781"/>
                <a:gd name="T5" fmla="*/ 784 h 784"/>
                <a:gd name="T6" fmla="*/ 0 w 781"/>
                <a:gd name="T7" fmla="*/ 0 h 784"/>
                <a:gd name="T8" fmla="*/ 0 w 781"/>
                <a:gd name="T9" fmla="*/ 0 h 784"/>
                <a:gd name="T10" fmla="*/ 781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781" y="784"/>
                  </a:moveTo>
                  <a:lnTo>
                    <a:pt x="781" y="784"/>
                  </a:lnTo>
                  <a:lnTo>
                    <a:pt x="0" y="784"/>
                  </a:lnTo>
                  <a:lnTo>
                    <a:pt x="0" y="0"/>
                  </a:lnTo>
                  <a:lnTo>
                    <a:pt x="0" y="0"/>
                  </a:lnTo>
                  <a:lnTo>
                    <a:pt x="781"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6" name="Freeform 36"/>
            <p:cNvSpPr>
              <a:spLocks/>
            </p:cNvSpPr>
            <p:nvPr userDrawn="1"/>
          </p:nvSpPr>
          <p:spPr bwMode="auto">
            <a:xfrm>
              <a:off x="5472113" y="2184400"/>
              <a:ext cx="620713" cy="622300"/>
            </a:xfrm>
            <a:custGeom>
              <a:avLst/>
              <a:gdLst>
                <a:gd name="T0" fmla="*/ 0 w 391"/>
                <a:gd name="T1" fmla="*/ 0 h 392"/>
                <a:gd name="T2" fmla="*/ 0 w 391"/>
                <a:gd name="T3" fmla="*/ 0 h 392"/>
                <a:gd name="T4" fmla="*/ 391 w 391"/>
                <a:gd name="T5" fmla="*/ 0 h 392"/>
                <a:gd name="T6" fmla="*/ 391 w 391"/>
                <a:gd name="T7" fmla="*/ 392 h 392"/>
                <a:gd name="T8" fmla="*/ 391 w 391"/>
                <a:gd name="T9" fmla="*/ 392 h 392"/>
                <a:gd name="T10" fmla="*/ 0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0" y="0"/>
                  </a:moveTo>
                  <a:lnTo>
                    <a:pt x="0" y="0"/>
                  </a:lnTo>
                  <a:lnTo>
                    <a:pt x="391" y="0"/>
                  </a:lnTo>
                  <a:lnTo>
                    <a:pt x="391" y="392"/>
                  </a:lnTo>
                  <a:lnTo>
                    <a:pt x="391"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7" name="Freeform 37"/>
            <p:cNvSpPr>
              <a:spLocks/>
            </p:cNvSpPr>
            <p:nvPr userDrawn="1"/>
          </p:nvSpPr>
          <p:spPr bwMode="auto">
            <a:xfrm>
              <a:off x="2374901" y="3429000"/>
              <a:ext cx="1238250"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8" name="Freeform 38"/>
            <p:cNvSpPr>
              <a:spLocks/>
            </p:cNvSpPr>
            <p:nvPr userDrawn="1"/>
          </p:nvSpPr>
          <p:spPr bwMode="auto">
            <a:xfrm>
              <a:off x="2374901" y="4051300"/>
              <a:ext cx="1238250"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39" name="Freeform 39"/>
            <p:cNvSpPr>
              <a:spLocks/>
            </p:cNvSpPr>
            <p:nvPr userDrawn="1"/>
          </p:nvSpPr>
          <p:spPr bwMode="auto">
            <a:xfrm>
              <a:off x="9190038" y="3429000"/>
              <a:ext cx="620713" cy="1244600"/>
            </a:xfrm>
            <a:custGeom>
              <a:avLst/>
              <a:gdLst>
                <a:gd name="T0" fmla="*/ 0 w 288"/>
                <a:gd name="T1" fmla="*/ 288 h 576"/>
                <a:gd name="T2" fmla="*/ 288 w 288"/>
                <a:gd name="T3" fmla="*/ 576 h 576"/>
                <a:gd name="T4" fmla="*/ 288 w 288"/>
                <a:gd name="T5" fmla="*/ 0 h 576"/>
                <a:gd name="T6" fmla="*/ 0 w 288"/>
                <a:gd name="T7" fmla="*/ 288 h 576"/>
              </a:gdLst>
              <a:ahLst/>
              <a:cxnLst>
                <a:cxn ang="0">
                  <a:pos x="T0" y="T1"/>
                </a:cxn>
                <a:cxn ang="0">
                  <a:pos x="T2" y="T3"/>
                </a:cxn>
                <a:cxn ang="0">
                  <a:pos x="T4" y="T5"/>
                </a:cxn>
                <a:cxn ang="0">
                  <a:pos x="T6" y="T7"/>
                </a:cxn>
              </a:cxnLst>
              <a:rect l="0" t="0" r="r" b="b"/>
              <a:pathLst>
                <a:path w="288" h="576">
                  <a:moveTo>
                    <a:pt x="0" y="288"/>
                  </a:moveTo>
                  <a:cubicBezTo>
                    <a:pt x="0" y="447"/>
                    <a:pt x="129" y="576"/>
                    <a:pt x="288" y="576"/>
                  </a:cubicBezTo>
                  <a:cubicBezTo>
                    <a:pt x="288" y="0"/>
                    <a:pt x="288" y="0"/>
                    <a:pt x="288" y="0"/>
                  </a:cubicBezTo>
                  <a:cubicBezTo>
                    <a:pt x="129" y="0"/>
                    <a:pt x="0" y="129"/>
                    <a:pt x="0" y="288"/>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40" name="Freeform 40"/>
            <p:cNvSpPr>
              <a:spLocks/>
            </p:cNvSpPr>
            <p:nvPr userDrawn="1"/>
          </p:nvSpPr>
          <p:spPr bwMode="auto">
            <a:xfrm>
              <a:off x="8570913" y="3429000"/>
              <a:ext cx="619125" cy="1244600"/>
            </a:xfrm>
            <a:custGeom>
              <a:avLst/>
              <a:gdLst>
                <a:gd name="T0" fmla="*/ 0 w 288"/>
                <a:gd name="T1" fmla="*/ 0 h 576"/>
                <a:gd name="T2" fmla="*/ 0 w 288"/>
                <a:gd name="T3" fmla="*/ 576 h 576"/>
                <a:gd name="T4" fmla="*/ 288 w 288"/>
                <a:gd name="T5" fmla="*/ 288 h 576"/>
                <a:gd name="T6" fmla="*/ 0 w 288"/>
                <a:gd name="T7" fmla="*/ 0 h 576"/>
              </a:gdLst>
              <a:ahLst/>
              <a:cxnLst>
                <a:cxn ang="0">
                  <a:pos x="T0" y="T1"/>
                </a:cxn>
                <a:cxn ang="0">
                  <a:pos x="T2" y="T3"/>
                </a:cxn>
                <a:cxn ang="0">
                  <a:pos x="T4" y="T5"/>
                </a:cxn>
                <a:cxn ang="0">
                  <a:pos x="T6" y="T7"/>
                </a:cxn>
              </a:cxnLst>
              <a:rect l="0" t="0" r="r" b="b"/>
              <a:pathLst>
                <a:path w="288" h="576">
                  <a:moveTo>
                    <a:pt x="0" y="0"/>
                  </a:moveTo>
                  <a:cubicBezTo>
                    <a:pt x="0" y="576"/>
                    <a:pt x="0" y="576"/>
                    <a:pt x="0" y="576"/>
                  </a:cubicBezTo>
                  <a:cubicBezTo>
                    <a:pt x="159" y="576"/>
                    <a:pt x="288" y="447"/>
                    <a:pt x="288" y="288"/>
                  </a:cubicBezTo>
                  <a:cubicBezTo>
                    <a:pt x="288" y="129"/>
                    <a:pt x="159" y="0"/>
                    <a:pt x="0" y="0"/>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41" name="Freeform 41"/>
            <p:cNvSpPr>
              <a:spLocks/>
            </p:cNvSpPr>
            <p:nvPr userDrawn="1"/>
          </p:nvSpPr>
          <p:spPr bwMode="auto">
            <a:xfrm>
              <a:off x="5040313" y="3022600"/>
              <a:ext cx="962025" cy="974725"/>
            </a:xfrm>
            <a:custGeom>
              <a:avLst/>
              <a:gdLst>
                <a:gd name="T0" fmla="*/ 267 w 447"/>
                <a:gd name="T1" fmla="*/ 0 h 451"/>
                <a:gd name="T2" fmla="*/ 122 w 447"/>
                <a:gd name="T3" fmla="*/ 71 h 451"/>
                <a:gd name="T4" fmla="*/ 122 w 447"/>
                <a:gd name="T5" fmla="*/ 71 h 451"/>
                <a:gd name="T6" fmla="*/ 122 w 447"/>
                <a:gd name="T7" fmla="*/ 71 h 451"/>
                <a:gd name="T8" fmla="*/ 122 w 447"/>
                <a:gd name="T9" fmla="*/ 8 h 451"/>
                <a:gd name="T10" fmla="*/ 0 w 447"/>
                <a:gd name="T11" fmla="*/ 8 h 451"/>
                <a:gd name="T12" fmla="*/ 0 w 447"/>
                <a:gd name="T13" fmla="*/ 451 h 451"/>
                <a:gd name="T14" fmla="*/ 122 w 447"/>
                <a:gd name="T15" fmla="*/ 451 h 451"/>
                <a:gd name="T16" fmla="*/ 122 w 447"/>
                <a:gd name="T17" fmla="*/ 199 h 451"/>
                <a:gd name="T18" fmla="*/ 222 w 447"/>
                <a:gd name="T19" fmla="*/ 105 h 451"/>
                <a:gd name="T20" fmla="*/ 325 w 447"/>
                <a:gd name="T21" fmla="*/ 199 h 451"/>
                <a:gd name="T22" fmla="*/ 325 w 447"/>
                <a:gd name="T23" fmla="*/ 451 h 451"/>
                <a:gd name="T24" fmla="*/ 447 w 447"/>
                <a:gd name="T25" fmla="*/ 451 h 451"/>
                <a:gd name="T26" fmla="*/ 447 w 447"/>
                <a:gd name="T27" fmla="*/ 176 h 451"/>
                <a:gd name="T28" fmla="*/ 267 w 447"/>
                <a:gd name="T29" fmla="*/ 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7" h="451">
                  <a:moveTo>
                    <a:pt x="267" y="0"/>
                  </a:moveTo>
                  <a:cubicBezTo>
                    <a:pt x="216" y="0"/>
                    <a:pt x="158" y="24"/>
                    <a:pt x="122" y="71"/>
                  </a:cubicBezTo>
                  <a:cubicBezTo>
                    <a:pt x="122" y="71"/>
                    <a:pt x="122" y="71"/>
                    <a:pt x="122" y="71"/>
                  </a:cubicBezTo>
                  <a:cubicBezTo>
                    <a:pt x="122" y="71"/>
                    <a:pt x="122" y="71"/>
                    <a:pt x="122" y="71"/>
                  </a:cubicBezTo>
                  <a:cubicBezTo>
                    <a:pt x="122" y="8"/>
                    <a:pt x="122" y="8"/>
                    <a:pt x="122" y="8"/>
                  </a:cubicBezTo>
                  <a:cubicBezTo>
                    <a:pt x="0" y="8"/>
                    <a:pt x="0" y="8"/>
                    <a:pt x="0" y="8"/>
                  </a:cubicBezTo>
                  <a:cubicBezTo>
                    <a:pt x="0" y="451"/>
                    <a:pt x="0" y="451"/>
                    <a:pt x="0" y="451"/>
                  </a:cubicBezTo>
                  <a:cubicBezTo>
                    <a:pt x="122" y="451"/>
                    <a:pt x="122" y="451"/>
                    <a:pt x="122" y="451"/>
                  </a:cubicBezTo>
                  <a:cubicBezTo>
                    <a:pt x="122" y="199"/>
                    <a:pt x="122" y="199"/>
                    <a:pt x="122" y="199"/>
                  </a:cubicBezTo>
                  <a:cubicBezTo>
                    <a:pt x="122" y="153"/>
                    <a:pt x="157" y="105"/>
                    <a:pt x="222" y="105"/>
                  </a:cubicBezTo>
                  <a:cubicBezTo>
                    <a:pt x="273" y="105"/>
                    <a:pt x="325" y="140"/>
                    <a:pt x="325" y="199"/>
                  </a:cubicBezTo>
                  <a:cubicBezTo>
                    <a:pt x="325" y="451"/>
                    <a:pt x="325" y="451"/>
                    <a:pt x="325" y="451"/>
                  </a:cubicBezTo>
                  <a:cubicBezTo>
                    <a:pt x="447" y="451"/>
                    <a:pt x="447" y="451"/>
                    <a:pt x="447" y="451"/>
                  </a:cubicBezTo>
                  <a:cubicBezTo>
                    <a:pt x="447" y="176"/>
                    <a:pt x="447" y="176"/>
                    <a:pt x="447" y="176"/>
                  </a:cubicBezTo>
                  <a:cubicBezTo>
                    <a:pt x="447" y="74"/>
                    <a:pt x="374" y="0"/>
                    <a:pt x="26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42" name="Freeform 42"/>
            <p:cNvSpPr>
              <a:spLocks/>
            </p:cNvSpPr>
            <p:nvPr userDrawn="1"/>
          </p:nvSpPr>
          <p:spPr bwMode="auto">
            <a:xfrm>
              <a:off x="7091363" y="3040063"/>
              <a:ext cx="1069975" cy="957263"/>
            </a:xfrm>
            <a:custGeom>
              <a:avLst/>
              <a:gdLst>
                <a:gd name="T0" fmla="*/ 486 w 674"/>
                <a:gd name="T1" fmla="*/ 0 h 603"/>
                <a:gd name="T2" fmla="*/ 337 w 674"/>
                <a:gd name="T3" fmla="*/ 411 h 603"/>
                <a:gd name="T4" fmla="*/ 188 w 674"/>
                <a:gd name="T5" fmla="*/ 0 h 603"/>
                <a:gd name="T6" fmla="*/ 0 w 674"/>
                <a:gd name="T7" fmla="*/ 0 h 603"/>
                <a:gd name="T8" fmla="*/ 246 w 674"/>
                <a:gd name="T9" fmla="*/ 603 h 603"/>
                <a:gd name="T10" fmla="*/ 428 w 674"/>
                <a:gd name="T11" fmla="*/ 603 h 603"/>
                <a:gd name="T12" fmla="*/ 674 w 674"/>
                <a:gd name="T13" fmla="*/ 0 h 603"/>
                <a:gd name="T14" fmla="*/ 486 w 674"/>
                <a:gd name="T15" fmla="*/ 0 h 6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4" h="603">
                  <a:moveTo>
                    <a:pt x="486" y="0"/>
                  </a:moveTo>
                  <a:lnTo>
                    <a:pt x="337" y="411"/>
                  </a:lnTo>
                  <a:lnTo>
                    <a:pt x="188" y="0"/>
                  </a:lnTo>
                  <a:lnTo>
                    <a:pt x="0" y="0"/>
                  </a:lnTo>
                  <a:lnTo>
                    <a:pt x="246" y="603"/>
                  </a:lnTo>
                  <a:lnTo>
                    <a:pt x="428" y="603"/>
                  </a:lnTo>
                  <a:lnTo>
                    <a:pt x="674" y="0"/>
                  </a:lnTo>
                  <a:lnTo>
                    <a:pt x="48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43" name="Freeform 43"/>
            <p:cNvSpPr>
              <a:spLocks noEditPoints="1"/>
            </p:cNvSpPr>
            <p:nvPr userDrawn="1"/>
          </p:nvSpPr>
          <p:spPr bwMode="auto">
            <a:xfrm>
              <a:off x="3949701" y="3022600"/>
              <a:ext cx="998538" cy="992188"/>
            </a:xfrm>
            <a:custGeom>
              <a:avLst/>
              <a:gdLst>
                <a:gd name="T0" fmla="*/ 378 w 464"/>
                <a:gd name="T1" fmla="*/ 315 h 459"/>
                <a:gd name="T2" fmla="*/ 250 w 464"/>
                <a:gd name="T3" fmla="*/ 362 h 459"/>
                <a:gd name="T4" fmla="*/ 152 w 464"/>
                <a:gd name="T5" fmla="*/ 326 h 459"/>
                <a:gd name="T6" fmla="*/ 464 w 464"/>
                <a:gd name="T7" fmla="*/ 197 h 459"/>
                <a:gd name="T8" fmla="*/ 410 w 464"/>
                <a:gd name="T9" fmla="*/ 73 h 459"/>
                <a:gd name="T10" fmla="*/ 235 w 464"/>
                <a:gd name="T11" fmla="*/ 0 h 459"/>
                <a:gd name="T12" fmla="*/ 0 w 464"/>
                <a:gd name="T13" fmla="*/ 229 h 459"/>
                <a:gd name="T14" fmla="*/ 249 w 464"/>
                <a:gd name="T15" fmla="*/ 459 h 459"/>
                <a:gd name="T16" fmla="*/ 455 w 464"/>
                <a:gd name="T17" fmla="*/ 374 h 459"/>
                <a:gd name="T18" fmla="*/ 378 w 464"/>
                <a:gd name="T19" fmla="*/ 315 h 459"/>
                <a:gd name="T20" fmla="*/ 144 w 464"/>
                <a:gd name="T21" fmla="*/ 141 h 459"/>
                <a:gd name="T22" fmla="*/ 237 w 464"/>
                <a:gd name="T23" fmla="*/ 97 h 459"/>
                <a:gd name="T24" fmla="*/ 332 w 464"/>
                <a:gd name="T25" fmla="*/ 159 h 459"/>
                <a:gd name="T26" fmla="*/ 119 w 464"/>
                <a:gd name="T27" fmla="*/ 247 h 459"/>
                <a:gd name="T28" fmla="*/ 144 w 464"/>
                <a:gd name="T29" fmla="*/ 141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4" h="459">
                  <a:moveTo>
                    <a:pt x="378" y="315"/>
                  </a:moveTo>
                  <a:cubicBezTo>
                    <a:pt x="326" y="353"/>
                    <a:pt x="297" y="362"/>
                    <a:pt x="250" y="362"/>
                  </a:cubicBezTo>
                  <a:cubicBezTo>
                    <a:pt x="208" y="362"/>
                    <a:pt x="176" y="349"/>
                    <a:pt x="152" y="326"/>
                  </a:cubicBezTo>
                  <a:cubicBezTo>
                    <a:pt x="464" y="197"/>
                    <a:pt x="464" y="197"/>
                    <a:pt x="464" y="197"/>
                  </a:cubicBezTo>
                  <a:cubicBezTo>
                    <a:pt x="457" y="149"/>
                    <a:pt x="439" y="106"/>
                    <a:pt x="410" y="73"/>
                  </a:cubicBezTo>
                  <a:cubicBezTo>
                    <a:pt x="370" y="25"/>
                    <a:pt x="309" y="0"/>
                    <a:pt x="235" y="0"/>
                  </a:cubicBezTo>
                  <a:cubicBezTo>
                    <a:pt x="101" y="0"/>
                    <a:pt x="0" y="99"/>
                    <a:pt x="0" y="229"/>
                  </a:cubicBezTo>
                  <a:cubicBezTo>
                    <a:pt x="0" y="363"/>
                    <a:pt x="102" y="459"/>
                    <a:pt x="249" y="459"/>
                  </a:cubicBezTo>
                  <a:cubicBezTo>
                    <a:pt x="331" y="459"/>
                    <a:pt x="415" y="420"/>
                    <a:pt x="455" y="374"/>
                  </a:cubicBezTo>
                  <a:lnTo>
                    <a:pt x="378" y="315"/>
                  </a:lnTo>
                  <a:close/>
                  <a:moveTo>
                    <a:pt x="144" y="141"/>
                  </a:moveTo>
                  <a:cubicBezTo>
                    <a:pt x="165" y="113"/>
                    <a:pt x="198" y="97"/>
                    <a:pt x="237" y="97"/>
                  </a:cubicBezTo>
                  <a:cubicBezTo>
                    <a:pt x="281" y="97"/>
                    <a:pt x="315" y="122"/>
                    <a:pt x="332" y="159"/>
                  </a:cubicBezTo>
                  <a:cubicBezTo>
                    <a:pt x="119" y="247"/>
                    <a:pt x="119" y="247"/>
                    <a:pt x="119" y="247"/>
                  </a:cubicBezTo>
                  <a:cubicBezTo>
                    <a:pt x="113" y="202"/>
                    <a:pt x="125" y="167"/>
                    <a:pt x="144" y="14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44" name="Freeform 44"/>
            <p:cNvSpPr>
              <a:spLocks/>
            </p:cNvSpPr>
            <p:nvPr userDrawn="1"/>
          </p:nvSpPr>
          <p:spPr bwMode="auto">
            <a:xfrm>
              <a:off x="3065463" y="2752725"/>
              <a:ext cx="860425" cy="1244600"/>
            </a:xfrm>
            <a:custGeom>
              <a:avLst/>
              <a:gdLst>
                <a:gd name="T0" fmla="*/ 542 w 542"/>
                <a:gd name="T1" fmla="*/ 632 h 784"/>
                <a:gd name="T2" fmla="*/ 166 w 542"/>
                <a:gd name="T3" fmla="*/ 632 h 784"/>
                <a:gd name="T4" fmla="*/ 166 w 542"/>
                <a:gd name="T5" fmla="*/ 0 h 784"/>
                <a:gd name="T6" fmla="*/ 0 w 542"/>
                <a:gd name="T7" fmla="*/ 0 h 784"/>
                <a:gd name="T8" fmla="*/ 0 w 542"/>
                <a:gd name="T9" fmla="*/ 784 h 784"/>
                <a:gd name="T10" fmla="*/ 542 w 542"/>
                <a:gd name="T11" fmla="*/ 784 h 784"/>
                <a:gd name="T12" fmla="*/ 542 w 542"/>
                <a:gd name="T13" fmla="*/ 632 h 784"/>
              </a:gdLst>
              <a:ahLst/>
              <a:cxnLst>
                <a:cxn ang="0">
                  <a:pos x="T0" y="T1"/>
                </a:cxn>
                <a:cxn ang="0">
                  <a:pos x="T2" y="T3"/>
                </a:cxn>
                <a:cxn ang="0">
                  <a:pos x="T4" y="T5"/>
                </a:cxn>
                <a:cxn ang="0">
                  <a:pos x="T6" y="T7"/>
                </a:cxn>
                <a:cxn ang="0">
                  <a:pos x="T8" y="T9"/>
                </a:cxn>
                <a:cxn ang="0">
                  <a:pos x="T10" y="T11"/>
                </a:cxn>
                <a:cxn ang="0">
                  <a:pos x="T12" y="T13"/>
                </a:cxn>
              </a:cxnLst>
              <a:rect l="0" t="0" r="r" b="b"/>
              <a:pathLst>
                <a:path w="542" h="784">
                  <a:moveTo>
                    <a:pt x="542" y="632"/>
                  </a:moveTo>
                  <a:lnTo>
                    <a:pt x="166" y="632"/>
                  </a:lnTo>
                  <a:lnTo>
                    <a:pt x="166" y="0"/>
                  </a:lnTo>
                  <a:lnTo>
                    <a:pt x="0" y="0"/>
                  </a:lnTo>
                  <a:lnTo>
                    <a:pt x="0" y="784"/>
                  </a:lnTo>
                  <a:lnTo>
                    <a:pt x="542" y="784"/>
                  </a:lnTo>
                  <a:lnTo>
                    <a:pt x="542" y="6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45" name="Freeform 45"/>
            <p:cNvSpPr>
              <a:spLocks noEditPoints="1"/>
            </p:cNvSpPr>
            <p:nvPr userDrawn="1"/>
          </p:nvSpPr>
          <p:spPr bwMode="auto">
            <a:xfrm>
              <a:off x="8121651" y="3022600"/>
              <a:ext cx="1025525" cy="992188"/>
            </a:xfrm>
            <a:custGeom>
              <a:avLst/>
              <a:gdLst>
                <a:gd name="T0" fmla="*/ 238 w 477"/>
                <a:gd name="T1" fmla="*/ 459 h 459"/>
                <a:gd name="T2" fmla="*/ 0 w 477"/>
                <a:gd name="T3" fmla="*/ 229 h 459"/>
                <a:gd name="T4" fmla="*/ 239 w 477"/>
                <a:gd name="T5" fmla="*/ 0 h 459"/>
                <a:gd name="T6" fmla="*/ 477 w 477"/>
                <a:gd name="T7" fmla="*/ 229 h 459"/>
                <a:gd name="T8" fmla="*/ 238 w 477"/>
                <a:gd name="T9" fmla="*/ 459 h 459"/>
                <a:gd name="T10" fmla="*/ 238 w 477"/>
                <a:gd name="T11" fmla="*/ 105 h 459"/>
                <a:gd name="T12" fmla="*/ 120 w 477"/>
                <a:gd name="T13" fmla="*/ 229 h 459"/>
                <a:gd name="T14" fmla="*/ 239 w 477"/>
                <a:gd name="T15" fmla="*/ 354 h 459"/>
                <a:gd name="T16" fmla="*/ 357 w 477"/>
                <a:gd name="T17" fmla="*/ 229 h 459"/>
                <a:gd name="T18" fmla="*/ 238 w 477"/>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459">
                  <a:moveTo>
                    <a:pt x="238" y="459"/>
                  </a:moveTo>
                  <a:cubicBezTo>
                    <a:pt x="105" y="459"/>
                    <a:pt x="0" y="359"/>
                    <a:pt x="0" y="229"/>
                  </a:cubicBezTo>
                  <a:cubicBezTo>
                    <a:pt x="0" y="101"/>
                    <a:pt x="105" y="0"/>
                    <a:pt x="239" y="0"/>
                  </a:cubicBezTo>
                  <a:cubicBezTo>
                    <a:pt x="372" y="0"/>
                    <a:pt x="477" y="99"/>
                    <a:pt x="477" y="229"/>
                  </a:cubicBezTo>
                  <a:cubicBezTo>
                    <a:pt x="477" y="358"/>
                    <a:pt x="372" y="459"/>
                    <a:pt x="238" y="459"/>
                  </a:cubicBezTo>
                  <a:moveTo>
                    <a:pt x="238" y="105"/>
                  </a:moveTo>
                  <a:cubicBezTo>
                    <a:pt x="170" y="105"/>
                    <a:pt x="120" y="156"/>
                    <a:pt x="120" y="229"/>
                  </a:cubicBezTo>
                  <a:cubicBezTo>
                    <a:pt x="120" y="299"/>
                    <a:pt x="173" y="354"/>
                    <a:pt x="239" y="354"/>
                  </a:cubicBezTo>
                  <a:cubicBezTo>
                    <a:pt x="307" y="354"/>
                    <a:pt x="357" y="301"/>
                    <a:pt x="357" y="229"/>
                  </a:cubicBezTo>
                  <a:cubicBezTo>
                    <a:pt x="357" y="159"/>
                    <a:pt x="304" y="105"/>
                    <a:pt x="238"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46" name="Freeform 46"/>
            <p:cNvSpPr>
              <a:spLocks noEditPoints="1"/>
            </p:cNvSpPr>
            <p:nvPr userDrawn="1"/>
          </p:nvSpPr>
          <p:spPr bwMode="auto">
            <a:xfrm>
              <a:off x="6105526" y="3022600"/>
              <a:ext cx="1023938" cy="992188"/>
            </a:xfrm>
            <a:custGeom>
              <a:avLst/>
              <a:gdLst>
                <a:gd name="T0" fmla="*/ 237 w 476"/>
                <a:gd name="T1" fmla="*/ 459 h 459"/>
                <a:gd name="T2" fmla="*/ 0 w 476"/>
                <a:gd name="T3" fmla="*/ 229 h 459"/>
                <a:gd name="T4" fmla="*/ 239 w 476"/>
                <a:gd name="T5" fmla="*/ 0 h 459"/>
                <a:gd name="T6" fmla="*/ 476 w 476"/>
                <a:gd name="T7" fmla="*/ 229 h 459"/>
                <a:gd name="T8" fmla="*/ 237 w 476"/>
                <a:gd name="T9" fmla="*/ 459 h 459"/>
                <a:gd name="T10" fmla="*/ 237 w 476"/>
                <a:gd name="T11" fmla="*/ 105 h 459"/>
                <a:gd name="T12" fmla="*/ 120 w 476"/>
                <a:gd name="T13" fmla="*/ 229 h 459"/>
                <a:gd name="T14" fmla="*/ 239 w 476"/>
                <a:gd name="T15" fmla="*/ 354 h 459"/>
                <a:gd name="T16" fmla="*/ 356 w 476"/>
                <a:gd name="T17" fmla="*/ 229 h 459"/>
                <a:gd name="T18" fmla="*/ 237 w 476"/>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 h="459">
                  <a:moveTo>
                    <a:pt x="237" y="459"/>
                  </a:moveTo>
                  <a:cubicBezTo>
                    <a:pt x="104" y="459"/>
                    <a:pt x="0" y="359"/>
                    <a:pt x="0" y="229"/>
                  </a:cubicBezTo>
                  <a:cubicBezTo>
                    <a:pt x="0" y="101"/>
                    <a:pt x="105" y="0"/>
                    <a:pt x="239" y="0"/>
                  </a:cubicBezTo>
                  <a:cubicBezTo>
                    <a:pt x="372" y="0"/>
                    <a:pt x="476" y="99"/>
                    <a:pt x="476" y="229"/>
                  </a:cubicBezTo>
                  <a:cubicBezTo>
                    <a:pt x="476" y="358"/>
                    <a:pt x="371" y="459"/>
                    <a:pt x="237" y="459"/>
                  </a:cubicBezTo>
                  <a:moveTo>
                    <a:pt x="237" y="105"/>
                  </a:moveTo>
                  <a:cubicBezTo>
                    <a:pt x="169" y="105"/>
                    <a:pt x="120" y="156"/>
                    <a:pt x="120" y="229"/>
                  </a:cubicBezTo>
                  <a:cubicBezTo>
                    <a:pt x="120" y="299"/>
                    <a:pt x="172" y="354"/>
                    <a:pt x="239" y="354"/>
                  </a:cubicBezTo>
                  <a:cubicBezTo>
                    <a:pt x="307" y="354"/>
                    <a:pt x="356" y="301"/>
                    <a:pt x="356" y="229"/>
                  </a:cubicBezTo>
                  <a:cubicBezTo>
                    <a:pt x="356" y="159"/>
                    <a:pt x="304" y="105"/>
                    <a:pt x="237"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56" name="Title 16"/>
          <p:cNvSpPr>
            <a:spLocks noGrp="1"/>
          </p:cNvSpPr>
          <p:nvPr userDrawn="1">
            <p:ph type="title" hasCustomPrompt="1"/>
          </p:nvPr>
        </p:nvSpPr>
        <p:spPr bwMode="gray">
          <a:xfrm>
            <a:off x="548783" y="1437136"/>
            <a:ext cx="9962830" cy="3026868"/>
          </a:xfrm>
          <a:prstGeom prst="rect">
            <a:avLst/>
          </a:prstGeom>
        </p:spPr>
        <p:txBody>
          <a:bodyPr lIns="0" tIns="60949" rIns="121899" bIns="60949" anchor="b" anchorCtr="0"/>
          <a:lstStyle>
            <a:lvl1pPr marL="0" algn="l" defTabSz="1218987" rtl="0" eaLnBrk="1" latinLnBrk="0" hangingPunct="1">
              <a:lnSpc>
                <a:spcPts val="7000"/>
              </a:lnSpc>
              <a:spcBef>
                <a:spcPct val="0"/>
              </a:spcBef>
              <a:buNone/>
              <a:defRPr lang="en-US" sz="8000" b="1" kern="1200" cap="none" spc="-150" baseline="0" dirty="0">
                <a:solidFill>
                  <a:schemeClr val="tx1"/>
                </a:solidFill>
                <a:latin typeface="Arial" pitchFamily="34" charset="0"/>
                <a:ea typeface="+mn-ea"/>
                <a:cs typeface="Arial" pitchFamily="34" charset="0"/>
              </a:defRPr>
            </a:lvl1pPr>
          </a:lstStyle>
          <a:p>
            <a:r>
              <a:rPr lang="en-US" dirty="0"/>
              <a:t>Presentation</a:t>
            </a:r>
            <a:br>
              <a:rPr lang="en-US" dirty="0"/>
            </a:br>
            <a:r>
              <a:rPr lang="en-US" dirty="0"/>
              <a:t>title here</a:t>
            </a:r>
            <a:br>
              <a:rPr lang="en-US" dirty="0"/>
            </a:br>
            <a:r>
              <a:rPr lang="en-US" dirty="0"/>
              <a:t>three lines</a:t>
            </a:r>
          </a:p>
        </p:txBody>
      </p:sp>
      <p:sp>
        <p:nvSpPr>
          <p:cNvPr id="55" name="Subtitle 2"/>
          <p:cNvSpPr>
            <a:spLocks noGrp="1"/>
          </p:cNvSpPr>
          <p:nvPr userDrawn="1">
            <p:ph type="subTitle" idx="1" hasCustomPrompt="1"/>
          </p:nvPr>
        </p:nvSpPr>
        <p:spPr bwMode="gray">
          <a:xfrm>
            <a:off x="548783" y="5205790"/>
            <a:ext cx="9952388" cy="457200"/>
          </a:xfrm>
          <a:prstGeom prst="rect">
            <a:avLst/>
          </a:prstGeom>
        </p:spPr>
        <p:txBody>
          <a:bodyPr lIns="0" tIns="0" rIns="0" bIns="0" anchor="b" anchorCtr="0"/>
          <a:lstStyle>
            <a:lvl1pPr marL="0" indent="0" algn="l" defTabSz="1218987" rtl="0" eaLnBrk="1" latinLnBrk="0" hangingPunct="1">
              <a:lnSpc>
                <a:spcPct val="90000"/>
              </a:lnSpc>
              <a:spcBef>
                <a:spcPct val="0"/>
              </a:spcBef>
              <a:buNone/>
              <a:defRPr lang="en-US" sz="2600" b="0" kern="1200" cap="none" spc="0" baseline="0" dirty="0">
                <a:solidFill>
                  <a:schemeClr val="accent4"/>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dirty="0"/>
              <a:t>Speaker Name | Date</a:t>
            </a:r>
          </a:p>
        </p:txBody>
      </p:sp>
      <p:sp>
        <p:nvSpPr>
          <p:cNvPr id="49" name="TextBox 48"/>
          <p:cNvSpPr txBox="1"/>
          <p:nvPr userDrawn="1"/>
        </p:nvSpPr>
        <p:spPr>
          <a:xfrm>
            <a:off x="548783" y="6473952"/>
            <a:ext cx="4115872" cy="153888"/>
          </a:xfrm>
          <a:prstGeom prst="rect">
            <a:avLst/>
          </a:prstGeom>
          <a:noFill/>
        </p:spPr>
        <p:txBody>
          <a:bodyPr wrap="square" lIns="0" tIns="0" rIns="0" bIns="0" rtlCol="0">
            <a:spAutoFit/>
          </a:bodyPr>
          <a:lstStyle/>
          <a:p>
            <a:r>
              <a:rPr lang="en-US" sz="1000" dirty="0">
                <a:latin typeface="Arial" pitchFamily="34" charset="0"/>
                <a:cs typeface="Arial" pitchFamily="34" charset="0"/>
              </a:rPr>
              <a:t>2019 Lenovo Internal. All rights reserved.</a:t>
            </a:r>
          </a:p>
        </p:txBody>
      </p:sp>
    </p:spTree>
    <p:extLst>
      <p:ext uri="{BB962C8B-B14F-4D97-AF65-F5344CB8AC3E}">
        <p14:creationId xmlns:p14="http://schemas.microsoft.com/office/powerpoint/2010/main" val="265725069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_Black">
    <p:bg>
      <p:bgPr>
        <a:solidFill>
          <a:schemeClr val="tx1"/>
        </a:solidFill>
        <a:effectLst/>
      </p:bgPr>
    </p:bg>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548783" y="1437136"/>
            <a:ext cx="9962830" cy="3026868"/>
          </a:xfrm>
          <a:prstGeom prst="rect">
            <a:avLst/>
          </a:prstGeom>
        </p:spPr>
        <p:txBody>
          <a:bodyPr lIns="0" tIns="60949" rIns="121899" bIns="60949" anchor="b" anchorCtr="0"/>
          <a:lstStyle>
            <a:lvl1pPr marL="0" algn="l" defTabSz="1218987" rtl="0" eaLnBrk="1" latinLnBrk="0" hangingPunct="1">
              <a:lnSpc>
                <a:spcPts val="7000"/>
              </a:lnSpc>
              <a:spcBef>
                <a:spcPct val="0"/>
              </a:spcBef>
              <a:buNone/>
              <a:defRPr lang="en-US" sz="8000" b="1" kern="1200" cap="none" spc="-150" baseline="0" dirty="0">
                <a:solidFill>
                  <a:schemeClr val="bg1"/>
                </a:solidFill>
                <a:latin typeface="Arial" pitchFamily="34" charset="0"/>
                <a:ea typeface="+mn-ea"/>
                <a:cs typeface="Arial" pitchFamily="34" charset="0"/>
              </a:defRPr>
            </a:lvl1pPr>
          </a:lstStyle>
          <a:p>
            <a:r>
              <a:rPr lang="en-US" dirty="0"/>
              <a:t>Presentation</a:t>
            </a:r>
            <a:br>
              <a:rPr lang="en-US" dirty="0"/>
            </a:br>
            <a:r>
              <a:rPr lang="en-US" dirty="0"/>
              <a:t>title here</a:t>
            </a:r>
            <a:br>
              <a:rPr lang="en-US" dirty="0"/>
            </a:br>
            <a:r>
              <a:rPr lang="en-US" dirty="0"/>
              <a:t>three lines</a:t>
            </a:r>
          </a:p>
        </p:txBody>
      </p:sp>
      <p:sp>
        <p:nvSpPr>
          <p:cNvPr id="55" name="Subtitle 2"/>
          <p:cNvSpPr>
            <a:spLocks noGrp="1"/>
          </p:cNvSpPr>
          <p:nvPr userDrawn="1">
            <p:ph type="subTitle" idx="1" hasCustomPrompt="1"/>
          </p:nvPr>
        </p:nvSpPr>
        <p:spPr bwMode="gray">
          <a:xfrm>
            <a:off x="548783" y="5205790"/>
            <a:ext cx="9952388" cy="457200"/>
          </a:xfrm>
          <a:prstGeom prst="rect">
            <a:avLst/>
          </a:prstGeom>
        </p:spPr>
        <p:txBody>
          <a:bodyPr lIns="0" tIns="0" rIns="0" bIns="0" anchor="b" anchorCtr="0"/>
          <a:lstStyle>
            <a:lvl1pPr marL="0" indent="0" algn="l" defTabSz="1218987" rtl="0" eaLnBrk="1" latinLnBrk="0" hangingPunct="1">
              <a:lnSpc>
                <a:spcPct val="90000"/>
              </a:lnSpc>
              <a:spcBef>
                <a:spcPct val="0"/>
              </a:spcBef>
              <a:buNone/>
              <a:defRPr lang="en-US" sz="2600" b="0" kern="1200" cap="none" spc="0" baseline="0" dirty="0">
                <a:solidFill>
                  <a:schemeClr val="accent4"/>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dirty="0"/>
              <a:t>Speaker Name | Date</a:t>
            </a:r>
          </a:p>
        </p:txBody>
      </p:sp>
      <p:sp>
        <p:nvSpPr>
          <p:cNvPr id="49" name="TextBox 48"/>
          <p:cNvSpPr txBox="1"/>
          <p:nvPr userDrawn="1"/>
        </p:nvSpPr>
        <p:spPr>
          <a:xfrm>
            <a:off x="548783"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50" name="Group 49"/>
          <p:cNvGrpSpPr/>
          <p:nvPr userDrawn="1"/>
        </p:nvGrpSpPr>
        <p:grpSpPr>
          <a:xfrm rot="16200000">
            <a:off x="10157004" y="2415658"/>
            <a:ext cx="3049041" cy="1020953"/>
            <a:chOff x="2374901" y="2184400"/>
            <a:chExt cx="7435850" cy="2489200"/>
          </a:xfrm>
        </p:grpSpPr>
        <p:sp>
          <p:nvSpPr>
            <p:cNvPr id="51" name="Rectangle 5"/>
            <p:cNvSpPr>
              <a:spLocks noChangeArrowheads="1"/>
            </p:cNvSpPr>
            <p:nvPr userDrawn="1"/>
          </p:nvSpPr>
          <p:spPr bwMode="auto">
            <a:xfrm>
              <a:off x="2374901" y="34290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2" name="Rectangle 6"/>
            <p:cNvSpPr>
              <a:spLocks noChangeArrowheads="1"/>
            </p:cNvSpPr>
            <p:nvPr userDrawn="1"/>
          </p:nvSpPr>
          <p:spPr bwMode="auto">
            <a:xfrm>
              <a:off x="3613151" y="3429000"/>
              <a:ext cx="1239838" cy="1244600"/>
            </a:xfrm>
            <a:prstGeom prst="rect">
              <a:avLst/>
            </a:prstGeom>
            <a:solidFill>
              <a:srgbClr val="498B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3" name="Rectangle 7"/>
            <p:cNvSpPr>
              <a:spLocks noChangeArrowheads="1"/>
            </p:cNvSpPr>
            <p:nvPr userDrawn="1"/>
          </p:nvSpPr>
          <p:spPr bwMode="auto">
            <a:xfrm>
              <a:off x="4852988" y="3429000"/>
              <a:ext cx="1239838" cy="1244600"/>
            </a:xfrm>
            <a:prstGeom prst="rect">
              <a:avLst/>
            </a:prstGeom>
            <a:solidFill>
              <a:srgbClr val="E747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4" name="Rectangle 8"/>
            <p:cNvSpPr>
              <a:spLocks noChangeArrowheads="1"/>
            </p:cNvSpPr>
            <p:nvPr userDrawn="1"/>
          </p:nvSpPr>
          <p:spPr bwMode="auto">
            <a:xfrm>
              <a:off x="6092826" y="34290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7" name="Rectangle 9"/>
            <p:cNvSpPr>
              <a:spLocks noChangeArrowheads="1"/>
            </p:cNvSpPr>
            <p:nvPr userDrawn="1"/>
          </p:nvSpPr>
          <p:spPr bwMode="auto">
            <a:xfrm>
              <a:off x="7331076" y="34290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8" name="Rectangle 10"/>
            <p:cNvSpPr>
              <a:spLocks noChangeArrowheads="1"/>
            </p:cNvSpPr>
            <p:nvPr userDrawn="1"/>
          </p:nvSpPr>
          <p:spPr bwMode="auto">
            <a:xfrm>
              <a:off x="8570913" y="34290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9" name="Rectangle 11"/>
            <p:cNvSpPr>
              <a:spLocks noChangeArrowheads="1"/>
            </p:cNvSpPr>
            <p:nvPr userDrawn="1"/>
          </p:nvSpPr>
          <p:spPr bwMode="auto">
            <a:xfrm>
              <a:off x="2374901" y="21844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0" name="Rectangle 12"/>
            <p:cNvSpPr>
              <a:spLocks noChangeArrowheads="1"/>
            </p:cNvSpPr>
            <p:nvPr userDrawn="1"/>
          </p:nvSpPr>
          <p:spPr bwMode="auto">
            <a:xfrm>
              <a:off x="3613151"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1" name="Rectangle 13"/>
            <p:cNvSpPr>
              <a:spLocks noChangeArrowheads="1"/>
            </p:cNvSpPr>
            <p:nvPr userDrawn="1"/>
          </p:nvSpPr>
          <p:spPr bwMode="auto">
            <a:xfrm>
              <a:off x="4852988" y="21844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2" name="Rectangle 14"/>
            <p:cNvSpPr>
              <a:spLocks noChangeArrowheads="1"/>
            </p:cNvSpPr>
            <p:nvPr userDrawn="1"/>
          </p:nvSpPr>
          <p:spPr bwMode="auto">
            <a:xfrm>
              <a:off x="6092826" y="21844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3" name="Rectangle 15"/>
            <p:cNvSpPr>
              <a:spLocks noChangeArrowheads="1"/>
            </p:cNvSpPr>
            <p:nvPr userDrawn="1"/>
          </p:nvSpPr>
          <p:spPr bwMode="auto">
            <a:xfrm>
              <a:off x="7331076"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4" name="Rectangle 16"/>
            <p:cNvSpPr>
              <a:spLocks noChangeArrowheads="1"/>
            </p:cNvSpPr>
            <p:nvPr userDrawn="1"/>
          </p:nvSpPr>
          <p:spPr bwMode="auto">
            <a:xfrm>
              <a:off x="8570913" y="2184400"/>
              <a:ext cx="1239838" cy="1244600"/>
            </a:xfrm>
            <a:prstGeom prst="rect">
              <a:avLst/>
            </a:prstGeom>
            <a:solidFill>
              <a:srgbClr val="7F58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5" name="Freeform 17"/>
            <p:cNvSpPr>
              <a:spLocks/>
            </p:cNvSpPr>
            <p:nvPr userDrawn="1"/>
          </p:nvSpPr>
          <p:spPr bwMode="auto">
            <a:xfrm>
              <a:off x="7331076" y="2184400"/>
              <a:ext cx="1239838" cy="1244600"/>
            </a:xfrm>
            <a:custGeom>
              <a:avLst/>
              <a:gdLst>
                <a:gd name="T0" fmla="*/ 0 w 781"/>
                <a:gd name="T1" fmla="*/ 784 h 784"/>
                <a:gd name="T2" fmla="*/ 0 w 781"/>
                <a:gd name="T3" fmla="*/ 784 h 784"/>
                <a:gd name="T4" fmla="*/ 781 w 781"/>
                <a:gd name="T5" fmla="*/ 784 h 784"/>
                <a:gd name="T6" fmla="*/ 781 w 781"/>
                <a:gd name="T7" fmla="*/ 0 h 784"/>
                <a:gd name="T8" fmla="*/ 781 w 781"/>
                <a:gd name="T9" fmla="*/ 0 h 784"/>
                <a:gd name="T10" fmla="*/ 0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0" y="784"/>
                  </a:moveTo>
                  <a:lnTo>
                    <a:pt x="0" y="784"/>
                  </a:lnTo>
                  <a:lnTo>
                    <a:pt x="781" y="784"/>
                  </a:lnTo>
                  <a:lnTo>
                    <a:pt x="781" y="0"/>
                  </a:lnTo>
                  <a:lnTo>
                    <a:pt x="781" y="0"/>
                  </a:lnTo>
                  <a:lnTo>
                    <a:pt x="0" y="784"/>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6" name="Freeform 18"/>
            <p:cNvSpPr>
              <a:spLocks/>
            </p:cNvSpPr>
            <p:nvPr userDrawn="1"/>
          </p:nvSpPr>
          <p:spPr bwMode="auto">
            <a:xfrm>
              <a:off x="7331076" y="2184400"/>
              <a:ext cx="620713" cy="622300"/>
            </a:xfrm>
            <a:custGeom>
              <a:avLst/>
              <a:gdLst>
                <a:gd name="T0" fmla="*/ 391 w 391"/>
                <a:gd name="T1" fmla="*/ 0 h 392"/>
                <a:gd name="T2" fmla="*/ 391 w 391"/>
                <a:gd name="T3" fmla="*/ 0 h 392"/>
                <a:gd name="T4" fmla="*/ 0 w 391"/>
                <a:gd name="T5" fmla="*/ 0 h 392"/>
                <a:gd name="T6" fmla="*/ 0 w 391"/>
                <a:gd name="T7" fmla="*/ 392 h 392"/>
                <a:gd name="T8" fmla="*/ 0 w 391"/>
                <a:gd name="T9" fmla="*/ 392 h 392"/>
                <a:gd name="T10" fmla="*/ 391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391" y="0"/>
                  </a:moveTo>
                  <a:lnTo>
                    <a:pt x="391" y="0"/>
                  </a:lnTo>
                  <a:lnTo>
                    <a:pt x="0" y="0"/>
                  </a:lnTo>
                  <a:lnTo>
                    <a:pt x="0" y="392"/>
                  </a:lnTo>
                  <a:lnTo>
                    <a:pt x="0" y="392"/>
                  </a:lnTo>
                  <a:lnTo>
                    <a:pt x="391" y="0"/>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7" name="Freeform 19"/>
            <p:cNvSpPr>
              <a:spLocks/>
            </p:cNvSpPr>
            <p:nvPr userDrawn="1"/>
          </p:nvSpPr>
          <p:spPr bwMode="auto">
            <a:xfrm>
              <a:off x="2374901" y="2184400"/>
              <a:ext cx="1238250" cy="1244600"/>
            </a:xfrm>
            <a:custGeom>
              <a:avLst/>
              <a:gdLst>
                <a:gd name="T0" fmla="*/ 0 w 780"/>
                <a:gd name="T1" fmla="*/ 784 h 784"/>
                <a:gd name="T2" fmla="*/ 0 w 780"/>
                <a:gd name="T3" fmla="*/ 784 h 784"/>
                <a:gd name="T4" fmla="*/ 0 w 780"/>
                <a:gd name="T5" fmla="*/ 0 h 784"/>
                <a:gd name="T6" fmla="*/ 780 w 780"/>
                <a:gd name="T7" fmla="*/ 0 h 784"/>
                <a:gd name="T8" fmla="*/ 780 w 780"/>
                <a:gd name="T9" fmla="*/ 0 h 784"/>
                <a:gd name="T10" fmla="*/ 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0" y="784"/>
                  </a:moveTo>
                  <a:lnTo>
                    <a:pt x="0" y="784"/>
                  </a:lnTo>
                  <a:lnTo>
                    <a:pt x="0" y="0"/>
                  </a:lnTo>
                  <a:lnTo>
                    <a:pt x="780" y="0"/>
                  </a:lnTo>
                  <a:lnTo>
                    <a:pt x="780" y="0"/>
                  </a:lnTo>
                  <a:lnTo>
                    <a:pt x="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8" name="Freeform 20"/>
            <p:cNvSpPr>
              <a:spLocks/>
            </p:cNvSpPr>
            <p:nvPr userDrawn="1"/>
          </p:nvSpPr>
          <p:spPr bwMode="auto">
            <a:xfrm>
              <a:off x="2994026" y="2806700"/>
              <a:ext cx="619125" cy="622300"/>
            </a:xfrm>
            <a:custGeom>
              <a:avLst/>
              <a:gdLst>
                <a:gd name="T0" fmla="*/ 390 w 390"/>
                <a:gd name="T1" fmla="*/ 0 h 392"/>
                <a:gd name="T2" fmla="*/ 390 w 390"/>
                <a:gd name="T3" fmla="*/ 0 h 392"/>
                <a:gd name="T4" fmla="*/ 390 w 390"/>
                <a:gd name="T5" fmla="*/ 392 h 392"/>
                <a:gd name="T6" fmla="*/ 0 w 390"/>
                <a:gd name="T7" fmla="*/ 392 h 392"/>
                <a:gd name="T8" fmla="*/ 0 w 390"/>
                <a:gd name="T9" fmla="*/ 392 h 392"/>
                <a:gd name="T10" fmla="*/ 39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390" y="0"/>
                  </a:moveTo>
                  <a:lnTo>
                    <a:pt x="390" y="0"/>
                  </a:lnTo>
                  <a:lnTo>
                    <a:pt x="390" y="392"/>
                  </a:lnTo>
                  <a:lnTo>
                    <a:pt x="0" y="392"/>
                  </a:lnTo>
                  <a:lnTo>
                    <a:pt x="0" y="392"/>
                  </a:lnTo>
                  <a:lnTo>
                    <a:pt x="39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9" name="Freeform 21"/>
            <p:cNvSpPr>
              <a:spLocks/>
            </p:cNvSpPr>
            <p:nvPr userDrawn="1"/>
          </p:nvSpPr>
          <p:spPr bwMode="auto">
            <a:xfrm>
              <a:off x="3613151" y="3429000"/>
              <a:ext cx="1239838" cy="1244600"/>
            </a:xfrm>
            <a:custGeom>
              <a:avLst/>
              <a:gdLst>
                <a:gd name="T0" fmla="*/ 0 w 781"/>
                <a:gd name="T1" fmla="*/ 0 h 784"/>
                <a:gd name="T2" fmla="*/ 0 w 781"/>
                <a:gd name="T3" fmla="*/ 0 h 784"/>
                <a:gd name="T4" fmla="*/ 781 w 781"/>
                <a:gd name="T5" fmla="*/ 0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781" y="0"/>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0" name="Freeform 22"/>
            <p:cNvSpPr>
              <a:spLocks/>
            </p:cNvSpPr>
            <p:nvPr userDrawn="1"/>
          </p:nvSpPr>
          <p:spPr bwMode="auto">
            <a:xfrm>
              <a:off x="3613151" y="4051300"/>
              <a:ext cx="620713" cy="622300"/>
            </a:xfrm>
            <a:custGeom>
              <a:avLst/>
              <a:gdLst>
                <a:gd name="T0" fmla="*/ 391 w 391"/>
                <a:gd name="T1" fmla="*/ 392 h 392"/>
                <a:gd name="T2" fmla="*/ 391 w 391"/>
                <a:gd name="T3" fmla="*/ 392 h 392"/>
                <a:gd name="T4" fmla="*/ 0 w 391"/>
                <a:gd name="T5" fmla="*/ 392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0" y="392"/>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1" name="Freeform 23"/>
            <p:cNvSpPr>
              <a:spLocks/>
            </p:cNvSpPr>
            <p:nvPr userDrawn="1"/>
          </p:nvSpPr>
          <p:spPr bwMode="auto">
            <a:xfrm>
              <a:off x="6092826" y="2184400"/>
              <a:ext cx="619125" cy="1244600"/>
            </a:xfrm>
            <a:custGeom>
              <a:avLst/>
              <a:gdLst>
                <a:gd name="T0" fmla="*/ 288 w 288"/>
                <a:gd name="T1" fmla="*/ 288 h 576"/>
                <a:gd name="T2" fmla="*/ 0 w 288"/>
                <a:gd name="T3" fmla="*/ 576 h 576"/>
                <a:gd name="T4" fmla="*/ 0 w 288"/>
                <a:gd name="T5" fmla="*/ 0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447"/>
                    <a:pt x="159" y="576"/>
                    <a:pt x="0" y="576"/>
                  </a:cubicBezTo>
                  <a:cubicBezTo>
                    <a:pt x="0" y="0"/>
                    <a:pt x="0" y="0"/>
                    <a:pt x="0" y="0"/>
                  </a:cubicBezTo>
                  <a:cubicBezTo>
                    <a:pt x="159" y="0"/>
                    <a:pt x="288" y="129"/>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2" name="Freeform 24"/>
            <p:cNvSpPr>
              <a:spLocks/>
            </p:cNvSpPr>
            <p:nvPr userDrawn="1"/>
          </p:nvSpPr>
          <p:spPr bwMode="auto">
            <a:xfrm>
              <a:off x="6711951" y="2184400"/>
              <a:ext cx="619125" cy="1244600"/>
            </a:xfrm>
            <a:custGeom>
              <a:avLst/>
              <a:gdLst>
                <a:gd name="T0" fmla="*/ 288 w 288"/>
                <a:gd name="T1" fmla="*/ 0 h 576"/>
                <a:gd name="T2" fmla="*/ 288 w 288"/>
                <a:gd name="T3" fmla="*/ 576 h 576"/>
                <a:gd name="T4" fmla="*/ 0 w 288"/>
                <a:gd name="T5" fmla="*/ 288 h 576"/>
                <a:gd name="T6" fmla="*/ 288 w 288"/>
                <a:gd name="T7" fmla="*/ 0 h 576"/>
              </a:gdLst>
              <a:ahLst/>
              <a:cxnLst>
                <a:cxn ang="0">
                  <a:pos x="T0" y="T1"/>
                </a:cxn>
                <a:cxn ang="0">
                  <a:pos x="T2" y="T3"/>
                </a:cxn>
                <a:cxn ang="0">
                  <a:pos x="T4" y="T5"/>
                </a:cxn>
                <a:cxn ang="0">
                  <a:pos x="T6" y="T7"/>
                </a:cxn>
              </a:cxnLst>
              <a:rect l="0" t="0" r="r" b="b"/>
              <a:pathLst>
                <a:path w="288" h="576">
                  <a:moveTo>
                    <a:pt x="288" y="0"/>
                  </a:moveTo>
                  <a:cubicBezTo>
                    <a:pt x="288" y="576"/>
                    <a:pt x="288" y="576"/>
                    <a:pt x="288" y="576"/>
                  </a:cubicBezTo>
                  <a:cubicBezTo>
                    <a:pt x="129" y="576"/>
                    <a:pt x="0" y="447"/>
                    <a:pt x="0" y="288"/>
                  </a:cubicBezTo>
                  <a:cubicBezTo>
                    <a:pt x="0" y="129"/>
                    <a:pt x="129" y="0"/>
                    <a:pt x="288" y="0"/>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3" name="Freeform 25"/>
            <p:cNvSpPr>
              <a:spLocks/>
            </p:cNvSpPr>
            <p:nvPr userDrawn="1"/>
          </p:nvSpPr>
          <p:spPr bwMode="auto">
            <a:xfrm>
              <a:off x="8570913" y="2184400"/>
              <a:ext cx="1239838" cy="1244600"/>
            </a:xfrm>
            <a:custGeom>
              <a:avLst/>
              <a:gdLst>
                <a:gd name="T0" fmla="*/ 0 w 781"/>
                <a:gd name="T1" fmla="*/ 0 h 784"/>
                <a:gd name="T2" fmla="*/ 0 w 781"/>
                <a:gd name="T3" fmla="*/ 0 h 784"/>
                <a:gd name="T4" fmla="*/ 0 w 781"/>
                <a:gd name="T5" fmla="*/ 784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0" y="784"/>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4" name="Freeform 26"/>
            <p:cNvSpPr>
              <a:spLocks/>
            </p:cNvSpPr>
            <p:nvPr userDrawn="1"/>
          </p:nvSpPr>
          <p:spPr bwMode="auto">
            <a:xfrm>
              <a:off x="9190038" y="2184400"/>
              <a:ext cx="620713" cy="622300"/>
            </a:xfrm>
            <a:custGeom>
              <a:avLst/>
              <a:gdLst>
                <a:gd name="T0" fmla="*/ 391 w 391"/>
                <a:gd name="T1" fmla="*/ 392 h 392"/>
                <a:gd name="T2" fmla="*/ 391 w 391"/>
                <a:gd name="T3" fmla="*/ 392 h 392"/>
                <a:gd name="T4" fmla="*/ 391 w 391"/>
                <a:gd name="T5" fmla="*/ 0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391" y="0"/>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5" name="Freeform 27"/>
            <p:cNvSpPr>
              <a:spLocks/>
            </p:cNvSpPr>
            <p:nvPr userDrawn="1"/>
          </p:nvSpPr>
          <p:spPr bwMode="auto">
            <a:xfrm>
              <a:off x="7331076" y="3429000"/>
              <a:ext cx="1239838" cy="622300"/>
            </a:xfrm>
            <a:custGeom>
              <a:avLst/>
              <a:gdLst>
                <a:gd name="T0" fmla="*/ 288 w 576"/>
                <a:gd name="T1" fmla="*/ 288 h 288"/>
                <a:gd name="T2" fmla="*/ 0 w 576"/>
                <a:gd name="T3" fmla="*/ 0 h 288"/>
                <a:gd name="T4" fmla="*/ 576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129" y="288"/>
                    <a:pt x="0" y="159"/>
                    <a:pt x="0" y="0"/>
                  </a:cubicBezTo>
                  <a:cubicBezTo>
                    <a:pt x="576" y="0"/>
                    <a:pt x="576" y="0"/>
                    <a:pt x="576" y="0"/>
                  </a:cubicBezTo>
                  <a:cubicBezTo>
                    <a:pt x="576" y="159"/>
                    <a:pt x="447" y="288"/>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6" name="Freeform 28"/>
            <p:cNvSpPr>
              <a:spLocks/>
            </p:cNvSpPr>
            <p:nvPr userDrawn="1"/>
          </p:nvSpPr>
          <p:spPr bwMode="auto">
            <a:xfrm>
              <a:off x="7331076" y="4051300"/>
              <a:ext cx="1239838" cy="622300"/>
            </a:xfrm>
            <a:custGeom>
              <a:avLst/>
              <a:gdLst>
                <a:gd name="T0" fmla="*/ 576 w 576"/>
                <a:gd name="T1" fmla="*/ 288 h 288"/>
                <a:gd name="T2" fmla="*/ 0 w 576"/>
                <a:gd name="T3" fmla="*/ 288 h 288"/>
                <a:gd name="T4" fmla="*/ 288 w 576"/>
                <a:gd name="T5" fmla="*/ 0 h 288"/>
                <a:gd name="T6" fmla="*/ 576 w 576"/>
                <a:gd name="T7" fmla="*/ 288 h 288"/>
              </a:gdLst>
              <a:ahLst/>
              <a:cxnLst>
                <a:cxn ang="0">
                  <a:pos x="T0" y="T1"/>
                </a:cxn>
                <a:cxn ang="0">
                  <a:pos x="T2" y="T3"/>
                </a:cxn>
                <a:cxn ang="0">
                  <a:pos x="T4" y="T5"/>
                </a:cxn>
                <a:cxn ang="0">
                  <a:pos x="T6" y="T7"/>
                </a:cxn>
              </a:cxnLst>
              <a:rect l="0" t="0" r="r" b="b"/>
              <a:pathLst>
                <a:path w="576" h="288">
                  <a:moveTo>
                    <a:pt x="576" y="288"/>
                  </a:moveTo>
                  <a:cubicBezTo>
                    <a:pt x="0" y="288"/>
                    <a:pt x="0" y="288"/>
                    <a:pt x="0" y="288"/>
                  </a:cubicBezTo>
                  <a:cubicBezTo>
                    <a:pt x="0" y="129"/>
                    <a:pt x="129" y="0"/>
                    <a:pt x="288" y="0"/>
                  </a:cubicBezTo>
                  <a:cubicBezTo>
                    <a:pt x="447" y="0"/>
                    <a:pt x="576" y="129"/>
                    <a:pt x="576"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7" name="Freeform 29"/>
            <p:cNvSpPr>
              <a:spLocks/>
            </p:cNvSpPr>
            <p:nvPr userDrawn="1"/>
          </p:nvSpPr>
          <p:spPr bwMode="auto">
            <a:xfrm>
              <a:off x="6092826" y="3429000"/>
              <a:ext cx="1238250" cy="1244600"/>
            </a:xfrm>
            <a:custGeom>
              <a:avLst/>
              <a:gdLst>
                <a:gd name="T0" fmla="*/ 780 w 780"/>
                <a:gd name="T1" fmla="*/ 784 h 784"/>
                <a:gd name="T2" fmla="*/ 780 w 780"/>
                <a:gd name="T3" fmla="*/ 784 h 784"/>
                <a:gd name="T4" fmla="*/ 0 w 780"/>
                <a:gd name="T5" fmla="*/ 784 h 784"/>
                <a:gd name="T6" fmla="*/ 0 w 780"/>
                <a:gd name="T7" fmla="*/ 0 h 784"/>
                <a:gd name="T8" fmla="*/ 0 w 780"/>
                <a:gd name="T9" fmla="*/ 0 h 784"/>
                <a:gd name="T10" fmla="*/ 78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780" y="784"/>
                  </a:moveTo>
                  <a:lnTo>
                    <a:pt x="780" y="784"/>
                  </a:lnTo>
                  <a:lnTo>
                    <a:pt x="0" y="784"/>
                  </a:lnTo>
                  <a:lnTo>
                    <a:pt x="0" y="0"/>
                  </a:lnTo>
                  <a:lnTo>
                    <a:pt x="0" y="0"/>
                  </a:lnTo>
                  <a:lnTo>
                    <a:pt x="78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8" name="Freeform 30"/>
            <p:cNvSpPr>
              <a:spLocks/>
            </p:cNvSpPr>
            <p:nvPr userDrawn="1"/>
          </p:nvSpPr>
          <p:spPr bwMode="auto">
            <a:xfrm>
              <a:off x="6711951" y="3429000"/>
              <a:ext cx="619125" cy="622300"/>
            </a:xfrm>
            <a:custGeom>
              <a:avLst/>
              <a:gdLst>
                <a:gd name="T0" fmla="*/ 0 w 390"/>
                <a:gd name="T1" fmla="*/ 0 h 392"/>
                <a:gd name="T2" fmla="*/ 0 w 390"/>
                <a:gd name="T3" fmla="*/ 0 h 392"/>
                <a:gd name="T4" fmla="*/ 390 w 390"/>
                <a:gd name="T5" fmla="*/ 0 h 392"/>
                <a:gd name="T6" fmla="*/ 390 w 390"/>
                <a:gd name="T7" fmla="*/ 392 h 392"/>
                <a:gd name="T8" fmla="*/ 390 w 390"/>
                <a:gd name="T9" fmla="*/ 392 h 392"/>
                <a:gd name="T10" fmla="*/ 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0" y="0"/>
                  </a:moveTo>
                  <a:lnTo>
                    <a:pt x="0" y="0"/>
                  </a:lnTo>
                  <a:lnTo>
                    <a:pt x="390" y="0"/>
                  </a:lnTo>
                  <a:lnTo>
                    <a:pt x="390" y="392"/>
                  </a:lnTo>
                  <a:lnTo>
                    <a:pt x="390"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9" name="Freeform 31"/>
            <p:cNvSpPr>
              <a:spLocks/>
            </p:cNvSpPr>
            <p:nvPr userDrawn="1"/>
          </p:nvSpPr>
          <p:spPr bwMode="auto">
            <a:xfrm>
              <a:off x="4852988" y="3429000"/>
              <a:ext cx="619125" cy="1244600"/>
            </a:xfrm>
            <a:custGeom>
              <a:avLst/>
              <a:gdLst>
                <a:gd name="T0" fmla="*/ 288 w 288"/>
                <a:gd name="T1" fmla="*/ 288 h 576"/>
                <a:gd name="T2" fmla="*/ 0 w 288"/>
                <a:gd name="T3" fmla="*/ 0 h 576"/>
                <a:gd name="T4" fmla="*/ 0 w 288"/>
                <a:gd name="T5" fmla="*/ 576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129"/>
                    <a:pt x="159" y="0"/>
                    <a:pt x="0" y="0"/>
                  </a:cubicBezTo>
                  <a:cubicBezTo>
                    <a:pt x="0" y="576"/>
                    <a:pt x="0" y="576"/>
                    <a:pt x="0" y="576"/>
                  </a:cubicBezTo>
                  <a:cubicBezTo>
                    <a:pt x="159" y="576"/>
                    <a:pt x="288" y="447"/>
                    <a:pt x="288" y="288"/>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0" name="Freeform 32"/>
            <p:cNvSpPr>
              <a:spLocks/>
            </p:cNvSpPr>
            <p:nvPr userDrawn="1"/>
          </p:nvSpPr>
          <p:spPr bwMode="auto">
            <a:xfrm>
              <a:off x="5472113" y="3429000"/>
              <a:ext cx="620713" cy="1244600"/>
            </a:xfrm>
            <a:custGeom>
              <a:avLst/>
              <a:gdLst>
                <a:gd name="T0" fmla="*/ 288 w 288"/>
                <a:gd name="T1" fmla="*/ 576 h 576"/>
                <a:gd name="T2" fmla="*/ 288 w 288"/>
                <a:gd name="T3" fmla="*/ 0 h 576"/>
                <a:gd name="T4" fmla="*/ 0 w 288"/>
                <a:gd name="T5" fmla="*/ 288 h 576"/>
                <a:gd name="T6" fmla="*/ 288 w 288"/>
                <a:gd name="T7" fmla="*/ 576 h 576"/>
              </a:gdLst>
              <a:ahLst/>
              <a:cxnLst>
                <a:cxn ang="0">
                  <a:pos x="T0" y="T1"/>
                </a:cxn>
                <a:cxn ang="0">
                  <a:pos x="T2" y="T3"/>
                </a:cxn>
                <a:cxn ang="0">
                  <a:pos x="T4" y="T5"/>
                </a:cxn>
                <a:cxn ang="0">
                  <a:pos x="T6" y="T7"/>
                </a:cxn>
              </a:cxnLst>
              <a:rect l="0" t="0" r="r" b="b"/>
              <a:pathLst>
                <a:path w="288" h="576">
                  <a:moveTo>
                    <a:pt x="288" y="576"/>
                  </a:moveTo>
                  <a:cubicBezTo>
                    <a:pt x="288" y="0"/>
                    <a:pt x="288" y="0"/>
                    <a:pt x="288" y="0"/>
                  </a:cubicBezTo>
                  <a:cubicBezTo>
                    <a:pt x="129" y="0"/>
                    <a:pt x="0" y="129"/>
                    <a:pt x="0" y="288"/>
                  </a:cubicBezTo>
                  <a:cubicBezTo>
                    <a:pt x="0" y="447"/>
                    <a:pt x="129" y="576"/>
                    <a:pt x="288" y="576"/>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1" name="Freeform 33"/>
            <p:cNvSpPr>
              <a:spLocks/>
            </p:cNvSpPr>
            <p:nvPr userDrawn="1"/>
          </p:nvSpPr>
          <p:spPr bwMode="auto">
            <a:xfrm>
              <a:off x="3613151" y="2184400"/>
              <a:ext cx="1239838"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2" name="Freeform 34"/>
            <p:cNvSpPr>
              <a:spLocks/>
            </p:cNvSpPr>
            <p:nvPr userDrawn="1"/>
          </p:nvSpPr>
          <p:spPr bwMode="auto">
            <a:xfrm>
              <a:off x="3613151" y="2806700"/>
              <a:ext cx="1239838"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3" name="Freeform 35"/>
            <p:cNvSpPr>
              <a:spLocks/>
            </p:cNvSpPr>
            <p:nvPr userDrawn="1"/>
          </p:nvSpPr>
          <p:spPr bwMode="auto">
            <a:xfrm>
              <a:off x="4852988" y="2184400"/>
              <a:ext cx="1239838" cy="1244600"/>
            </a:xfrm>
            <a:custGeom>
              <a:avLst/>
              <a:gdLst>
                <a:gd name="T0" fmla="*/ 781 w 781"/>
                <a:gd name="T1" fmla="*/ 784 h 784"/>
                <a:gd name="T2" fmla="*/ 781 w 781"/>
                <a:gd name="T3" fmla="*/ 784 h 784"/>
                <a:gd name="T4" fmla="*/ 0 w 781"/>
                <a:gd name="T5" fmla="*/ 784 h 784"/>
                <a:gd name="T6" fmla="*/ 0 w 781"/>
                <a:gd name="T7" fmla="*/ 0 h 784"/>
                <a:gd name="T8" fmla="*/ 0 w 781"/>
                <a:gd name="T9" fmla="*/ 0 h 784"/>
                <a:gd name="T10" fmla="*/ 781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781" y="784"/>
                  </a:moveTo>
                  <a:lnTo>
                    <a:pt x="781" y="784"/>
                  </a:lnTo>
                  <a:lnTo>
                    <a:pt x="0" y="784"/>
                  </a:lnTo>
                  <a:lnTo>
                    <a:pt x="0" y="0"/>
                  </a:lnTo>
                  <a:lnTo>
                    <a:pt x="0" y="0"/>
                  </a:lnTo>
                  <a:lnTo>
                    <a:pt x="781"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4" name="Freeform 36"/>
            <p:cNvSpPr>
              <a:spLocks/>
            </p:cNvSpPr>
            <p:nvPr userDrawn="1"/>
          </p:nvSpPr>
          <p:spPr bwMode="auto">
            <a:xfrm>
              <a:off x="5472113" y="2184400"/>
              <a:ext cx="620713" cy="622300"/>
            </a:xfrm>
            <a:custGeom>
              <a:avLst/>
              <a:gdLst>
                <a:gd name="T0" fmla="*/ 0 w 391"/>
                <a:gd name="T1" fmla="*/ 0 h 392"/>
                <a:gd name="T2" fmla="*/ 0 w 391"/>
                <a:gd name="T3" fmla="*/ 0 h 392"/>
                <a:gd name="T4" fmla="*/ 391 w 391"/>
                <a:gd name="T5" fmla="*/ 0 h 392"/>
                <a:gd name="T6" fmla="*/ 391 w 391"/>
                <a:gd name="T7" fmla="*/ 392 h 392"/>
                <a:gd name="T8" fmla="*/ 391 w 391"/>
                <a:gd name="T9" fmla="*/ 392 h 392"/>
                <a:gd name="T10" fmla="*/ 0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0" y="0"/>
                  </a:moveTo>
                  <a:lnTo>
                    <a:pt x="0" y="0"/>
                  </a:lnTo>
                  <a:lnTo>
                    <a:pt x="391" y="0"/>
                  </a:lnTo>
                  <a:lnTo>
                    <a:pt x="391" y="392"/>
                  </a:lnTo>
                  <a:lnTo>
                    <a:pt x="391"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5" name="Freeform 37"/>
            <p:cNvSpPr>
              <a:spLocks/>
            </p:cNvSpPr>
            <p:nvPr userDrawn="1"/>
          </p:nvSpPr>
          <p:spPr bwMode="auto">
            <a:xfrm>
              <a:off x="2374901" y="3429000"/>
              <a:ext cx="1238250"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6" name="Freeform 38"/>
            <p:cNvSpPr>
              <a:spLocks/>
            </p:cNvSpPr>
            <p:nvPr userDrawn="1"/>
          </p:nvSpPr>
          <p:spPr bwMode="auto">
            <a:xfrm>
              <a:off x="2374901" y="4051300"/>
              <a:ext cx="1238250"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7" name="Freeform 39"/>
            <p:cNvSpPr>
              <a:spLocks/>
            </p:cNvSpPr>
            <p:nvPr userDrawn="1"/>
          </p:nvSpPr>
          <p:spPr bwMode="auto">
            <a:xfrm>
              <a:off x="9190038" y="3429000"/>
              <a:ext cx="620713" cy="1244600"/>
            </a:xfrm>
            <a:custGeom>
              <a:avLst/>
              <a:gdLst>
                <a:gd name="T0" fmla="*/ 0 w 288"/>
                <a:gd name="T1" fmla="*/ 288 h 576"/>
                <a:gd name="T2" fmla="*/ 288 w 288"/>
                <a:gd name="T3" fmla="*/ 576 h 576"/>
                <a:gd name="T4" fmla="*/ 288 w 288"/>
                <a:gd name="T5" fmla="*/ 0 h 576"/>
                <a:gd name="T6" fmla="*/ 0 w 288"/>
                <a:gd name="T7" fmla="*/ 288 h 576"/>
              </a:gdLst>
              <a:ahLst/>
              <a:cxnLst>
                <a:cxn ang="0">
                  <a:pos x="T0" y="T1"/>
                </a:cxn>
                <a:cxn ang="0">
                  <a:pos x="T2" y="T3"/>
                </a:cxn>
                <a:cxn ang="0">
                  <a:pos x="T4" y="T5"/>
                </a:cxn>
                <a:cxn ang="0">
                  <a:pos x="T6" y="T7"/>
                </a:cxn>
              </a:cxnLst>
              <a:rect l="0" t="0" r="r" b="b"/>
              <a:pathLst>
                <a:path w="288" h="576">
                  <a:moveTo>
                    <a:pt x="0" y="288"/>
                  </a:moveTo>
                  <a:cubicBezTo>
                    <a:pt x="0" y="447"/>
                    <a:pt x="129" y="576"/>
                    <a:pt x="288" y="576"/>
                  </a:cubicBezTo>
                  <a:cubicBezTo>
                    <a:pt x="288" y="0"/>
                    <a:pt x="288" y="0"/>
                    <a:pt x="288" y="0"/>
                  </a:cubicBezTo>
                  <a:cubicBezTo>
                    <a:pt x="129" y="0"/>
                    <a:pt x="0" y="129"/>
                    <a:pt x="0" y="288"/>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8" name="Freeform 40"/>
            <p:cNvSpPr>
              <a:spLocks/>
            </p:cNvSpPr>
            <p:nvPr userDrawn="1"/>
          </p:nvSpPr>
          <p:spPr bwMode="auto">
            <a:xfrm>
              <a:off x="8570913" y="3429000"/>
              <a:ext cx="619125" cy="1244600"/>
            </a:xfrm>
            <a:custGeom>
              <a:avLst/>
              <a:gdLst>
                <a:gd name="T0" fmla="*/ 0 w 288"/>
                <a:gd name="T1" fmla="*/ 0 h 576"/>
                <a:gd name="T2" fmla="*/ 0 w 288"/>
                <a:gd name="T3" fmla="*/ 576 h 576"/>
                <a:gd name="T4" fmla="*/ 288 w 288"/>
                <a:gd name="T5" fmla="*/ 288 h 576"/>
                <a:gd name="T6" fmla="*/ 0 w 288"/>
                <a:gd name="T7" fmla="*/ 0 h 576"/>
              </a:gdLst>
              <a:ahLst/>
              <a:cxnLst>
                <a:cxn ang="0">
                  <a:pos x="T0" y="T1"/>
                </a:cxn>
                <a:cxn ang="0">
                  <a:pos x="T2" y="T3"/>
                </a:cxn>
                <a:cxn ang="0">
                  <a:pos x="T4" y="T5"/>
                </a:cxn>
                <a:cxn ang="0">
                  <a:pos x="T6" y="T7"/>
                </a:cxn>
              </a:cxnLst>
              <a:rect l="0" t="0" r="r" b="b"/>
              <a:pathLst>
                <a:path w="288" h="576">
                  <a:moveTo>
                    <a:pt x="0" y="0"/>
                  </a:moveTo>
                  <a:cubicBezTo>
                    <a:pt x="0" y="576"/>
                    <a:pt x="0" y="576"/>
                    <a:pt x="0" y="576"/>
                  </a:cubicBezTo>
                  <a:cubicBezTo>
                    <a:pt x="159" y="576"/>
                    <a:pt x="288" y="447"/>
                    <a:pt x="288" y="288"/>
                  </a:cubicBezTo>
                  <a:cubicBezTo>
                    <a:pt x="288" y="129"/>
                    <a:pt x="159" y="0"/>
                    <a:pt x="0" y="0"/>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9" name="Freeform 41"/>
            <p:cNvSpPr>
              <a:spLocks/>
            </p:cNvSpPr>
            <p:nvPr userDrawn="1"/>
          </p:nvSpPr>
          <p:spPr bwMode="auto">
            <a:xfrm>
              <a:off x="5040313" y="3022600"/>
              <a:ext cx="962025" cy="974725"/>
            </a:xfrm>
            <a:custGeom>
              <a:avLst/>
              <a:gdLst>
                <a:gd name="T0" fmla="*/ 267 w 447"/>
                <a:gd name="T1" fmla="*/ 0 h 451"/>
                <a:gd name="T2" fmla="*/ 122 w 447"/>
                <a:gd name="T3" fmla="*/ 71 h 451"/>
                <a:gd name="T4" fmla="*/ 122 w 447"/>
                <a:gd name="T5" fmla="*/ 71 h 451"/>
                <a:gd name="T6" fmla="*/ 122 w 447"/>
                <a:gd name="T7" fmla="*/ 71 h 451"/>
                <a:gd name="T8" fmla="*/ 122 w 447"/>
                <a:gd name="T9" fmla="*/ 8 h 451"/>
                <a:gd name="T10" fmla="*/ 0 w 447"/>
                <a:gd name="T11" fmla="*/ 8 h 451"/>
                <a:gd name="T12" fmla="*/ 0 w 447"/>
                <a:gd name="T13" fmla="*/ 451 h 451"/>
                <a:gd name="T14" fmla="*/ 122 w 447"/>
                <a:gd name="T15" fmla="*/ 451 h 451"/>
                <a:gd name="T16" fmla="*/ 122 w 447"/>
                <a:gd name="T17" fmla="*/ 199 h 451"/>
                <a:gd name="T18" fmla="*/ 222 w 447"/>
                <a:gd name="T19" fmla="*/ 105 h 451"/>
                <a:gd name="T20" fmla="*/ 325 w 447"/>
                <a:gd name="T21" fmla="*/ 199 h 451"/>
                <a:gd name="T22" fmla="*/ 325 w 447"/>
                <a:gd name="T23" fmla="*/ 451 h 451"/>
                <a:gd name="T24" fmla="*/ 447 w 447"/>
                <a:gd name="T25" fmla="*/ 451 h 451"/>
                <a:gd name="T26" fmla="*/ 447 w 447"/>
                <a:gd name="T27" fmla="*/ 176 h 451"/>
                <a:gd name="T28" fmla="*/ 267 w 447"/>
                <a:gd name="T29" fmla="*/ 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7" h="451">
                  <a:moveTo>
                    <a:pt x="267" y="0"/>
                  </a:moveTo>
                  <a:cubicBezTo>
                    <a:pt x="216" y="0"/>
                    <a:pt x="158" y="24"/>
                    <a:pt x="122" y="71"/>
                  </a:cubicBezTo>
                  <a:cubicBezTo>
                    <a:pt x="122" y="71"/>
                    <a:pt x="122" y="71"/>
                    <a:pt x="122" y="71"/>
                  </a:cubicBezTo>
                  <a:cubicBezTo>
                    <a:pt x="122" y="71"/>
                    <a:pt x="122" y="71"/>
                    <a:pt x="122" y="71"/>
                  </a:cubicBezTo>
                  <a:cubicBezTo>
                    <a:pt x="122" y="8"/>
                    <a:pt x="122" y="8"/>
                    <a:pt x="122" y="8"/>
                  </a:cubicBezTo>
                  <a:cubicBezTo>
                    <a:pt x="0" y="8"/>
                    <a:pt x="0" y="8"/>
                    <a:pt x="0" y="8"/>
                  </a:cubicBezTo>
                  <a:cubicBezTo>
                    <a:pt x="0" y="451"/>
                    <a:pt x="0" y="451"/>
                    <a:pt x="0" y="451"/>
                  </a:cubicBezTo>
                  <a:cubicBezTo>
                    <a:pt x="122" y="451"/>
                    <a:pt x="122" y="451"/>
                    <a:pt x="122" y="451"/>
                  </a:cubicBezTo>
                  <a:cubicBezTo>
                    <a:pt x="122" y="199"/>
                    <a:pt x="122" y="199"/>
                    <a:pt x="122" y="199"/>
                  </a:cubicBezTo>
                  <a:cubicBezTo>
                    <a:pt x="122" y="153"/>
                    <a:pt x="157" y="105"/>
                    <a:pt x="222" y="105"/>
                  </a:cubicBezTo>
                  <a:cubicBezTo>
                    <a:pt x="273" y="105"/>
                    <a:pt x="325" y="140"/>
                    <a:pt x="325" y="199"/>
                  </a:cubicBezTo>
                  <a:cubicBezTo>
                    <a:pt x="325" y="451"/>
                    <a:pt x="325" y="451"/>
                    <a:pt x="325" y="451"/>
                  </a:cubicBezTo>
                  <a:cubicBezTo>
                    <a:pt x="447" y="451"/>
                    <a:pt x="447" y="451"/>
                    <a:pt x="447" y="451"/>
                  </a:cubicBezTo>
                  <a:cubicBezTo>
                    <a:pt x="447" y="176"/>
                    <a:pt x="447" y="176"/>
                    <a:pt x="447" y="176"/>
                  </a:cubicBezTo>
                  <a:cubicBezTo>
                    <a:pt x="447" y="74"/>
                    <a:pt x="374" y="0"/>
                    <a:pt x="26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0" name="Freeform 42"/>
            <p:cNvSpPr>
              <a:spLocks/>
            </p:cNvSpPr>
            <p:nvPr userDrawn="1"/>
          </p:nvSpPr>
          <p:spPr bwMode="auto">
            <a:xfrm>
              <a:off x="7091363" y="3040063"/>
              <a:ext cx="1069975" cy="957263"/>
            </a:xfrm>
            <a:custGeom>
              <a:avLst/>
              <a:gdLst>
                <a:gd name="T0" fmla="*/ 486 w 674"/>
                <a:gd name="T1" fmla="*/ 0 h 603"/>
                <a:gd name="T2" fmla="*/ 337 w 674"/>
                <a:gd name="T3" fmla="*/ 411 h 603"/>
                <a:gd name="T4" fmla="*/ 188 w 674"/>
                <a:gd name="T5" fmla="*/ 0 h 603"/>
                <a:gd name="T6" fmla="*/ 0 w 674"/>
                <a:gd name="T7" fmla="*/ 0 h 603"/>
                <a:gd name="T8" fmla="*/ 246 w 674"/>
                <a:gd name="T9" fmla="*/ 603 h 603"/>
                <a:gd name="T10" fmla="*/ 428 w 674"/>
                <a:gd name="T11" fmla="*/ 603 h 603"/>
                <a:gd name="T12" fmla="*/ 674 w 674"/>
                <a:gd name="T13" fmla="*/ 0 h 603"/>
                <a:gd name="T14" fmla="*/ 486 w 674"/>
                <a:gd name="T15" fmla="*/ 0 h 6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4" h="603">
                  <a:moveTo>
                    <a:pt x="486" y="0"/>
                  </a:moveTo>
                  <a:lnTo>
                    <a:pt x="337" y="411"/>
                  </a:lnTo>
                  <a:lnTo>
                    <a:pt x="188" y="0"/>
                  </a:lnTo>
                  <a:lnTo>
                    <a:pt x="0" y="0"/>
                  </a:lnTo>
                  <a:lnTo>
                    <a:pt x="246" y="603"/>
                  </a:lnTo>
                  <a:lnTo>
                    <a:pt x="428" y="603"/>
                  </a:lnTo>
                  <a:lnTo>
                    <a:pt x="674" y="0"/>
                  </a:lnTo>
                  <a:lnTo>
                    <a:pt x="48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1" name="Freeform 43"/>
            <p:cNvSpPr>
              <a:spLocks noEditPoints="1"/>
            </p:cNvSpPr>
            <p:nvPr userDrawn="1"/>
          </p:nvSpPr>
          <p:spPr bwMode="auto">
            <a:xfrm>
              <a:off x="3949701" y="3022600"/>
              <a:ext cx="998538" cy="992188"/>
            </a:xfrm>
            <a:custGeom>
              <a:avLst/>
              <a:gdLst>
                <a:gd name="T0" fmla="*/ 378 w 464"/>
                <a:gd name="T1" fmla="*/ 315 h 459"/>
                <a:gd name="T2" fmla="*/ 250 w 464"/>
                <a:gd name="T3" fmla="*/ 362 h 459"/>
                <a:gd name="T4" fmla="*/ 152 w 464"/>
                <a:gd name="T5" fmla="*/ 326 h 459"/>
                <a:gd name="T6" fmla="*/ 464 w 464"/>
                <a:gd name="T7" fmla="*/ 197 h 459"/>
                <a:gd name="T8" fmla="*/ 410 w 464"/>
                <a:gd name="T9" fmla="*/ 73 h 459"/>
                <a:gd name="T10" fmla="*/ 235 w 464"/>
                <a:gd name="T11" fmla="*/ 0 h 459"/>
                <a:gd name="T12" fmla="*/ 0 w 464"/>
                <a:gd name="T13" fmla="*/ 229 h 459"/>
                <a:gd name="T14" fmla="*/ 249 w 464"/>
                <a:gd name="T15" fmla="*/ 459 h 459"/>
                <a:gd name="T16" fmla="*/ 455 w 464"/>
                <a:gd name="T17" fmla="*/ 374 h 459"/>
                <a:gd name="T18" fmla="*/ 378 w 464"/>
                <a:gd name="T19" fmla="*/ 315 h 459"/>
                <a:gd name="T20" fmla="*/ 144 w 464"/>
                <a:gd name="T21" fmla="*/ 141 h 459"/>
                <a:gd name="T22" fmla="*/ 237 w 464"/>
                <a:gd name="T23" fmla="*/ 97 h 459"/>
                <a:gd name="T24" fmla="*/ 332 w 464"/>
                <a:gd name="T25" fmla="*/ 159 h 459"/>
                <a:gd name="T26" fmla="*/ 119 w 464"/>
                <a:gd name="T27" fmla="*/ 247 h 459"/>
                <a:gd name="T28" fmla="*/ 144 w 464"/>
                <a:gd name="T29" fmla="*/ 141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4" h="459">
                  <a:moveTo>
                    <a:pt x="378" y="315"/>
                  </a:moveTo>
                  <a:cubicBezTo>
                    <a:pt x="326" y="353"/>
                    <a:pt x="297" y="362"/>
                    <a:pt x="250" y="362"/>
                  </a:cubicBezTo>
                  <a:cubicBezTo>
                    <a:pt x="208" y="362"/>
                    <a:pt x="176" y="349"/>
                    <a:pt x="152" y="326"/>
                  </a:cubicBezTo>
                  <a:cubicBezTo>
                    <a:pt x="464" y="197"/>
                    <a:pt x="464" y="197"/>
                    <a:pt x="464" y="197"/>
                  </a:cubicBezTo>
                  <a:cubicBezTo>
                    <a:pt x="457" y="149"/>
                    <a:pt x="439" y="106"/>
                    <a:pt x="410" y="73"/>
                  </a:cubicBezTo>
                  <a:cubicBezTo>
                    <a:pt x="370" y="25"/>
                    <a:pt x="309" y="0"/>
                    <a:pt x="235" y="0"/>
                  </a:cubicBezTo>
                  <a:cubicBezTo>
                    <a:pt x="101" y="0"/>
                    <a:pt x="0" y="99"/>
                    <a:pt x="0" y="229"/>
                  </a:cubicBezTo>
                  <a:cubicBezTo>
                    <a:pt x="0" y="363"/>
                    <a:pt x="102" y="459"/>
                    <a:pt x="249" y="459"/>
                  </a:cubicBezTo>
                  <a:cubicBezTo>
                    <a:pt x="331" y="459"/>
                    <a:pt x="415" y="420"/>
                    <a:pt x="455" y="374"/>
                  </a:cubicBezTo>
                  <a:lnTo>
                    <a:pt x="378" y="315"/>
                  </a:lnTo>
                  <a:close/>
                  <a:moveTo>
                    <a:pt x="144" y="141"/>
                  </a:moveTo>
                  <a:cubicBezTo>
                    <a:pt x="165" y="113"/>
                    <a:pt x="198" y="97"/>
                    <a:pt x="237" y="97"/>
                  </a:cubicBezTo>
                  <a:cubicBezTo>
                    <a:pt x="281" y="97"/>
                    <a:pt x="315" y="122"/>
                    <a:pt x="332" y="159"/>
                  </a:cubicBezTo>
                  <a:cubicBezTo>
                    <a:pt x="119" y="247"/>
                    <a:pt x="119" y="247"/>
                    <a:pt x="119" y="247"/>
                  </a:cubicBezTo>
                  <a:cubicBezTo>
                    <a:pt x="113" y="202"/>
                    <a:pt x="125" y="167"/>
                    <a:pt x="144" y="14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2" name="Freeform 44"/>
            <p:cNvSpPr>
              <a:spLocks/>
            </p:cNvSpPr>
            <p:nvPr userDrawn="1"/>
          </p:nvSpPr>
          <p:spPr bwMode="auto">
            <a:xfrm>
              <a:off x="3065463" y="2752725"/>
              <a:ext cx="860425" cy="1244600"/>
            </a:xfrm>
            <a:custGeom>
              <a:avLst/>
              <a:gdLst>
                <a:gd name="T0" fmla="*/ 542 w 542"/>
                <a:gd name="T1" fmla="*/ 632 h 784"/>
                <a:gd name="T2" fmla="*/ 166 w 542"/>
                <a:gd name="T3" fmla="*/ 632 h 784"/>
                <a:gd name="T4" fmla="*/ 166 w 542"/>
                <a:gd name="T5" fmla="*/ 0 h 784"/>
                <a:gd name="T6" fmla="*/ 0 w 542"/>
                <a:gd name="T7" fmla="*/ 0 h 784"/>
                <a:gd name="T8" fmla="*/ 0 w 542"/>
                <a:gd name="T9" fmla="*/ 784 h 784"/>
                <a:gd name="T10" fmla="*/ 542 w 542"/>
                <a:gd name="T11" fmla="*/ 784 h 784"/>
                <a:gd name="T12" fmla="*/ 542 w 542"/>
                <a:gd name="T13" fmla="*/ 632 h 784"/>
              </a:gdLst>
              <a:ahLst/>
              <a:cxnLst>
                <a:cxn ang="0">
                  <a:pos x="T0" y="T1"/>
                </a:cxn>
                <a:cxn ang="0">
                  <a:pos x="T2" y="T3"/>
                </a:cxn>
                <a:cxn ang="0">
                  <a:pos x="T4" y="T5"/>
                </a:cxn>
                <a:cxn ang="0">
                  <a:pos x="T6" y="T7"/>
                </a:cxn>
                <a:cxn ang="0">
                  <a:pos x="T8" y="T9"/>
                </a:cxn>
                <a:cxn ang="0">
                  <a:pos x="T10" y="T11"/>
                </a:cxn>
                <a:cxn ang="0">
                  <a:pos x="T12" y="T13"/>
                </a:cxn>
              </a:cxnLst>
              <a:rect l="0" t="0" r="r" b="b"/>
              <a:pathLst>
                <a:path w="542" h="784">
                  <a:moveTo>
                    <a:pt x="542" y="632"/>
                  </a:moveTo>
                  <a:lnTo>
                    <a:pt x="166" y="632"/>
                  </a:lnTo>
                  <a:lnTo>
                    <a:pt x="166" y="0"/>
                  </a:lnTo>
                  <a:lnTo>
                    <a:pt x="0" y="0"/>
                  </a:lnTo>
                  <a:lnTo>
                    <a:pt x="0" y="784"/>
                  </a:lnTo>
                  <a:lnTo>
                    <a:pt x="542" y="784"/>
                  </a:lnTo>
                  <a:lnTo>
                    <a:pt x="542" y="6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3" name="Freeform 45"/>
            <p:cNvSpPr>
              <a:spLocks noEditPoints="1"/>
            </p:cNvSpPr>
            <p:nvPr userDrawn="1"/>
          </p:nvSpPr>
          <p:spPr bwMode="auto">
            <a:xfrm>
              <a:off x="8121651" y="3022600"/>
              <a:ext cx="1025525" cy="992188"/>
            </a:xfrm>
            <a:custGeom>
              <a:avLst/>
              <a:gdLst>
                <a:gd name="T0" fmla="*/ 238 w 477"/>
                <a:gd name="T1" fmla="*/ 459 h 459"/>
                <a:gd name="T2" fmla="*/ 0 w 477"/>
                <a:gd name="T3" fmla="*/ 229 h 459"/>
                <a:gd name="T4" fmla="*/ 239 w 477"/>
                <a:gd name="T5" fmla="*/ 0 h 459"/>
                <a:gd name="T6" fmla="*/ 477 w 477"/>
                <a:gd name="T7" fmla="*/ 229 h 459"/>
                <a:gd name="T8" fmla="*/ 238 w 477"/>
                <a:gd name="T9" fmla="*/ 459 h 459"/>
                <a:gd name="T10" fmla="*/ 238 w 477"/>
                <a:gd name="T11" fmla="*/ 105 h 459"/>
                <a:gd name="T12" fmla="*/ 120 w 477"/>
                <a:gd name="T13" fmla="*/ 229 h 459"/>
                <a:gd name="T14" fmla="*/ 239 w 477"/>
                <a:gd name="T15" fmla="*/ 354 h 459"/>
                <a:gd name="T16" fmla="*/ 357 w 477"/>
                <a:gd name="T17" fmla="*/ 229 h 459"/>
                <a:gd name="T18" fmla="*/ 238 w 477"/>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459">
                  <a:moveTo>
                    <a:pt x="238" y="459"/>
                  </a:moveTo>
                  <a:cubicBezTo>
                    <a:pt x="105" y="459"/>
                    <a:pt x="0" y="359"/>
                    <a:pt x="0" y="229"/>
                  </a:cubicBezTo>
                  <a:cubicBezTo>
                    <a:pt x="0" y="101"/>
                    <a:pt x="105" y="0"/>
                    <a:pt x="239" y="0"/>
                  </a:cubicBezTo>
                  <a:cubicBezTo>
                    <a:pt x="372" y="0"/>
                    <a:pt x="477" y="99"/>
                    <a:pt x="477" y="229"/>
                  </a:cubicBezTo>
                  <a:cubicBezTo>
                    <a:pt x="477" y="358"/>
                    <a:pt x="372" y="459"/>
                    <a:pt x="238" y="459"/>
                  </a:cubicBezTo>
                  <a:moveTo>
                    <a:pt x="238" y="105"/>
                  </a:moveTo>
                  <a:cubicBezTo>
                    <a:pt x="170" y="105"/>
                    <a:pt x="120" y="156"/>
                    <a:pt x="120" y="229"/>
                  </a:cubicBezTo>
                  <a:cubicBezTo>
                    <a:pt x="120" y="299"/>
                    <a:pt x="173" y="354"/>
                    <a:pt x="239" y="354"/>
                  </a:cubicBezTo>
                  <a:cubicBezTo>
                    <a:pt x="307" y="354"/>
                    <a:pt x="357" y="301"/>
                    <a:pt x="357" y="229"/>
                  </a:cubicBezTo>
                  <a:cubicBezTo>
                    <a:pt x="357" y="159"/>
                    <a:pt x="304" y="105"/>
                    <a:pt x="238"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4" name="Freeform 46"/>
            <p:cNvSpPr>
              <a:spLocks noEditPoints="1"/>
            </p:cNvSpPr>
            <p:nvPr userDrawn="1"/>
          </p:nvSpPr>
          <p:spPr bwMode="auto">
            <a:xfrm>
              <a:off x="6105526" y="3022600"/>
              <a:ext cx="1023938" cy="992188"/>
            </a:xfrm>
            <a:custGeom>
              <a:avLst/>
              <a:gdLst>
                <a:gd name="T0" fmla="*/ 237 w 476"/>
                <a:gd name="T1" fmla="*/ 459 h 459"/>
                <a:gd name="T2" fmla="*/ 0 w 476"/>
                <a:gd name="T3" fmla="*/ 229 h 459"/>
                <a:gd name="T4" fmla="*/ 239 w 476"/>
                <a:gd name="T5" fmla="*/ 0 h 459"/>
                <a:gd name="T6" fmla="*/ 476 w 476"/>
                <a:gd name="T7" fmla="*/ 229 h 459"/>
                <a:gd name="T8" fmla="*/ 237 w 476"/>
                <a:gd name="T9" fmla="*/ 459 h 459"/>
                <a:gd name="T10" fmla="*/ 237 w 476"/>
                <a:gd name="T11" fmla="*/ 105 h 459"/>
                <a:gd name="T12" fmla="*/ 120 w 476"/>
                <a:gd name="T13" fmla="*/ 229 h 459"/>
                <a:gd name="T14" fmla="*/ 239 w 476"/>
                <a:gd name="T15" fmla="*/ 354 h 459"/>
                <a:gd name="T16" fmla="*/ 356 w 476"/>
                <a:gd name="T17" fmla="*/ 229 h 459"/>
                <a:gd name="T18" fmla="*/ 237 w 476"/>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 h="459">
                  <a:moveTo>
                    <a:pt x="237" y="459"/>
                  </a:moveTo>
                  <a:cubicBezTo>
                    <a:pt x="104" y="459"/>
                    <a:pt x="0" y="359"/>
                    <a:pt x="0" y="229"/>
                  </a:cubicBezTo>
                  <a:cubicBezTo>
                    <a:pt x="0" y="101"/>
                    <a:pt x="105" y="0"/>
                    <a:pt x="239" y="0"/>
                  </a:cubicBezTo>
                  <a:cubicBezTo>
                    <a:pt x="372" y="0"/>
                    <a:pt x="476" y="99"/>
                    <a:pt x="476" y="229"/>
                  </a:cubicBezTo>
                  <a:cubicBezTo>
                    <a:pt x="476" y="358"/>
                    <a:pt x="371" y="459"/>
                    <a:pt x="237" y="459"/>
                  </a:cubicBezTo>
                  <a:moveTo>
                    <a:pt x="237" y="105"/>
                  </a:moveTo>
                  <a:cubicBezTo>
                    <a:pt x="169" y="105"/>
                    <a:pt x="120" y="156"/>
                    <a:pt x="120" y="229"/>
                  </a:cubicBezTo>
                  <a:cubicBezTo>
                    <a:pt x="120" y="299"/>
                    <a:pt x="172" y="354"/>
                    <a:pt x="239" y="354"/>
                  </a:cubicBezTo>
                  <a:cubicBezTo>
                    <a:pt x="307" y="354"/>
                    <a:pt x="356" y="301"/>
                    <a:pt x="356" y="229"/>
                  </a:cubicBezTo>
                  <a:cubicBezTo>
                    <a:pt x="356" y="159"/>
                    <a:pt x="304" y="105"/>
                    <a:pt x="237"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324593475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_White">
    <p:bg>
      <p:bgPr>
        <a:solidFill>
          <a:schemeClr val="bg1"/>
        </a:solidFill>
        <a:effectLst/>
      </p:bgPr>
    </p:bg>
    <p:spTree>
      <p:nvGrpSpPr>
        <p:cNvPr id="1" name=""/>
        <p:cNvGrpSpPr/>
        <p:nvPr/>
      </p:nvGrpSpPr>
      <p:grpSpPr>
        <a:xfrm>
          <a:off x="0" y="0"/>
          <a:ext cx="0" cy="0"/>
          <a:chOff x="0" y="0"/>
          <a:chExt cx="0" cy="0"/>
        </a:xfrm>
      </p:grpSpPr>
      <p:sp>
        <p:nvSpPr>
          <p:cNvPr id="46" name="Title 16"/>
          <p:cNvSpPr>
            <a:spLocks noGrp="1"/>
          </p:cNvSpPr>
          <p:nvPr>
            <p:ph type="title" hasCustomPrompt="1"/>
          </p:nvPr>
        </p:nvSpPr>
        <p:spPr bwMode="gray">
          <a:xfrm>
            <a:off x="548782" y="1391544"/>
            <a:ext cx="9960410" cy="2405203"/>
          </a:xfrm>
          <a:prstGeom prst="rect">
            <a:avLst/>
          </a:prstGeom>
        </p:spPr>
        <p:txBody>
          <a:bodyPr lIns="0" tIns="0" rIns="0" bIns="0" anchor="b" anchorCtr="0"/>
          <a:lstStyle>
            <a:lvl1pPr marL="0" algn="l" defTabSz="1218987" rtl="0" eaLnBrk="1" latinLnBrk="0" hangingPunct="1">
              <a:lnSpc>
                <a:spcPts val="5000"/>
              </a:lnSpc>
              <a:spcBef>
                <a:spcPct val="0"/>
              </a:spcBef>
              <a:buNone/>
              <a:defRPr lang="en-US" sz="6000" b="1" kern="1200" cap="none" spc="-150" baseline="0" dirty="0">
                <a:solidFill>
                  <a:schemeClr val="tx1"/>
                </a:solidFill>
                <a:latin typeface="Arial" pitchFamily="34" charset="0"/>
                <a:ea typeface="+mn-ea"/>
                <a:cs typeface="Arial" pitchFamily="34" charset="0"/>
              </a:defRPr>
            </a:lvl1pPr>
          </a:lstStyle>
          <a:p>
            <a:r>
              <a:rPr lang="en-US" dirty="0"/>
              <a:t>Section header</a:t>
            </a:r>
          </a:p>
        </p:txBody>
      </p:sp>
      <p:sp>
        <p:nvSpPr>
          <p:cNvPr id="11" name="Text Placeholder 2"/>
          <p:cNvSpPr>
            <a:spLocks noGrp="1"/>
          </p:cNvSpPr>
          <p:nvPr>
            <p:ph type="body" idx="1" hasCustomPrompt="1"/>
          </p:nvPr>
        </p:nvSpPr>
        <p:spPr bwMode="white">
          <a:xfrm>
            <a:off x="548783" y="3999750"/>
            <a:ext cx="9960410" cy="462018"/>
          </a:xfrm>
          <a:prstGeom prst="rect">
            <a:avLst/>
          </a:prstGeom>
        </p:spPr>
        <p:txBody>
          <a:bodyPr lIns="0" tIns="0" rIns="0" bIns="0"/>
          <a:lstStyle>
            <a:lvl1pPr marL="0" indent="0">
              <a:lnSpc>
                <a:spcPts val="2400"/>
              </a:lnSpc>
              <a:spcBef>
                <a:spcPts val="0"/>
              </a:spcBef>
              <a:buNone/>
              <a:defRPr sz="2500" spc="0" baseline="0">
                <a:solidFill>
                  <a:schemeClr val="accent4"/>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 here</a:t>
            </a:r>
          </a:p>
        </p:txBody>
      </p:sp>
      <p:sp>
        <p:nvSpPr>
          <p:cNvPr id="5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5" name="TextBox 74"/>
          <p:cNvSpPr txBox="1"/>
          <p:nvPr userDrawn="1"/>
        </p:nvSpPr>
        <p:spPr>
          <a:xfrm>
            <a:off x="548783" y="6473952"/>
            <a:ext cx="4115872" cy="153888"/>
          </a:xfrm>
          <a:prstGeom prst="rect">
            <a:avLst/>
          </a:prstGeom>
          <a:noFill/>
        </p:spPr>
        <p:txBody>
          <a:bodyPr wrap="square" lIns="0" tIns="0" rIns="0" bIns="0" rtlCol="0">
            <a:spAutoFit/>
          </a:bodyPr>
          <a:lstStyle/>
          <a:p>
            <a:r>
              <a:rPr lang="en-US" sz="1000" dirty="0">
                <a:latin typeface="Arial" pitchFamily="34" charset="0"/>
                <a:cs typeface="Arial" pitchFamily="34" charset="0"/>
              </a:rPr>
              <a:t>2019 Lenovo Internal. All rights reserved.</a:t>
            </a:r>
          </a:p>
        </p:txBody>
      </p:sp>
      <p:grpSp>
        <p:nvGrpSpPr>
          <p:cNvPr id="76" name="Group 75"/>
          <p:cNvGrpSpPr/>
          <p:nvPr userDrawn="1"/>
        </p:nvGrpSpPr>
        <p:grpSpPr>
          <a:xfrm rot="16200000">
            <a:off x="10157004" y="2415658"/>
            <a:ext cx="3049041" cy="1020953"/>
            <a:chOff x="2374901" y="2184400"/>
            <a:chExt cx="7435850" cy="2489200"/>
          </a:xfrm>
        </p:grpSpPr>
        <p:sp>
          <p:nvSpPr>
            <p:cNvPr id="77" name="Rectangle 5"/>
            <p:cNvSpPr>
              <a:spLocks noChangeArrowheads="1"/>
            </p:cNvSpPr>
            <p:nvPr userDrawn="1"/>
          </p:nvSpPr>
          <p:spPr bwMode="auto">
            <a:xfrm>
              <a:off x="2374901" y="34290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8" name="Rectangle 6"/>
            <p:cNvSpPr>
              <a:spLocks noChangeArrowheads="1"/>
            </p:cNvSpPr>
            <p:nvPr userDrawn="1"/>
          </p:nvSpPr>
          <p:spPr bwMode="auto">
            <a:xfrm>
              <a:off x="3613151" y="3429000"/>
              <a:ext cx="1239838" cy="1244600"/>
            </a:xfrm>
            <a:prstGeom prst="rect">
              <a:avLst/>
            </a:prstGeom>
            <a:solidFill>
              <a:srgbClr val="498B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9" name="Rectangle 7"/>
            <p:cNvSpPr>
              <a:spLocks noChangeArrowheads="1"/>
            </p:cNvSpPr>
            <p:nvPr userDrawn="1"/>
          </p:nvSpPr>
          <p:spPr bwMode="auto">
            <a:xfrm>
              <a:off x="4852988" y="3429000"/>
              <a:ext cx="1239838" cy="1244600"/>
            </a:xfrm>
            <a:prstGeom prst="rect">
              <a:avLst/>
            </a:prstGeom>
            <a:solidFill>
              <a:srgbClr val="E747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0" name="Rectangle 8"/>
            <p:cNvSpPr>
              <a:spLocks noChangeArrowheads="1"/>
            </p:cNvSpPr>
            <p:nvPr userDrawn="1"/>
          </p:nvSpPr>
          <p:spPr bwMode="auto">
            <a:xfrm>
              <a:off x="6092826" y="34290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1" name="Rectangle 9"/>
            <p:cNvSpPr>
              <a:spLocks noChangeArrowheads="1"/>
            </p:cNvSpPr>
            <p:nvPr userDrawn="1"/>
          </p:nvSpPr>
          <p:spPr bwMode="auto">
            <a:xfrm>
              <a:off x="7331076" y="34290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2" name="Rectangle 10"/>
            <p:cNvSpPr>
              <a:spLocks noChangeArrowheads="1"/>
            </p:cNvSpPr>
            <p:nvPr userDrawn="1"/>
          </p:nvSpPr>
          <p:spPr bwMode="auto">
            <a:xfrm>
              <a:off x="8570913" y="34290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3" name="Rectangle 11"/>
            <p:cNvSpPr>
              <a:spLocks noChangeArrowheads="1"/>
            </p:cNvSpPr>
            <p:nvPr userDrawn="1"/>
          </p:nvSpPr>
          <p:spPr bwMode="auto">
            <a:xfrm>
              <a:off x="2374901" y="21844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4" name="Rectangle 12"/>
            <p:cNvSpPr>
              <a:spLocks noChangeArrowheads="1"/>
            </p:cNvSpPr>
            <p:nvPr userDrawn="1"/>
          </p:nvSpPr>
          <p:spPr bwMode="auto">
            <a:xfrm>
              <a:off x="3613151"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5" name="Rectangle 13"/>
            <p:cNvSpPr>
              <a:spLocks noChangeArrowheads="1"/>
            </p:cNvSpPr>
            <p:nvPr userDrawn="1"/>
          </p:nvSpPr>
          <p:spPr bwMode="auto">
            <a:xfrm>
              <a:off x="4852988" y="21844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6" name="Rectangle 14"/>
            <p:cNvSpPr>
              <a:spLocks noChangeArrowheads="1"/>
            </p:cNvSpPr>
            <p:nvPr userDrawn="1"/>
          </p:nvSpPr>
          <p:spPr bwMode="auto">
            <a:xfrm>
              <a:off x="6092826" y="21844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7" name="Rectangle 15"/>
            <p:cNvSpPr>
              <a:spLocks noChangeArrowheads="1"/>
            </p:cNvSpPr>
            <p:nvPr userDrawn="1"/>
          </p:nvSpPr>
          <p:spPr bwMode="auto">
            <a:xfrm>
              <a:off x="7331076"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8" name="Rectangle 16"/>
            <p:cNvSpPr>
              <a:spLocks noChangeArrowheads="1"/>
            </p:cNvSpPr>
            <p:nvPr userDrawn="1"/>
          </p:nvSpPr>
          <p:spPr bwMode="auto">
            <a:xfrm>
              <a:off x="8570913" y="2184400"/>
              <a:ext cx="1239838" cy="1244600"/>
            </a:xfrm>
            <a:prstGeom prst="rect">
              <a:avLst/>
            </a:prstGeom>
            <a:solidFill>
              <a:srgbClr val="7F58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9" name="Freeform 17"/>
            <p:cNvSpPr>
              <a:spLocks/>
            </p:cNvSpPr>
            <p:nvPr userDrawn="1"/>
          </p:nvSpPr>
          <p:spPr bwMode="auto">
            <a:xfrm>
              <a:off x="7331076" y="2184400"/>
              <a:ext cx="1239838" cy="1244600"/>
            </a:xfrm>
            <a:custGeom>
              <a:avLst/>
              <a:gdLst>
                <a:gd name="T0" fmla="*/ 0 w 781"/>
                <a:gd name="T1" fmla="*/ 784 h 784"/>
                <a:gd name="T2" fmla="*/ 0 w 781"/>
                <a:gd name="T3" fmla="*/ 784 h 784"/>
                <a:gd name="T4" fmla="*/ 781 w 781"/>
                <a:gd name="T5" fmla="*/ 784 h 784"/>
                <a:gd name="T6" fmla="*/ 781 w 781"/>
                <a:gd name="T7" fmla="*/ 0 h 784"/>
                <a:gd name="T8" fmla="*/ 781 w 781"/>
                <a:gd name="T9" fmla="*/ 0 h 784"/>
                <a:gd name="T10" fmla="*/ 0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0" y="784"/>
                  </a:moveTo>
                  <a:lnTo>
                    <a:pt x="0" y="784"/>
                  </a:lnTo>
                  <a:lnTo>
                    <a:pt x="781" y="784"/>
                  </a:lnTo>
                  <a:lnTo>
                    <a:pt x="781" y="0"/>
                  </a:lnTo>
                  <a:lnTo>
                    <a:pt x="781" y="0"/>
                  </a:lnTo>
                  <a:lnTo>
                    <a:pt x="0" y="784"/>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0" name="Freeform 18"/>
            <p:cNvSpPr>
              <a:spLocks/>
            </p:cNvSpPr>
            <p:nvPr userDrawn="1"/>
          </p:nvSpPr>
          <p:spPr bwMode="auto">
            <a:xfrm>
              <a:off x="7331076" y="2184400"/>
              <a:ext cx="620713" cy="622300"/>
            </a:xfrm>
            <a:custGeom>
              <a:avLst/>
              <a:gdLst>
                <a:gd name="T0" fmla="*/ 391 w 391"/>
                <a:gd name="T1" fmla="*/ 0 h 392"/>
                <a:gd name="T2" fmla="*/ 391 w 391"/>
                <a:gd name="T3" fmla="*/ 0 h 392"/>
                <a:gd name="T4" fmla="*/ 0 w 391"/>
                <a:gd name="T5" fmla="*/ 0 h 392"/>
                <a:gd name="T6" fmla="*/ 0 w 391"/>
                <a:gd name="T7" fmla="*/ 392 h 392"/>
                <a:gd name="T8" fmla="*/ 0 w 391"/>
                <a:gd name="T9" fmla="*/ 392 h 392"/>
                <a:gd name="T10" fmla="*/ 391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391" y="0"/>
                  </a:moveTo>
                  <a:lnTo>
                    <a:pt x="391" y="0"/>
                  </a:lnTo>
                  <a:lnTo>
                    <a:pt x="0" y="0"/>
                  </a:lnTo>
                  <a:lnTo>
                    <a:pt x="0" y="392"/>
                  </a:lnTo>
                  <a:lnTo>
                    <a:pt x="0" y="392"/>
                  </a:lnTo>
                  <a:lnTo>
                    <a:pt x="391" y="0"/>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1" name="Freeform 19"/>
            <p:cNvSpPr>
              <a:spLocks/>
            </p:cNvSpPr>
            <p:nvPr userDrawn="1"/>
          </p:nvSpPr>
          <p:spPr bwMode="auto">
            <a:xfrm>
              <a:off x="2374901" y="2184400"/>
              <a:ext cx="1238250" cy="1244600"/>
            </a:xfrm>
            <a:custGeom>
              <a:avLst/>
              <a:gdLst>
                <a:gd name="T0" fmla="*/ 0 w 780"/>
                <a:gd name="T1" fmla="*/ 784 h 784"/>
                <a:gd name="T2" fmla="*/ 0 w 780"/>
                <a:gd name="T3" fmla="*/ 784 h 784"/>
                <a:gd name="T4" fmla="*/ 0 w 780"/>
                <a:gd name="T5" fmla="*/ 0 h 784"/>
                <a:gd name="T6" fmla="*/ 780 w 780"/>
                <a:gd name="T7" fmla="*/ 0 h 784"/>
                <a:gd name="T8" fmla="*/ 780 w 780"/>
                <a:gd name="T9" fmla="*/ 0 h 784"/>
                <a:gd name="T10" fmla="*/ 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0" y="784"/>
                  </a:moveTo>
                  <a:lnTo>
                    <a:pt x="0" y="784"/>
                  </a:lnTo>
                  <a:lnTo>
                    <a:pt x="0" y="0"/>
                  </a:lnTo>
                  <a:lnTo>
                    <a:pt x="780" y="0"/>
                  </a:lnTo>
                  <a:lnTo>
                    <a:pt x="780" y="0"/>
                  </a:lnTo>
                  <a:lnTo>
                    <a:pt x="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2" name="Freeform 20"/>
            <p:cNvSpPr>
              <a:spLocks/>
            </p:cNvSpPr>
            <p:nvPr userDrawn="1"/>
          </p:nvSpPr>
          <p:spPr bwMode="auto">
            <a:xfrm>
              <a:off x="2994026" y="2806700"/>
              <a:ext cx="619125" cy="622300"/>
            </a:xfrm>
            <a:custGeom>
              <a:avLst/>
              <a:gdLst>
                <a:gd name="T0" fmla="*/ 390 w 390"/>
                <a:gd name="T1" fmla="*/ 0 h 392"/>
                <a:gd name="T2" fmla="*/ 390 w 390"/>
                <a:gd name="T3" fmla="*/ 0 h 392"/>
                <a:gd name="T4" fmla="*/ 390 w 390"/>
                <a:gd name="T5" fmla="*/ 392 h 392"/>
                <a:gd name="T6" fmla="*/ 0 w 390"/>
                <a:gd name="T7" fmla="*/ 392 h 392"/>
                <a:gd name="T8" fmla="*/ 0 w 390"/>
                <a:gd name="T9" fmla="*/ 392 h 392"/>
                <a:gd name="T10" fmla="*/ 39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390" y="0"/>
                  </a:moveTo>
                  <a:lnTo>
                    <a:pt x="390" y="0"/>
                  </a:lnTo>
                  <a:lnTo>
                    <a:pt x="390" y="392"/>
                  </a:lnTo>
                  <a:lnTo>
                    <a:pt x="0" y="392"/>
                  </a:lnTo>
                  <a:lnTo>
                    <a:pt x="0" y="392"/>
                  </a:lnTo>
                  <a:lnTo>
                    <a:pt x="39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3" name="Freeform 21"/>
            <p:cNvSpPr>
              <a:spLocks/>
            </p:cNvSpPr>
            <p:nvPr userDrawn="1"/>
          </p:nvSpPr>
          <p:spPr bwMode="auto">
            <a:xfrm>
              <a:off x="3613151" y="3429000"/>
              <a:ext cx="1239838" cy="1244600"/>
            </a:xfrm>
            <a:custGeom>
              <a:avLst/>
              <a:gdLst>
                <a:gd name="T0" fmla="*/ 0 w 781"/>
                <a:gd name="T1" fmla="*/ 0 h 784"/>
                <a:gd name="T2" fmla="*/ 0 w 781"/>
                <a:gd name="T3" fmla="*/ 0 h 784"/>
                <a:gd name="T4" fmla="*/ 781 w 781"/>
                <a:gd name="T5" fmla="*/ 0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781" y="0"/>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4" name="Freeform 22"/>
            <p:cNvSpPr>
              <a:spLocks/>
            </p:cNvSpPr>
            <p:nvPr userDrawn="1"/>
          </p:nvSpPr>
          <p:spPr bwMode="auto">
            <a:xfrm>
              <a:off x="3613151" y="4051300"/>
              <a:ext cx="620713" cy="622300"/>
            </a:xfrm>
            <a:custGeom>
              <a:avLst/>
              <a:gdLst>
                <a:gd name="T0" fmla="*/ 391 w 391"/>
                <a:gd name="T1" fmla="*/ 392 h 392"/>
                <a:gd name="T2" fmla="*/ 391 w 391"/>
                <a:gd name="T3" fmla="*/ 392 h 392"/>
                <a:gd name="T4" fmla="*/ 0 w 391"/>
                <a:gd name="T5" fmla="*/ 392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0" y="392"/>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5" name="Freeform 23"/>
            <p:cNvSpPr>
              <a:spLocks/>
            </p:cNvSpPr>
            <p:nvPr userDrawn="1"/>
          </p:nvSpPr>
          <p:spPr bwMode="auto">
            <a:xfrm>
              <a:off x="6092826" y="2184400"/>
              <a:ext cx="619125" cy="1244600"/>
            </a:xfrm>
            <a:custGeom>
              <a:avLst/>
              <a:gdLst>
                <a:gd name="T0" fmla="*/ 288 w 288"/>
                <a:gd name="T1" fmla="*/ 288 h 576"/>
                <a:gd name="T2" fmla="*/ 0 w 288"/>
                <a:gd name="T3" fmla="*/ 576 h 576"/>
                <a:gd name="T4" fmla="*/ 0 w 288"/>
                <a:gd name="T5" fmla="*/ 0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447"/>
                    <a:pt x="159" y="576"/>
                    <a:pt x="0" y="576"/>
                  </a:cubicBezTo>
                  <a:cubicBezTo>
                    <a:pt x="0" y="0"/>
                    <a:pt x="0" y="0"/>
                    <a:pt x="0" y="0"/>
                  </a:cubicBezTo>
                  <a:cubicBezTo>
                    <a:pt x="159" y="0"/>
                    <a:pt x="288" y="129"/>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6" name="Freeform 24"/>
            <p:cNvSpPr>
              <a:spLocks/>
            </p:cNvSpPr>
            <p:nvPr userDrawn="1"/>
          </p:nvSpPr>
          <p:spPr bwMode="auto">
            <a:xfrm>
              <a:off x="6711951" y="2184400"/>
              <a:ext cx="619125" cy="1244600"/>
            </a:xfrm>
            <a:custGeom>
              <a:avLst/>
              <a:gdLst>
                <a:gd name="T0" fmla="*/ 288 w 288"/>
                <a:gd name="T1" fmla="*/ 0 h 576"/>
                <a:gd name="T2" fmla="*/ 288 w 288"/>
                <a:gd name="T3" fmla="*/ 576 h 576"/>
                <a:gd name="T4" fmla="*/ 0 w 288"/>
                <a:gd name="T5" fmla="*/ 288 h 576"/>
                <a:gd name="T6" fmla="*/ 288 w 288"/>
                <a:gd name="T7" fmla="*/ 0 h 576"/>
              </a:gdLst>
              <a:ahLst/>
              <a:cxnLst>
                <a:cxn ang="0">
                  <a:pos x="T0" y="T1"/>
                </a:cxn>
                <a:cxn ang="0">
                  <a:pos x="T2" y="T3"/>
                </a:cxn>
                <a:cxn ang="0">
                  <a:pos x="T4" y="T5"/>
                </a:cxn>
                <a:cxn ang="0">
                  <a:pos x="T6" y="T7"/>
                </a:cxn>
              </a:cxnLst>
              <a:rect l="0" t="0" r="r" b="b"/>
              <a:pathLst>
                <a:path w="288" h="576">
                  <a:moveTo>
                    <a:pt x="288" y="0"/>
                  </a:moveTo>
                  <a:cubicBezTo>
                    <a:pt x="288" y="576"/>
                    <a:pt x="288" y="576"/>
                    <a:pt x="288" y="576"/>
                  </a:cubicBezTo>
                  <a:cubicBezTo>
                    <a:pt x="129" y="576"/>
                    <a:pt x="0" y="447"/>
                    <a:pt x="0" y="288"/>
                  </a:cubicBezTo>
                  <a:cubicBezTo>
                    <a:pt x="0" y="129"/>
                    <a:pt x="129" y="0"/>
                    <a:pt x="288" y="0"/>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7" name="Freeform 25"/>
            <p:cNvSpPr>
              <a:spLocks/>
            </p:cNvSpPr>
            <p:nvPr userDrawn="1"/>
          </p:nvSpPr>
          <p:spPr bwMode="auto">
            <a:xfrm>
              <a:off x="8570913" y="2184400"/>
              <a:ext cx="1239838" cy="1244600"/>
            </a:xfrm>
            <a:custGeom>
              <a:avLst/>
              <a:gdLst>
                <a:gd name="T0" fmla="*/ 0 w 781"/>
                <a:gd name="T1" fmla="*/ 0 h 784"/>
                <a:gd name="T2" fmla="*/ 0 w 781"/>
                <a:gd name="T3" fmla="*/ 0 h 784"/>
                <a:gd name="T4" fmla="*/ 0 w 781"/>
                <a:gd name="T5" fmla="*/ 784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0" y="784"/>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8" name="Freeform 26"/>
            <p:cNvSpPr>
              <a:spLocks/>
            </p:cNvSpPr>
            <p:nvPr userDrawn="1"/>
          </p:nvSpPr>
          <p:spPr bwMode="auto">
            <a:xfrm>
              <a:off x="9190038" y="2184400"/>
              <a:ext cx="620713" cy="622300"/>
            </a:xfrm>
            <a:custGeom>
              <a:avLst/>
              <a:gdLst>
                <a:gd name="T0" fmla="*/ 391 w 391"/>
                <a:gd name="T1" fmla="*/ 392 h 392"/>
                <a:gd name="T2" fmla="*/ 391 w 391"/>
                <a:gd name="T3" fmla="*/ 392 h 392"/>
                <a:gd name="T4" fmla="*/ 391 w 391"/>
                <a:gd name="T5" fmla="*/ 0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391" y="0"/>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9" name="Freeform 27"/>
            <p:cNvSpPr>
              <a:spLocks/>
            </p:cNvSpPr>
            <p:nvPr userDrawn="1"/>
          </p:nvSpPr>
          <p:spPr bwMode="auto">
            <a:xfrm>
              <a:off x="7331076" y="3429000"/>
              <a:ext cx="1239838" cy="622300"/>
            </a:xfrm>
            <a:custGeom>
              <a:avLst/>
              <a:gdLst>
                <a:gd name="T0" fmla="*/ 288 w 576"/>
                <a:gd name="T1" fmla="*/ 288 h 288"/>
                <a:gd name="T2" fmla="*/ 0 w 576"/>
                <a:gd name="T3" fmla="*/ 0 h 288"/>
                <a:gd name="T4" fmla="*/ 576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129" y="288"/>
                    <a:pt x="0" y="159"/>
                    <a:pt x="0" y="0"/>
                  </a:cubicBezTo>
                  <a:cubicBezTo>
                    <a:pt x="576" y="0"/>
                    <a:pt x="576" y="0"/>
                    <a:pt x="576" y="0"/>
                  </a:cubicBezTo>
                  <a:cubicBezTo>
                    <a:pt x="576" y="159"/>
                    <a:pt x="447" y="288"/>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0" name="Freeform 28"/>
            <p:cNvSpPr>
              <a:spLocks/>
            </p:cNvSpPr>
            <p:nvPr userDrawn="1"/>
          </p:nvSpPr>
          <p:spPr bwMode="auto">
            <a:xfrm>
              <a:off x="7331076" y="4051300"/>
              <a:ext cx="1239838" cy="622300"/>
            </a:xfrm>
            <a:custGeom>
              <a:avLst/>
              <a:gdLst>
                <a:gd name="T0" fmla="*/ 576 w 576"/>
                <a:gd name="T1" fmla="*/ 288 h 288"/>
                <a:gd name="T2" fmla="*/ 0 w 576"/>
                <a:gd name="T3" fmla="*/ 288 h 288"/>
                <a:gd name="T4" fmla="*/ 288 w 576"/>
                <a:gd name="T5" fmla="*/ 0 h 288"/>
                <a:gd name="T6" fmla="*/ 576 w 576"/>
                <a:gd name="T7" fmla="*/ 288 h 288"/>
              </a:gdLst>
              <a:ahLst/>
              <a:cxnLst>
                <a:cxn ang="0">
                  <a:pos x="T0" y="T1"/>
                </a:cxn>
                <a:cxn ang="0">
                  <a:pos x="T2" y="T3"/>
                </a:cxn>
                <a:cxn ang="0">
                  <a:pos x="T4" y="T5"/>
                </a:cxn>
                <a:cxn ang="0">
                  <a:pos x="T6" y="T7"/>
                </a:cxn>
              </a:cxnLst>
              <a:rect l="0" t="0" r="r" b="b"/>
              <a:pathLst>
                <a:path w="576" h="288">
                  <a:moveTo>
                    <a:pt x="576" y="288"/>
                  </a:moveTo>
                  <a:cubicBezTo>
                    <a:pt x="0" y="288"/>
                    <a:pt x="0" y="288"/>
                    <a:pt x="0" y="288"/>
                  </a:cubicBezTo>
                  <a:cubicBezTo>
                    <a:pt x="0" y="129"/>
                    <a:pt x="129" y="0"/>
                    <a:pt x="288" y="0"/>
                  </a:cubicBezTo>
                  <a:cubicBezTo>
                    <a:pt x="447" y="0"/>
                    <a:pt x="576" y="129"/>
                    <a:pt x="576"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1" name="Freeform 29"/>
            <p:cNvSpPr>
              <a:spLocks/>
            </p:cNvSpPr>
            <p:nvPr userDrawn="1"/>
          </p:nvSpPr>
          <p:spPr bwMode="auto">
            <a:xfrm>
              <a:off x="6092826" y="3429000"/>
              <a:ext cx="1238250" cy="1244600"/>
            </a:xfrm>
            <a:custGeom>
              <a:avLst/>
              <a:gdLst>
                <a:gd name="T0" fmla="*/ 780 w 780"/>
                <a:gd name="T1" fmla="*/ 784 h 784"/>
                <a:gd name="T2" fmla="*/ 780 w 780"/>
                <a:gd name="T3" fmla="*/ 784 h 784"/>
                <a:gd name="T4" fmla="*/ 0 w 780"/>
                <a:gd name="T5" fmla="*/ 784 h 784"/>
                <a:gd name="T6" fmla="*/ 0 w 780"/>
                <a:gd name="T7" fmla="*/ 0 h 784"/>
                <a:gd name="T8" fmla="*/ 0 w 780"/>
                <a:gd name="T9" fmla="*/ 0 h 784"/>
                <a:gd name="T10" fmla="*/ 78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780" y="784"/>
                  </a:moveTo>
                  <a:lnTo>
                    <a:pt x="780" y="784"/>
                  </a:lnTo>
                  <a:lnTo>
                    <a:pt x="0" y="784"/>
                  </a:lnTo>
                  <a:lnTo>
                    <a:pt x="0" y="0"/>
                  </a:lnTo>
                  <a:lnTo>
                    <a:pt x="0" y="0"/>
                  </a:lnTo>
                  <a:lnTo>
                    <a:pt x="78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2" name="Freeform 30"/>
            <p:cNvSpPr>
              <a:spLocks/>
            </p:cNvSpPr>
            <p:nvPr userDrawn="1"/>
          </p:nvSpPr>
          <p:spPr bwMode="auto">
            <a:xfrm>
              <a:off x="6711951" y="3429000"/>
              <a:ext cx="619125" cy="622300"/>
            </a:xfrm>
            <a:custGeom>
              <a:avLst/>
              <a:gdLst>
                <a:gd name="T0" fmla="*/ 0 w 390"/>
                <a:gd name="T1" fmla="*/ 0 h 392"/>
                <a:gd name="T2" fmla="*/ 0 w 390"/>
                <a:gd name="T3" fmla="*/ 0 h 392"/>
                <a:gd name="T4" fmla="*/ 390 w 390"/>
                <a:gd name="T5" fmla="*/ 0 h 392"/>
                <a:gd name="T6" fmla="*/ 390 w 390"/>
                <a:gd name="T7" fmla="*/ 392 h 392"/>
                <a:gd name="T8" fmla="*/ 390 w 390"/>
                <a:gd name="T9" fmla="*/ 392 h 392"/>
                <a:gd name="T10" fmla="*/ 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0" y="0"/>
                  </a:moveTo>
                  <a:lnTo>
                    <a:pt x="0" y="0"/>
                  </a:lnTo>
                  <a:lnTo>
                    <a:pt x="390" y="0"/>
                  </a:lnTo>
                  <a:lnTo>
                    <a:pt x="390" y="392"/>
                  </a:lnTo>
                  <a:lnTo>
                    <a:pt x="390"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3" name="Freeform 31"/>
            <p:cNvSpPr>
              <a:spLocks/>
            </p:cNvSpPr>
            <p:nvPr userDrawn="1"/>
          </p:nvSpPr>
          <p:spPr bwMode="auto">
            <a:xfrm>
              <a:off x="4852988" y="3429000"/>
              <a:ext cx="619125" cy="1244600"/>
            </a:xfrm>
            <a:custGeom>
              <a:avLst/>
              <a:gdLst>
                <a:gd name="T0" fmla="*/ 288 w 288"/>
                <a:gd name="T1" fmla="*/ 288 h 576"/>
                <a:gd name="T2" fmla="*/ 0 w 288"/>
                <a:gd name="T3" fmla="*/ 0 h 576"/>
                <a:gd name="T4" fmla="*/ 0 w 288"/>
                <a:gd name="T5" fmla="*/ 576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129"/>
                    <a:pt x="159" y="0"/>
                    <a:pt x="0" y="0"/>
                  </a:cubicBezTo>
                  <a:cubicBezTo>
                    <a:pt x="0" y="576"/>
                    <a:pt x="0" y="576"/>
                    <a:pt x="0" y="576"/>
                  </a:cubicBezTo>
                  <a:cubicBezTo>
                    <a:pt x="159" y="576"/>
                    <a:pt x="288" y="447"/>
                    <a:pt x="288" y="288"/>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4" name="Freeform 32"/>
            <p:cNvSpPr>
              <a:spLocks/>
            </p:cNvSpPr>
            <p:nvPr userDrawn="1"/>
          </p:nvSpPr>
          <p:spPr bwMode="auto">
            <a:xfrm>
              <a:off x="5472113" y="3429000"/>
              <a:ext cx="620713" cy="1244600"/>
            </a:xfrm>
            <a:custGeom>
              <a:avLst/>
              <a:gdLst>
                <a:gd name="T0" fmla="*/ 288 w 288"/>
                <a:gd name="T1" fmla="*/ 576 h 576"/>
                <a:gd name="T2" fmla="*/ 288 w 288"/>
                <a:gd name="T3" fmla="*/ 0 h 576"/>
                <a:gd name="T4" fmla="*/ 0 w 288"/>
                <a:gd name="T5" fmla="*/ 288 h 576"/>
                <a:gd name="T6" fmla="*/ 288 w 288"/>
                <a:gd name="T7" fmla="*/ 576 h 576"/>
              </a:gdLst>
              <a:ahLst/>
              <a:cxnLst>
                <a:cxn ang="0">
                  <a:pos x="T0" y="T1"/>
                </a:cxn>
                <a:cxn ang="0">
                  <a:pos x="T2" y="T3"/>
                </a:cxn>
                <a:cxn ang="0">
                  <a:pos x="T4" y="T5"/>
                </a:cxn>
                <a:cxn ang="0">
                  <a:pos x="T6" y="T7"/>
                </a:cxn>
              </a:cxnLst>
              <a:rect l="0" t="0" r="r" b="b"/>
              <a:pathLst>
                <a:path w="288" h="576">
                  <a:moveTo>
                    <a:pt x="288" y="576"/>
                  </a:moveTo>
                  <a:cubicBezTo>
                    <a:pt x="288" y="0"/>
                    <a:pt x="288" y="0"/>
                    <a:pt x="288" y="0"/>
                  </a:cubicBezTo>
                  <a:cubicBezTo>
                    <a:pt x="129" y="0"/>
                    <a:pt x="0" y="129"/>
                    <a:pt x="0" y="288"/>
                  </a:cubicBezTo>
                  <a:cubicBezTo>
                    <a:pt x="0" y="447"/>
                    <a:pt x="129" y="576"/>
                    <a:pt x="288" y="576"/>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5" name="Freeform 33"/>
            <p:cNvSpPr>
              <a:spLocks/>
            </p:cNvSpPr>
            <p:nvPr userDrawn="1"/>
          </p:nvSpPr>
          <p:spPr bwMode="auto">
            <a:xfrm>
              <a:off x="3613151" y="2184400"/>
              <a:ext cx="1239838"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6" name="Freeform 34"/>
            <p:cNvSpPr>
              <a:spLocks/>
            </p:cNvSpPr>
            <p:nvPr userDrawn="1"/>
          </p:nvSpPr>
          <p:spPr bwMode="auto">
            <a:xfrm>
              <a:off x="3613151" y="2806700"/>
              <a:ext cx="1239838"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7" name="Freeform 35"/>
            <p:cNvSpPr>
              <a:spLocks/>
            </p:cNvSpPr>
            <p:nvPr userDrawn="1"/>
          </p:nvSpPr>
          <p:spPr bwMode="auto">
            <a:xfrm>
              <a:off x="4852988" y="2184400"/>
              <a:ext cx="1239838" cy="1244600"/>
            </a:xfrm>
            <a:custGeom>
              <a:avLst/>
              <a:gdLst>
                <a:gd name="T0" fmla="*/ 781 w 781"/>
                <a:gd name="T1" fmla="*/ 784 h 784"/>
                <a:gd name="T2" fmla="*/ 781 w 781"/>
                <a:gd name="T3" fmla="*/ 784 h 784"/>
                <a:gd name="T4" fmla="*/ 0 w 781"/>
                <a:gd name="T5" fmla="*/ 784 h 784"/>
                <a:gd name="T6" fmla="*/ 0 w 781"/>
                <a:gd name="T7" fmla="*/ 0 h 784"/>
                <a:gd name="T8" fmla="*/ 0 w 781"/>
                <a:gd name="T9" fmla="*/ 0 h 784"/>
                <a:gd name="T10" fmla="*/ 781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781" y="784"/>
                  </a:moveTo>
                  <a:lnTo>
                    <a:pt x="781" y="784"/>
                  </a:lnTo>
                  <a:lnTo>
                    <a:pt x="0" y="784"/>
                  </a:lnTo>
                  <a:lnTo>
                    <a:pt x="0" y="0"/>
                  </a:lnTo>
                  <a:lnTo>
                    <a:pt x="0" y="0"/>
                  </a:lnTo>
                  <a:lnTo>
                    <a:pt x="781"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8" name="Freeform 36"/>
            <p:cNvSpPr>
              <a:spLocks/>
            </p:cNvSpPr>
            <p:nvPr userDrawn="1"/>
          </p:nvSpPr>
          <p:spPr bwMode="auto">
            <a:xfrm>
              <a:off x="5472113" y="2184400"/>
              <a:ext cx="620713" cy="622300"/>
            </a:xfrm>
            <a:custGeom>
              <a:avLst/>
              <a:gdLst>
                <a:gd name="T0" fmla="*/ 0 w 391"/>
                <a:gd name="T1" fmla="*/ 0 h 392"/>
                <a:gd name="T2" fmla="*/ 0 w 391"/>
                <a:gd name="T3" fmla="*/ 0 h 392"/>
                <a:gd name="T4" fmla="*/ 391 w 391"/>
                <a:gd name="T5" fmla="*/ 0 h 392"/>
                <a:gd name="T6" fmla="*/ 391 w 391"/>
                <a:gd name="T7" fmla="*/ 392 h 392"/>
                <a:gd name="T8" fmla="*/ 391 w 391"/>
                <a:gd name="T9" fmla="*/ 392 h 392"/>
                <a:gd name="T10" fmla="*/ 0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0" y="0"/>
                  </a:moveTo>
                  <a:lnTo>
                    <a:pt x="0" y="0"/>
                  </a:lnTo>
                  <a:lnTo>
                    <a:pt x="391" y="0"/>
                  </a:lnTo>
                  <a:lnTo>
                    <a:pt x="391" y="392"/>
                  </a:lnTo>
                  <a:lnTo>
                    <a:pt x="391"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9" name="Freeform 37"/>
            <p:cNvSpPr>
              <a:spLocks/>
            </p:cNvSpPr>
            <p:nvPr userDrawn="1"/>
          </p:nvSpPr>
          <p:spPr bwMode="auto">
            <a:xfrm>
              <a:off x="2374901" y="3429000"/>
              <a:ext cx="1238250"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0" name="Freeform 38"/>
            <p:cNvSpPr>
              <a:spLocks/>
            </p:cNvSpPr>
            <p:nvPr userDrawn="1"/>
          </p:nvSpPr>
          <p:spPr bwMode="auto">
            <a:xfrm>
              <a:off x="2374901" y="4051300"/>
              <a:ext cx="1238250"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1" name="Freeform 39"/>
            <p:cNvSpPr>
              <a:spLocks/>
            </p:cNvSpPr>
            <p:nvPr userDrawn="1"/>
          </p:nvSpPr>
          <p:spPr bwMode="auto">
            <a:xfrm>
              <a:off x="9190038" y="3429000"/>
              <a:ext cx="620713" cy="1244600"/>
            </a:xfrm>
            <a:custGeom>
              <a:avLst/>
              <a:gdLst>
                <a:gd name="T0" fmla="*/ 0 w 288"/>
                <a:gd name="T1" fmla="*/ 288 h 576"/>
                <a:gd name="T2" fmla="*/ 288 w 288"/>
                <a:gd name="T3" fmla="*/ 576 h 576"/>
                <a:gd name="T4" fmla="*/ 288 w 288"/>
                <a:gd name="T5" fmla="*/ 0 h 576"/>
                <a:gd name="T6" fmla="*/ 0 w 288"/>
                <a:gd name="T7" fmla="*/ 288 h 576"/>
              </a:gdLst>
              <a:ahLst/>
              <a:cxnLst>
                <a:cxn ang="0">
                  <a:pos x="T0" y="T1"/>
                </a:cxn>
                <a:cxn ang="0">
                  <a:pos x="T2" y="T3"/>
                </a:cxn>
                <a:cxn ang="0">
                  <a:pos x="T4" y="T5"/>
                </a:cxn>
                <a:cxn ang="0">
                  <a:pos x="T6" y="T7"/>
                </a:cxn>
              </a:cxnLst>
              <a:rect l="0" t="0" r="r" b="b"/>
              <a:pathLst>
                <a:path w="288" h="576">
                  <a:moveTo>
                    <a:pt x="0" y="288"/>
                  </a:moveTo>
                  <a:cubicBezTo>
                    <a:pt x="0" y="447"/>
                    <a:pt x="129" y="576"/>
                    <a:pt x="288" y="576"/>
                  </a:cubicBezTo>
                  <a:cubicBezTo>
                    <a:pt x="288" y="0"/>
                    <a:pt x="288" y="0"/>
                    <a:pt x="288" y="0"/>
                  </a:cubicBezTo>
                  <a:cubicBezTo>
                    <a:pt x="129" y="0"/>
                    <a:pt x="0" y="129"/>
                    <a:pt x="0" y="288"/>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2" name="Freeform 40"/>
            <p:cNvSpPr>
              <a:spLocks/>
            </p:cNvSpPr>
            <p:nvPr userDrawn="1"/>
          </p:nvSpPr>
          <p:spPr bwMode="auto">
            <a:xfrm>
              <a:off x="8570913" y="3429000"/>
              <a:ext cx="619125" cy="1244600"/>
            </a:xfrm>
            <a:custGeom>
              <a:avLst/>
              <a:gdLst>
                <a:gd name="T0" fmla="*/ 0 w 288"/>
                <a:gd name="T1" fmla="*/ 0 h 576"/>
                <a:gd name="T2" fmla="*/ 0 w 288"/>
                <a:gd name="T3" fmla="*/ 576 h 576"/>
                <a:gd name="T4" fmla="*/ 288 w 288"/>
                <a:gd name="T5" fmla="*/ 288 h 576"/>
                <a:gd name="T6" fmla="*/ 0 w 288"/>
                <a:gd name="T7" fmla="*/ 0 h 576"/>
              </a:gdLst>
              <a:ahLst/>
              <a:cxnLst>
                <a:cxn ang="0">
                  <a:pos x="T0" y="T1"/>
                </a:cxn>
                <a:cxn ang="0">
                  <a:pos x="T2" y="T3"/>
                </a:cxn>
                <a:cxn ang="0">
                  <a:pos x="T4" y="T5"/>
                </a:cxn>
                <a:cxn ang="0">
                  <a:pos x="T6" y="T7"/>
                </a:cxn>
              </a:cxnLst>
              <a:rect l="0" t="0" r="r" b="b"/>
              <a:pathLst>
                <a:path w="288" h="576">
                  <a:moveTo>
                    <a:pt x="0" y="0"/>
                  </a:moveTo>
                  <a:cubicBezTo>
                    <a:pt x="0" y="576"/>
                    <a:pt x="0" y="576"/>
                    <a:pt x="0" y="576"/>
                  </a:cubicBezTo>
                  <a:cubicBezTo>
                    <a:pt x="159" y="576"/>
                    <a:pt x="288" y="447"/>
                    <a:pt x="288" y="288"/>
                  </a:cubicBezTo>
                  <a:cubicBezTo>
                    <a:pt x="288" y="129"/>
                    <a:pt x="159" y="0"/>
                    <a:pt x="0" y="0"/>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3" name="Freeform 41"/>
            <p:cNvSpPr>
              <a:spLocks/>
            </p:cNvSpPr>
            <p:nvPr userDrawn="1"/>
          </p:nvSpPr>
          <p:spPr bwMode="auto">
            <a:xfrm>
              <a:off x="5040313" y="3022600"/>
              <a:ext cx="962025" cy="974725"/>
            </a:xfrm>
            <a:custGeom>
              <a:avLst/>
              <a:gdLst>
                <a:gd name="T0" fmla="*/ 267 w 447"/>
                <a:gd name="T1" fmla="*/ 0 h 451"/>
                <a:gd name="T2" fmla="*/ 122 w 447"/>
                <a:gd name="T3" fmla="*/ 71 h 451"/>
                <a:gd name="T4" fmla="*/ 122 w 447"/>
                <a:gd name="T5" fmla="*/ 71 h 451"/>
                <a:gd name="T6" fmla="*/ 122 w 447"/>
                <a:gd name="T7" fmla="*/ 71 h 451"/>
                <a:gd name="T8" fmla="*/ 122 w 447"/>
                <a:gd name="T9" fmla="*/ 8 h 451"/>
                <a:gd name="T10" fmla="*/ 0 w 447"/>
                <a:gd name="T11" fmla="*/ 8 h 451"/>
                <a:gd name="T12" fmla="*/ 0 w 447"/>
                <a:gd name="T13" fmla="*/ 451 h 451"/>
                <a:gd name="T14" fmla="*/ 122 w 447"/>
                <a:gd name="T15" fmla="*/ 451 h 451"/>
                <a:gd name="T16" fmla="*/ 122 w 447"/>
                <a:gd name="T17" fmla="*/ 199 h 451"/>
                <a:gd name="T18" fmla="*/ 222 w 447"/>
                <a:gd name="T19" fmla="*/ 105 h 451"/>
                <a:gd name="T20" fmla="*/ 325 w 447"/>
                <a:gd name="T21" fmla="*/ 199 h 451"/>
                <a:gd name="T22" fmla="*/ 325 w 447"/>
                <a:gd name="T23" fmla="*/ 451 h 451"/>
                <a:gd name="T24" fmla="*/ 447 w 447"/>
                <a:gd name="T25" fmla="*/ 451 h 451"/>
                <a:gd name="T26" fmla="*/ 447 w 447"/>
                <a:gd name="T27" fmla="*/ 176 h 451"/>
                <a:gd name="T28" fmla="*/ 267 w 447"/>
                <a:gd name="T29" fmla="*/ 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7" h="451">
                  <a:moveTo>
                    <a:pt x="267" y="0"/>
                  </a:moveTo>
                  <a:cubicBezTo>
                    <a:pt x="216" y="0"/>
                    <a:pt x="158" y="24"/>
                    <a:pt x="122" y="71"/>
                  </a:cubicBezTo>
                  <a:cubicBezTo>
                    <a:pt x="122" y="71"/>
                    <a:pt x="122" y="71"/>
                    <a:pt x="122" y="71"/>
                  </a:cubicBezTo>
                  <a:cubicBezTo>
                    <a:pt x="122" y="71"/>
                    <a:pt x="122" y="71"/>
                    <a:pt x="122" y="71"/>
                  </a:cubicBezTo>
                  <a:cubicBezTo>
                    <a:pt x="122" y="8"/>
                    <a:pt x="122" y="8"/>
                    <a:pt x="122" y="8"/>
                  </a:cubicBezTo>
                  <a:cubicBezTo>
                    <a:pt x="0" y="8"/>
                    <a:pt x="0" y="8"/>
                    <a:pt x="0" y="8"/>
                  </a:cubicBezTo>
                  <a:cubicBezTo>
                    <a:pt x="0" y="451"/>
                    <a:pt x="0" y="451"/>
                    <a:pt x="0" y="451"/>
                  </a:cubicBezTo>
                  <a:cubicBezTo>
                    <a:pt x="122" y="451"/>
                    <a:pt x="122" y="451"/>
                    <a:pt x="122" y="451"/>
                  </a:cubicBezTo>
                  <a:cubicBezTo>
                    <a:pt x="122" y="199"/>
                    <a:pt x="122" y="199"/>
                    <a:pt x="122" y="199"/>
                  </a:cubicBezTo>
                  <a:cubicBezTo>
                    <a:pt x="122" y="153"/>
                    <a:pt x="157" y="105"/>
                    <a:pt x="222" y="105"/>
                  </a:cubicBezTo>
                  <a:cubicBezTo>
                    <a:pt x="273" y="105"/>
                    <a:pt x="325" y="140"/>
                    <a:pt x="325" y="199"/>
                  </a:cubicBezTo>
                  <a:cubicBezTo>
                    <a:pt x="325" y="451"/>
                    <a:pt x="325" y="451"/>
                    <a:pt x="325" y="451"/>
                  </a:cubicBezTo>
                  <a:cubicBezTo>
                    <a:pt x="447" y="451"/>
                    <a:pt x="447" y="451"/>
                    <a:pt x="447" y="451"/>
                  </a:cubicBezTo>
                  <a:cubicBezTo>
                    <a:pt x="447" y="176"/>
                    <a:pt x="447" y="176"/>
                    <a:pt x="447" y="176"/>
                  </a:cubicBezTo>
                  <a:cubicBezTo>
                    <a:pt x="447" y="74"/>
                    <a:pt x="374" y="0"/>
                    <a:pt x="26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4" name="Freeform 42"/>
            <p:cNvSpPr>
              <a:spLocks/>
            </p:cNvSpPr>
            <p:nvPr userDrawn="1"/>
          </p:nvSpPr>
          <p:spPr bwMode="auto">
            <a:xfrm>
              <a:off x="7091363" y="3040063"/>
              <a:ext cx="1069975" cy="957263"/>
            </a:xfrm>
            <a:custGeom>
              <a:avLst/>
              <a:gdLst>
                <a:gd name="T0" fmla="*/ 486 w 674"/>
                <a:gd name="T1" fmla="*/ 0 h 603"/>
                <a:gd name="T2" fmla="*/ 337 w 674"/>
                <a:gd name="T3" fmla="*/ 411 h 603"/>
                <a:gd name="T4" fmla="*/ 188 w 674"/>
                <a:gd name="T5" fmla="*/ 0 h 603"/>
                <a:gd name="T6" fmla="*/ 0 w 674"/>
                <a:gd name="T7" fmla="*/ 0 h 603"/>
                <a:gd name="T8" fmla="*/ 246 w 674"/>
                <a:gd name="T9" fmla="*/ 603 h 603"/>
                <a:gd name="T10" fmla="*/ 428 w 674"/>
                <a:gd name="T11" fmla="*/ 603 h 603"/>
                <a:gd name="T12" fmla="*/ 674 w 674"/>
                <a:gd name="T13" fmla="*/ 0 h 603"/>
                <a:gd name="T14" fmla="*/ 486 w 674"/>
                <a:gd name="T15" fmla="*/ 0 h 6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4" h="603">
                  <a:moveTo>
                    <a:pt x="486" y="0"/>
                  </a:moveTo>
                  <a:lnTo>
                    <a:pt x="337" y="411"/>
                  </a:lnTo>
                  <a:lnTo>
                    <a:pt x="188" y="0"/>
                  </a:lnTo>
                  <a:lnTo>
                    <a:pt x="0" y="0"/>
                  </a:lnTo>
                  <a:lnTo>
                    <a:pt x="246" y="603"/>
                  </a:lnTo>
                  <a:lnTo>
                    <a:pt x="428" y="603"/>
                  </a:lnTo>
                  <a:lnTo>
                    <a:pt x="674" y="0"/>
                  </a:lnTo>
                  <a:lnTo>
                    <a:pt x="48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5" name="Freeform 43"/>
            <p:cNvSpPr>
              <a:spLocks noEditPoints="1"/>
            </p:cNvSpPr>
            <p:nvPr userDrawn="1"/>
          </p:nvSpPr>
          <p:spPr bwMode="auto">
            <a:xfrm>
              <a:off x="3949701" y="3022600"/>
              <a:ext cx="998538" cy="992188"/>
            </a:xfrm>
            <a:custGeom>
              <a:avLst/>
              <a:gdLst>
                <a:gd name="T0" fmla="*/ 378 w 464"/>
                <a:gd name="T1" fmla="*/ 315 h 459"/>
                <a:gd name="T2" fmla="*/ 250 w 464"/>
                <a:gd name="T3" fmla="*/ 362 h 459"/>
                <a:gd name="T4" fmla="*/ 152 w 464"/>
                <a:gd name="T5" fmla="*/ 326 h 459"/>
                <a:gd name="T6" fmla="*/ 464 w 464"/>
                <a:gd name="T7" fmla="*/ 197 h 459"/>
                <a:gd name="T8" fmla="*/ 410 w 464"/>
                <a:gd name="T9" fmla="*/ 73 h 459"/>
                <a:gd name="T10" fmla="*/ 235 w 464"/>
                <a:gd name="T11" fmla="*/ 0 h 459"/>
                <a:gd name="T12" fmla="*/ 0 w 464"/>
                <a:gd name="T13" fmla="*/ 229 h 459"/>
                <a:gd name="T14" fmla="*/ 249 w 464"/>
                <a:gd name="T15" fmla="*/ 459 h 459"/>
                <a:gd name="T16" fmla="*/ 455 w 464"/>
                <a:gd name="T17" fmla="*/ 374 h 459"/>
                <a:gd name="T18" fmla="*/ 378 w 464"/>
                <a:gd name="T19" fmla="*/ 315 h 459"/>
                <a:gd name="T20" fmla="*/ 144 w 464"/>
                <a:gd name="T21" fmla="*/ 141 h 459"/>
                <a:gd name="T22" fmla="*/ 237 w 464"/>
                <a:gd name="T23" fmla="*/ 97 h 459"/>
                <a:gd name="T24" fmla="*/ 332 w 464"/>
                <a:gd name="T25" fmla="*/ 159 h 459"/>
                <a:gd name="T26" fmla="*/ 119 w 464"/>
                <a:gd name="T27" fmla="*/ 247 h 459"/>
                <a:gd name="T28" fmla="*/ 144 w 464"/>
                <a:gd name="T29" fmla="*/ 141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4" h="459">
                  <a:moveTo>
                    <a:pt x="378" y="315"/>
                  </a:moveTo>
                  <a:cubicBezTo>
                    <a:pt x="326" y="353"/>
                    <a:pt x="297" y="362"/>
                    <a:pt x="250" y="362"/>
                  </a:cubicBezTo>
                  <a:cubicBezTo>
                    <a:pt x="208" y="362"/>
                    <a:pt x="176" y="349"/>
                    <a:pt x="152" y="326"/>
                  </a:cubicBezTo>
                  <a:cubicBezTo>
                    <a:pt x="464" y="197"/>
                    <a:pt x="464" y="197"/>
                    <a:pt x="464" y="197"/>
                  </a:cubicBezTo>
                  <a:cubicBezTo>
                    <a:pt x="457" y="149"/>
                    <a:pt x="439" y="106"/>
                    <a:pt x="410" y="73"/>
                  </a:cubicBezTo>
                  <a:cubicBezTo>
                    <a:pt x="370" y="25"/>
                    <a:pt x="309" y="0"/>
                    <a:pt x="235" y="0"/>
                  </a:cubicBezTo>
                  <a:cubicBezTo>
                    <a:pt x="101" y="0"/>
                    <a:pt x="0" y="99"/>
                    <a:pt x="0" y="229"/>
                  </a:cubicBezTo>
                  <a:cubicBezTo>
                    <a:pt x="0" y="363"/>
                    <a:pt x="102" y="459"/>
                    <a:pt x="249" y="459"/>
                  </a:cubicBezTo>
                  <a:cubicBezTo>
                    <a:pt x="331" y="459"/>
                    <a:pt x="415" y="420"/>
                    <a:pt x="455" y="374"/>
                  </a:cubicBezTo>
                  <a:lnTo>
                    <a:pt x="378" y="315"/>
                  </a:lnTo>
                  <a:close/>
                  <a:moveTo>
                    <a:pt x="144" y="141"/>
                  </a:moveTo>
                  <a:cubicBezTo>
                    <a:pt x="165" y="113"/>
                    <a:pt x="198" y="97"/>
                    <a:pt x="237" y="97"/>
                  </a:cubicBezTo>
                  <a:cubicBezTo>
                    <a:pt x="281" y="97"/>
                    <a:pt x="315" y="122"/>
                    <a:pt x="332" y="159"/>
                  </a:cubicBezTo>
                  <a:cubicBezTo>
                    <a:pt x="119" y="247"/>
                    <a:pt x="119" y="247"/>
                    <a:pt x="119" y="247"/>
                  </a:cubicBezTo>
                  <a:cubicBezTo>
                    <a:pt x="113" y="202"/>
                    <a:pt x="125" y="167"/>
                    <a:pt x="144" y="14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6" name="Freeform 44"/>
            <p:cNvSpPr>
              <a:spLocks/>
            </p:cNvSpPr>
            <p:nvPr userDrawn="1"/>
          </p:nvSpPr>
          <p:spPr bwMode="auto">
            <a:xfrm>
              <a:off x="3065463" y="2752725"/>
              <a:ext cx="860425" cy="1244600"/>
            </a:xfrm>
            <a:custGeom>
              <a:avLst/>
              <a:gdLst>
                <a:gd name="T0" fmla="*/ 542 w 542"/>
                <a:gd name="T1" fmla="*/ 632 h 784"/>
                <a:gd name="T2" fmla="*/ 166 w 542"/>
                <a:gd name="T3" fmla="*/ 632 h 784"/>
                <a:gd name="T4" fmla="*/ 166 w 542"/>
                <a:gd name="T5" fmla="*/ 0 h 784"/>
                <a:gd name="T6" fmla="*/ 0 w 542"/>
                <a:gd name="T7" fmla="*/ 0 h 784"/>
                <a:gd name="T8" fmla="*/ 0 w 542"/>
                <a:gd name="T9" fmla="*/ 784 h 784"/>
                <a:gd name="T10" fmla="*/ 542 w 542"/>
                <a:gd name="T11" fmla="*/ 784 h 784"/>
                <a:gd name="T12" fmla="*/ 542 w 542"/>
                <a:gd name="T13" fmla="*/ 632 h 784"/>
              </a:gdLst>
              <a:ahLst/>
              <a:cxnLst>
                <a:cxn ang="0">
                  <a:pos x="T0" y="T1"/>
                </a:cxn>
                <a:cxn ang="0">
                  <a:pos x="T2" y="T3"/>
                </a:cxn>
                <a:cxn ang="0">
                  <a:pos x="T4" y="T5"/>
                </a:cxn>
                <a:cxn ang="0">
                  <a:pos x="T6" y="T7"/>
                </a:cxn>
                <a:cxn ang="0">
                  <a:pos x="T8" y="T9"/>
                </a:cxn>
                <a:cxn ang="0">
                  <a:pos x="T10" y="T11"/>
                </a:cxn>
                <a:cxn ang="0">
                  <a:pos x="T12" y="T13"/>
                </a:cxn>
              </a:cxnLst>
              <a:rect l="0" t="0" r="r" b="b"/>
              <a:pathLst>
                <a:path w="542" h="784">
                  <a:moveTo>
                    <a:pt x="542" y="632"/>
                  </a:moveTo>
                  <a:lnTo>
                    <a:pt x="166" y="632"/>
                  </a:lnTo>
                  <a:lnTo>
                    <a:pt x="166" y="0"/>
                  </a:lnTo>
                  <a:lnTo>
                    <a:pt x="0" y="0"/>
                  </a:lnTo>
                  <a:lnTo>
                    <a:pt x="0" y="784"/>
                  </a:lnTo>
                  <a:lnTo>
                    <a:pt x="542" y="784"/>
                  </a:lnTo>
                  <a:lnTo>
                    <a:pt x="542" y="6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7" name="Freeform 45"/>
            <p:cNvSpPr>
              <a:spLocks noEditPoints="1"/>
            </p:cNvSpPr>
            <p:nvPr userDrawn="1"/>
          </p:nvSpPr>
          <p:spPr bwMode="auto">
            <a:xfrm>
              <a:off x="8121651" y="3022600"/>
              <a:ext cx="1025525" cy="992188"/>
            </a:xfrm>
            <a:custGeom>
              <a:avLst/>
              <a:gdLst>
                <a:gd name="T0" fmla="*/ 238 w 477"/>
                <a:gd name="T1" fmla="*/ 459 h 459"/>
                <a:gd name="T2" fmla="*/ 0 w 477"/>
                <a:gd name="T3" fmla="*/ 229 h 459"/>
                <a:gd name="T4" fmla="*/ 239 w 477"/>
                <a:gd name="T5" fmla="*/ 0 h 459"/>
                <a:gd name="T6" fmla="*/ 477 w 477"/>
                <a:gd name="T7" fmla="*/ 229 h 459"/>
                <a:gd name="T8" fmla="*/ 238 w 477"/>
                <a:gd name="T9" fmla="*/ 459 h 459"/>
                <a:gd name="T10" fmla="*/ 238 w 477"/>
                <a:gd name="T11" fmla="*/ 105 h 459"/>
                <a:gd name="T12" fmla="*/ 120 w 477"/>
                <a:gd name="T13" fmla="*/ 229 h 459"/>
                <a:gd name="T14" fmla="*/ 239 w 477"/>
                <a:gd name="T15" fmla="*/ 354 h 459"/>
                <a:gd name="T16" fmla="*/ 357 w 477"/>
                <a:gd name="T17" fmla="*/ 229 h 459"/>
                <a:gd name="T18" fmla="*/ 238 w 477"/>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459">
                  <a:moveTo>
                    <a:pt x="238" y="459"/>
                  </a:moveTo>
                  <a:cubicBezTo>
                    <a:pt x="105" y="459"/>
                    <a:pt x="0" y="359"/>
                    <a:pt x="0" y="229"/>
                  </a:cubicBezTo>
                  <a:cubicBezTo>
                    <a:pt x="0" y="101"/>
                    <a:pt x="105" y="0"/>
                    <a:pt x="239" y="0"/>
                  </a:cubicBezTo>
                  <a:cubicBezTo>
                    <a:pt x="372" y="0"/>
                    <a:pt x="477" y="99"/>
                    <a:pt x="477" y="229"/>
                  </a:cubicBezTo>
                  <a:cubicBezTo>
                    <a:pt x="477" y="358"/>
                    <a:pt x="372" y="459"/>
                    <a:pt x="238" y="459"/>
                  </a:cubicBezTo>
                  <a:moveTo>
                    <a:pt x="238" y="105"/>
                  </a:moveTo>
                  <a:cubicBezTo>
                    <a:pt x="170" y="105"/>
                    <a:pt x="120" y="156"/>
                    <a:pt x="120" y="229"/>
                  </a:cubicBezTo>
                  <a:cubicBezTo>
                    <a:pt x="120" y="299"/>
                    <a:pt x="173" y="354"/>
                    <a:pt x="239" y="354"/>
                  </a:cubicBezTo>
                  <a:cubicBezTo>
                    <a:pt x="307" y="354"/>
                    <a:pt x="357" y="301"/>
                    <a:pt x="357" y="229"/>
                  </a:cubicBezTo>
                  <a:cubicBezTo>
                    <a:pt x="357" y="159"/>
                    <a:pt x="304" y="105"/>
                    <a:pt x="238"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8" name="Freeform 46"/>
            <p:cNvSpPr>
              <a:spLocks noEditPoints="1"/>
            </p:cNvSpPr>
            <p:nvPr userDrawn="1"/>
          </p:nvSpPr>
          <p:spPr bwMode="auto">
            <a:xfrm>
              <a:off x="6105526" y="3022600"/>
              <a:ext cx="1023938" cy="992188"/>
            </a:xfrm>
            <a:custGeom>
              <a:avLst/>
              <a:gdLst>
                <a:gd name="T0" fmla="*/ 237 w 476"/>
                <a:gd name="T1" fmla="*/ 459 h 459"/>
                <a:gd name="T2" fmla="*/ 0 w 476"/>
                <a:gd name="T3" fmla="*/ 229 h 459"/>
                <a:gd name="T4" fmla="*/ 239 w 476"/>
                <a:gd name="T5" fmla="*/ 0 h 459"/>
                <a:gd name="T6" fmla="*/ 476 w 476"/>
                <a:gd name="T7" fmla="*/ 229 h 459"/>
                <a:gd name="T8" fmla="*/ 237 w 476"/>
                <a:gd name="T9" fmla="*/ 459 h 459"/>
                <a:gd name="T10" fmla="*/ 237 w 476"/>
                <a:gd name="T11" fmla="*/ 105 h 459"/>
                <a:gd name="T12" fmla="*/ 120 w 476"/>
                <a:gd name="T13" fmla="*/ 229 h 459"/>
                <a:gd name="T14" fmla="*/ 239 w 476"/>
                <a:gd name="T15" fmla="*/ 354 h 459"/>
                <a:gd name="T16" fmla="*/ 356 w 476"/>
                <a:gd name="T17" fmla="*/ 229 h 459"/>
                <a:gd name="T18" fmla="*/ 237 w 476"/>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 h="459">
                  <a:moveTo>
                    <a:pt x="237" y="459"/>
                  </a:moveTo>
                  <a:cubicBezTo>
                    <a:pt x="104" y="459"/>
                    <a:pt x="0" y="359"/>
                    <a:pt x="0" y="229"/>
                  </a:cubicBezTo>
                  <a:cubicBezTo>
                    <a:pt x="0" y="101"/>
                    <a:pt x="105" y="0"/>
                    <a:pt x="239" y="0"/>
                  </a:cubicBezTo>
                  <a:cubicBezTo>
                    <a:pt x="372" y="0"/>
                    <a:pt x="476" y="99"/>
                    <a:pt x="476" y="229"/>
                  </a:cubicBezTo>
                  <a:cubicBezTo>
                    <a:pt x="476" y="358"/>
                    <a:pt x="371" y="459"/>
                    <a:pt x="237" y="459"/>
                  </a:cubicBezTo>
                  <a:moveTo>
                    <a:pt x="237" y="105"/>
                  </a:moveTo>
                  <a:cubicBezTo>
                    <a:pt x="169" y="105"/>
                    <a:pt x="120" y="156"/>
                    <a:pt x="120" y="229"/>
                  </a:cubicBezTo>
                  <a:cubicBezTo>
                    <a:pt x="120" y="299"/>
                    <a:pt x="172" y="354"/>
                    <a:pt x="239" y="354"/>
                  </a:cubicBezTo>
                  <a:cubicBezTo>
                    <a:pt x="307" y="354"/>
                    <a:pt x="356" y="301"/>
                    <a:pt x="356" y="229"/>
                  </a:cubicBezTo>
                  <a:cubicBezTo>
                    <a:pt x="356" y="159"/>
                    <a:pt x="304" y="105"/>
                    <a:pt x="237"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1310734980"/>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
    <p:bg>
      <p:bgPr>
        <a:solidFill>
          <a:schemeClr val="tx1"/>
        </a:solidFill>
        <a:effectLst/>
      </p:bgPr>
    </p:bg>
    <p:spTree>
      <p:nvGrpSpPr>
        <p:cNvPr id="1" name=""/>
        <p:cNvGrpSpPr/>
        <p:nvPr/>
      </p:nvGrpSpPr>
      <p:grpSpPr>
        <a:xfrm>
          <a:off x="0" y="0"/>
          <a:ext cx="0" cy="0"/>
          <a:chOff x="0" y="0"/>
          <a:chExt cx="0" cy="0"/>
        </a:xfrm>
      </p:grpSpPr>
      <p:sp>
        <p:nvSpPr>
          <p:cNvPr id="46" name="Title 16"/>
          <p:cNvSpPr>
            <a:spLocks noGrp="1"/>
          </p:cNvSpPr>
          <p:nvPr>
            <p:ph type="title" hasCustomPrompt="1"/>
          </p:nvPr>
        </p:nvSpPr>
        <p:spPr bwMode="gray">
          <a:xfrm>
            <a:off x="548782" y="1391544"/>
            <a:ext cx="9960410" cy="2405203"/>
          </a:xfrm>
          <a:prstGeom prst="rect">
            <a:avLst/>
          </a:prstGeom>
        </p:spPr>
        <p:txBody>
          <a:bodyPr lIns="0" tIns="0" rIns="0" bIns="0" anchor="b" anchorCtr="0"/>
          <a:lstStyle>
            <a:lvl1pPr marL="0" algn="l" defTabSz="1218987" rtl="0" eaLnBrk="1" latinLnBrk="0" hangingPunct="1">
              <a:lnSpc>
                <a:spcPts val="5000"/>
              </a:lnSpc>
              <a:spcBef>
                <a:spcPct val="0"/>
              </a:spcBef>
              <a:buNone/>
              <a:defRPr lang="en-US" sz="6000" b="1" kern="1200" cap="none" spc="-150" baseline="0" dirty="0">
                <a:solidFill>
                  <a:schemeClr val="bg1"/>
                </a:solidFill>
                <a:latin typeface="Arial" pitchFamily="34" charset="0"/>
                <a:ea typeface="+mn-ea"/>
                <a:cs typeface="Arial" pitchFamily="34" charset="0"/>
              </a:defRPr>
            </a:lvl1pPr>
          </a:lstStyle>
          <a:p>
            <a:r>
              <a:rPr lang="en-US" dirty="0"/>
              <a:t>Section header</a:t>
            </a:r>
          </a:p>
        </p:txBody>
      </p:sp>
      <p:sp>
        <p:nvSpPr>
          <p:cNvPr id="11" name="Text Placeholder 2"/>
          <p:cNvSpPr>
            <a:spLocks noGrp="1"/>
          </p:cNvSpPr>
          <p:nvPr>
            <p:ph type="body" idx="1" hasCustomPrompt="1"/>
          </p:nvPr>
        </p:nvSpPr>
        <p:spPr bwMode="white">
          <a:xfrm>
            <a:off x="548783" y="3999750"/>
            <a:ext cx="9960410" cy="462018"/>
          </a:xfrm>
          <a:prstGeom prst="rect">
            <a:avLst/>
          </a:prstGeom>
        </p:spPr>
        <p:txBody>
          <a:bodyPr lIns="0" tIns="0" rIns="0" bIns="0"/>
          <a:lstStyle>
            <a:lvl1pPr marL="0" indent="0">
              <a:lnSpc>
                <a:spcPts val="2400"/>
              </a:lnSpc>
              <a:spcBef>
                <a:spcPts val="0"/>
              </a:spcBef>
              <a:buNone/>
              <a:defRPr sz="2500" spc="0" baseline="0">
                <a:solidFill>
                  <a:schemeClr val="accent4"/>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Subhead here</a:t>
            </a:r>
          </a:p>
        </p:txBody>
      </p:sp>
      <p:sp>
        <p:nvSpPr>
          <p:cNvPr id="5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5" name="TextBox 74"/>
          <p:cNvSpPr txBox="1"/>
          <p:nvPr userDrawn="1"/>
        </p:nvSpPr>
        <p:spPr>
          <a:xfrm>
            <a:off x="548783"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76" name="Group 75"/>
          <p:cNvGrpSpPr/>
          <p:nvPr userDrawn="1"/>
        </p:nvGrpSpPr>
        <p:grpSpPr>
          <a:xfrm rot="16200000">
            <a:off x="10157004" y="2415658"/>
            <a:ext cx="3049041" cy="1020953"/>
            <a:chOff x="2374901" y="2184400"/>
            <a:chExt cx="7435850" cy="2489200"/>
          </a:xfrm>
        </p:grpSpPr>
        <p:sp>
          <p:nvSpPr>
            <p:cNvPr id="77" name="Rectangle 5"/>
            <p:cNvSpPr>
              <a:spLocks noChangeArrowheads="1"/>
            </p:cNvSpPr>
            <p:nvPr userDrawn="1"/>
          </p:nvSpPr>
          <p:spPr bwMode="auto">
            <a:xfrm>
              <a:off x="2374901" y="34290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8" name="Rectangle 6"/>
            <p:cNvSpPr>
              <a:spLocks noChangeArrowheads="1"/>
            </p:cNvSpPr>
            <p:nvPr userDrawn="1"/>
          </p:nvSpPr>
          <p:spPr bwMode="auto">
            <a:xfrm>
              <a:off x="3613151" y="3429000"/>
              <a:ext cx="1239838" cy="1244600"/>
            </a:xfrm>
            <a:prstGeom prst="rect">
              <a:avLst/>
            </a:prstGeom>
            <a:solidFill>
              <a:srgbClr val="498B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9" name="Rectangle 7"/>
            <p:cNvSpPr>
              <a:spLocks noChangeArrowheads="1"/>
            </p:cNvSpPr>
            <p:nvPr userDrawn="1"/>
          </p:nvSpPr>
          <p:spPr bwMode="auto">
            <a:xfrm>
              <a:off x="4852988" y="3429000"/>
              <a:ext cx="1239838" cy="1244600"/>
            </a:xfrm>
            <a:prstGeom prst="rect">
              <a:avLst/>
            </a:prstGeom>
            <a:solidFill>
              <a:srgbClr val="E747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0" name="Rectangle 8"/>
            <p:cNvSpPr>
              <a:spLocks noChangeArrowheads="1"/>
            </p:cNvSpPr>
            <p:nvPr userDrawn="1"/>
          </p:nvSpPr>
          <p:spPr bwMode="auto">
            <a:xfrm>
              <a:off x="6092826" y="34290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1" name="Rectangle 9"/>
            <p:cNvSpPr>
              <a:spLocks noChangeArrowheads="1"/>
            </p:cNvSpPr>
            <p:nvPr userDrawn="1"/>
          </p:nvSpPr>
          <p:spPr bwMode="auto">
            <a:xfrm>
              <a:off x="7331076" y="34290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2" name="Rectangle 10"/>
            <p:cNvSpPr>
              <a:spLocks noChangeArrowheads="1"/>
            </p:cNvSpPr>
            <p:nvPr userDrawn="1"/>
          </p:nvSpPr>
          <p:spPr bwMode="auto">
            <a:xfrm>
              <a:off x="8570913" y="34290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3" name="Rectangle 11"/>
            <p:cNvSpPr>
              <a:spLocks noChangeArrowheads="1"/>
            </p:cNvSpPr>
            <p:nvPr userDrawn="1"/>
          </p:nvSpPr>
          <p:spPr bwMode="auto">
            <a:xfrm>
              <a:off x="2374901" y="21844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4" name="Rectangle 12"/>
            <p:cNvSpPr>
              <a:spLocks noChangeArrowheads="1"/>
            </p:cNvSpPr>
            <p:nvPr userDrawn="1"/>
          </p:nvSpPr>
          <p:spPr bwMode="auto">
            <a:xfrm>
              <a:off x="3613151"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5" name="Rectangle 13"/>
            <p:cNvSpPr>
              <a:spLocks noChangeArrowheads="1"/>
            </p:cNvSpPr>
            <p:nvPr userDrawn="1"/>
          </p:nvSpPr>
          <p:spPr bwMode="auto">
            <a:xfrm>
              <a:off x="4852988" y="21844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6" name="Rectangle 14"/>
            <p:cNvSpPr>
              <a:spLocks noChangeArrowheads="1"/>
            </p:cNvSpPr>
            <p:nvPr userDrawn="1"/>
          </p:nvSpPr>
          <p:spPr bwMode="auto">
            <a:xfrm>
              <a:off x="6092826" y="21844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7" name="Rectangle 15"/>
            <p:cNvSpPr>
              <a:spLocks noChangeArrowheads="1"/>
            </p:cNvSpPr>
            <p:nvPr userDrawn="1"/>
          </p:nvSpPr>
          <p:spPr bwMode="auto">
            <a:xfrm>
              <a:off x="7331076"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8" name="Rectangle 16"/>
            <p:cNvSpPr>
              <a:spLocks noChangeArrowheads="1"/>
            </p:cNvSpPr>
            <p:nvPr userDrawn="1"/>
          </p:nvSpPr>
          <p:spPr bwMode="auto">
            <a:xfrm>
              <a:off x="8570913" y="2184400"/>
              <a:ext cx="1239838" cy="1244600"/>
            </a:xfrm>
            <a:prstGeom prst="rect">
              <a:avLst/>
            </a:prstGeom>
            <a:solidFill>
              <a:srgbClr val="7F58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9" name="Freeform 17"/>
            <p:cNvSpPr>
              <a:spLocks/>
            </p:cNvSpPr>
            <p:nvPr userDrawn="1"/>
          </p:nvSpPr>
          <p:spPr bwMode="auto">
            <a:xfrm>
              <a:off x="7331076" y="2184400"/>
              <a:ext cx="1239838" cy="1244600"/>
            </a:xfrm>
            <a:custGeom>
              <a:avLst/>
              <a:gdLst>
                <a:gd name="T0" fmla="*/ 0 w 781"/>
                <a:gd name="T1" fmla="*/ 784 h 784"/>
                <a:gd name="T2" fmla="*/ 0 w 781"/>
                <a:gd name="T3" fmla="*/ 784 h 784"/>
                <a:gd name="T4" fmla="*/ 781 w 781"/>
                <a:gd name="T5" fmla="*/ 784 h 784"/>
                <a:gd name="T6" fmla="*/ 781 w 781"/>
                <a:gd name="T7" fmla="*/ 0 h 784"/>
                <a:gd name="T8" fmla="*/ 781 w 781"/>
                <a:gd name="T9" fmla="*/ 0 h 784"/>
                <a:gd name="T10" fmla="*/ 0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0" y="784"/>
                  </a:moveTo>
                  <a:lnTo>
                    <a:pt x="0" y="784"/>
                  </a:lnTo>
                  <a:lnTo>
                    <a:pt x="781" y="784"/>
                  </a:lnTo>
                  <a:lnTo>
                    <a:pt x="781" y="0"/>
                  </a:lnTo>
                  <a:lnTo>
                    <a:pt x="781" y="0"/>
                  </a:lnTo>
                  <a:lnTo>
                    <a:pt x="0" y="784"/>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0" name="Freeform 18"/>
            <p:cNvSpPr>
              <a:spLocks/>
            </p:cNvSpPr>
            <p:nvPr userDrawn="1"/>
          </p:nvSpPr>
          <p:spPr bwMode="auto">
            <a:xfrm>
              <a:off x="7331076" y="2184400"/>
              <a:ext cx="620713" cy="622300"/>
            </a:xfrm>
            <a:custGeom>
              <a:avLst/>
              <a:gdLst>
                <a:gd name="T0" fmla="*/ 391 w 391"/>
                <a:gd name="T1" fmla="*/ 0 h 392"/>
                <a:gd name="T2" fmla="*/ 391 w 391"/>
                <a:gd name="T3" fmla="*/ 0 h 392"/>
                <a:gd name="T4" fmla="*/ 0 w 391"/>
                <a:gd name="T5" fmla="*/ 0 h 392"/>
                <a:gd name="T6" fmla="*/ 0 w 391"/>
                <a:gd name="T7" fmla="*/ 392 h 392"/>
                <a:gd name="T8" fmla="*/ 0 w 391"/>
                <a:gd name="T9" fmla="*/ 392 h 392"/>
                <a:gd name="T10" fmla="*/ 391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391" y="0"/>
                  </a:moveTo>
                  <a:lnTo>
                    <a:pt x="391" y="0"/>
                  </a:lnTo>
                  <a:lnTo>
                    <a:pt x="0" y="0"/>
                  </a:lnTo>
                  <a:lnTo>
                    <a:pt x="0" y="392"/>
                  </a:lnTo>
                  <a:lnTo>
                    <a:pt x="0" y="392"/>
                  </a:lnTo>
                  <a:lnTo>
                    <a:pt x="391" y="0"/>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1" name="Freeform 19"/>
            <p:cNvSpPr>
              <a:spLocks/>
            </p:cNvSpPr>
            <p:nvPr userDrawn="1"/>
          </p:nvSpPr>
          <p:spPr bwMode="auto">
            <a:xfrm>
              <a:off x="2374901" y="2184400"/>
              <a:ext cx="1238250" cy="1244600"/>
            </a:xfrm>
            <a:custGeom>
              <a:avLst/>
              <a:gdLst>
                <a:gd name="T0" fmla="*/ 0 w 780"/>
                <a:gd name="T1" fmla="*/ 784 h 784"/>
                <a:gd name="T2" fmla="*/ 0 w 780"/>
                <a:gd name="T3" fmla="*/ 784 h 784"/>
                <a:gd name="T4" fmla="*/ 0 w 780"/>
                <a:gd name="T5" fmla="*/ 0 h 784"/>
                <a:gd name="T6" fmla="*/ 780 w 780"/>
                <a:gd name="T7" fmla="*/ 0 h 784"/>
                <a:gd name="T8" fmla="*/ 780 w 780"/>
                <a:gd name="T9" fmla="*/ 0 h 784"/>
                <a:gd name="T10" fmla="*/ 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0" y="784"/>
                  </a:moveTo>
                  <a:lnTo>
                    <a:pt x="0" y="784"/>
                  </a:lnTo>
                  <a:lnTo>
                    <a:pt x="0" y="0"/>
                  </a:lnTo>
                  <a:lnTo>
                    <a:pt x="780" y="0"/>
                  </a:lnTo>
                  <a:lnTo>
                    <a:pt x="780" y="0"/>
                  </a:lnTo>
                  <a:lnTo>
                    <a:pt x="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2" name="Freeform 20"/>
            <p:cNvSpPr>
              <a:spLocks/>
            </p:cNvSpPr>
            <p:nvPr userDrawn="1"/>
          </p:nvSpPr>
          <p:spPr bwMode="auto">
            <a:xfrm>
              <a:off x="2994026" y="2806700"/>
              <a:ext cx="619125" cy="622300"/>
            </a:xfrm>
            <a:custGeom>
              <a:avLst/>
              <a:gdLst>
                <a:gd name="T0" fmla="*/ 390 w 390"/>
                <a:gd name="T1" fmla="*/ 0 h 392"/>
                <a:gd name="T2" fmla="*/ 390 w 390"/>
                <a:gd name="T3" fmla="*/ 0 h 392"/>
                <a:gd name="T4" fmla="*/ 390 w 390"/>
                <a:gd name="T5" fmla="*/ 392 h 392"/>
                <a:gd name="T6" fmla="*/ 0 w 390"/>
                <a:gd name="T7" fmla="*/ 392 h 392"/>
                <a:gd name="T8" fmla="*/ 0 w 390"/>
                <a:gd name="T9" fmla="*/ 392 h 392"/>
                <a:gd name="T10" fmla="*/ 39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390" y="0"/>
                  </a:moveTo>
                  <a:lnTo>
                    <a:pt x="390" y="0"/>
                  </a:lnTo>
                  <a:lnTo>
                    <a:pt x="390" y="392"/>
                  </a:lnTo>
                  <a:lnTo>
                    <a:pt x="0" y="392"/>
                  </a:lnTo>
                  <a:lnTo>
                    <a:pt x="0" y="392"/>
                  </a:lnTo>
                  <a:lnTo>
                    <a:pt x="39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3" name="Freeform 21"/>
            <p:cNvSpPr>
              <a:spLocks/>
            </p:cNvSpPr>
            <p:nvPr userDrawn="1"/>
          </p:nvSpPr>
          <p:spPr bwMode="auto">
            <a:xfrm>
              <a:off x="3613151" y="3429000"/>
              <a:ext cx="1239838" cy="1244600"/>
            </a:xfrm>
            <a:custGeom>
              <a:avLst/>
              <a:gdLst>
                <a:gd name="T0" fmla="*/ 0 w 781"/>
                <a:gd name="T1" fmla="*/ 0 h 784"/>
                <a:gd name="T2" fmla="*/ 0 w 781"/>
                <a:gd name="T3" fmla="*/ 0 h 784"/>
                <a:gd name="T4" fmla="*/ 781 w 781"/>
                <a:gd name="T5" fmla="*/ 0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781" y="0"/>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4" name="Freeform 22"/>
            <p:cNvSpPr>
              <a:spLocks/>
            </p:cNvSpPr>
            <p:nvPr userDrawn="1"/>
          </p:nvSpPr>
          <p:spPr bwMode="auto">
            <a:xfrm>
              <a:off x="3613151" y="4051300"/>
              <a:ext cx="620713" cy="622300"/>
            </a:xfrm>
            <a:custGeom>
              <a:avLst/>
              <a:gdLst>
                <a:gd name="T0" fmla="*/ 391 w 391"/>
                <a:gd name="T1" fmla="*/ 392 h 392"/>
                <a:gd name="T2" fmla="*/ 391 w 391"/>
                <a:gd name="T3" fmla="*/ 392 h 392"/>
                <a:gd name="T4" fmla="*/ 0 w 391"/>
                <a:gd name="T5" fmla="*/ 392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0" y="392"/>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5" name="Freeform 23"/>
            <p:cNvSpPr>
              <a:spLocks/>
            </p:cNvSpPr>
            <p:nvPr userDrawn="1"/>
          </p:nvSpPr>
          <p:spPr bwMode="auto">
            <a:xfrm>
              <a:off x="6092826" y="2184400"/>
              <a:ext cx="619125" cy="1244600"/>
            </a:xfrm>
            <a:custGeom>
              <a:avLst/>
              <a:gdLst>
                <a:gd name="T0" fmla="*/ 288 w 288"/>
                <a:gd name="T1" fmla="*/ 288 h 576"/>
                <a:gd name="T2" fmla="*/ 0 w 288"/>
                <a:gd name="T3" fmla="*/ 576 h 576"/>
                <a:gd name="T4" fmla="*/ 0 w 288"/>
                <a:gd name="T5" fmla="*/ 0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447"/>
                    <a:pt x="159" y="576"/>
                    <a:pt x="0" y="576"/>
                  </a:cubicBezTo>
                  <a:cubicBezTo>
                    <a:pt x="0" y="0"/>
                    <a:pt x="0" y="0"/>
                    <a:pt x="0" y="0"/>
                  </a:cubicBezTo>
                  <a:cubicBezTo>
                    <a:pt x="159" y="0"/>
                    <a:pt x="288" y="129"/>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6" name="Freeform 24"/>
            <p:cNvSpPr>
              <a:spLocks/>
            </p:cNvSpPr>
            <p:nvPr userDrawn="1"/>
          </p:nvSpPr>
          <p:spPr bwMode="auto">
            <a:xfrm>
              <a:off x="6711951" y="2184400"/>
              <a:ext cx="619125" cy="1244600"/>
            </a:xfrm>
            <a:custGeom>
              <a:avLst/>
              <a:gdLst>
                <a:gd name="T0" fmla="*/ 288 w 288"/>
                <a:gd name="T1" fmla="*/ 0 h 576"/>
                <a:gd name="T2" fmla="*/ 288 w 288"/>
                <a:gd name="T3" fmla="*/ 576 h 576"/>
                <a:gd name="T4" fmla="*/ 0 w 288"/>
                <a:gd name="T5" fmla="*/ 288 h 576"/>
                <a:gd name="T6" fmla="*/ 288 w 288"/>
                <a:gd name="T7" fmla="*/ 0 h 576"/>
              </a:gdLst>
              <a:ahLst/>
              <a:cxnLst>
                <a:cxn ang="0">
                  <a:pos x="T0" y="T1"/>
                </a:cxn>
                <a:cxn ang="0">
                  <a:pos x="T2" y="T3"/>
                </a:cxn>
                <a:cxn ang="0">
                  <a:pos x="T4" y="T5"/>
                </a:cxn>
                <a:cxn ang="0">
                  <a:pos x="T6" y="T7"/>
                </a:cxn>
              </a:cxnLst>
              <a:rect l="0" t="0" r="r" b="b"/>
              <a:pathLst>
                <a:path w="288" h="576">
                  <a:moveTo>
                    <a:pt x="288" y="0"/>
                  </a:moveTo>
                  <a:cubicBezTo>
                    <a:pt x="288" y="576"/>
                    <a:pt x="288" y="576"/>
                    <a:pt x="288" y="576"/>
                  </a:cubicBezTo>
                  <a:cubicBezTo>
                    <a:pt x="129" y="576"/>
                    <a:pt x="0" y="447"/>
                    <a:pt x="0" y="288"/>
                  </a:cubicBezTo>
                  <a:cubicBezTo>
                    <a:pt x="0" y="129"/>
                    <a:pt x="129" y="0"/>
                    <a:pt x="288" y="0"/>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7" name="Freeform 25"/>
            <p:cNvSpPr>
              <a:spLocks/>
            </p:cNvSpPr>
            <p:nvPr userDrawn="1"/>
          </p:nvSpPr>
          <p:spPr bwMode="auto">
            <a:xfrm>
              <a:off x="8570913" y="2184400"/>
              <a:ext cx="1239838" cy="1244600"/>
            </a:xfrm>
            <a:custGeom>
              <a:avLst/>
              <a:gdLst>
                <a:gd name="T0" fmla="*/ 0 w 781"/>
                <a:gd name="T1" fmla="*/ 0 h 784"/>
                <a:gd name="T2" fmla="*/ 0 w 781"/>
                <a:gd name="T3" fmla="*/ 0 h 784"/>
                <a:gd name="T4" fmla="*/ 0 w 781"/>
                <a:gd name="T5" fmla="*/ 784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0" y="784"/>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8" name="Freeform 26"/>
            <p:cNvSpPr>
              <a:spLocks/>
            </p:cNvSpPr>
            <p:nvPr userDrawn="1"/>
          </p:nvSpPr>
          <p:spPr bwMode="auto">
            <a:xfrm>
              <a:off x="9190038" y="2184400"/>
              <a:ext cx="620713" cy="622300"/>
            </a:xfrm>
            <a:custGeom>
              <a:avLst/>
              <a:gdLst>
                <a:gd name="T0" fmla="*/ 391 w 391"/>
                <a:gd name="T1" fmla="*/ 392 h 392"/>
                <a:gd name="T2" fmla="*/ 391 w 391"/>
                <a:gd name="T3" fmla="*/ 392 h 392"/>
                <a:gd name="T4" fmla="*/ 391 w 391"/>
                <a:gd name="T5" fmla="*/ 0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391" y="0"/>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9" name="Freeform 27"/>
            <p:cNvSpPr>
              <a:spLocks/>
            </p:cNvSpPr>
            <p:nvPr userDrawn="1"/>
          </p:nvSpPr>
          <p:spPr bwMode="auto">
            <a:xfrm>
              <a:off x="7331076" y="3429000"/>
              <a:ext cx="1239838" cy="622300"/>
            </a:xfrm>
            <a:custGeom>
              <a:avLst/>
              <a:gdLst>
                <a:gd name="T0" fmla="*/ 288 w 576"/>
                <a:gd name="T1" fmla="*/ 288 h 288"/>
                <a:gd name="T2" fmla="*/ 0 w 576"/>
                <a:gd name="T3" fmla="*/ 0 h 288"/>
                <a:gd name="T4" fmla="*/ 576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129" y="288"/>
                    <a:pt x="0" y="159"/>
                    <a:pt x="0" y="0"/>
                  </a:cubicBezTo>
                  <a:cubicBezTo>
                    <a:pt x="576" y="0"/>
                    <a:pt x="576" y="0"/>
                    <a:pt x="576" y="0"/>
                  </a:cubicBezTo>
                  <a:cubicBezTo>
                    <a:pt x="576" y="159"/>
                    <a:pt x="447" y="288"/>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0" name="Freeform 28"/>
            <p:cNvSpPr>
              <a:spLocks/>
            </p:cNvSpPr>
            <p:nvPr userDrawn="1"/>
          </p:nvSpPr>
          <p:spPr bwMode="auto">
            <a:xfrm>
              <a:off x="7331076" y="4051300"/>
              <a:ext cx="1239838" cy="622300"/>
            </a:xfrm>
            <a:custGeom>
              <a:avLst/>
              <a:gdLst>
                <a:gd name="T0" fmla="*/ 576 w 576"/>
                <a:gd name="T1" fmla="*/ 288 h 288"/>
                <a:gd name="T2" fmla="*/ 0 w 576"/>
                <a:gd name="T3" fmla="*/ 288 h 288"/>
                <a:gd name="T4" fmla="*/ 288 w 576"/>
                <a:gd name="T5" fmla="*/ 0 h 288"/>
                <a:gd name="T6" fmla="*/ 576 w 576"/>
                <a:gd name="T7" fmla="*/ 288 h 288"/>
              </a:gdLst>
              <a:ahLst/>
              <a:cxnLst>
                <a:cxn ang="0">
                  <a:pos x="T0" y="T1"/>
                </a:cxn>
                <a:cxn ang="0">
                  <a:pos x="T2" y="T3"/>
                </a:cxn>
                <a:cxn ang="0">
                  <a:pos x="T4" y="T5"/>
                </a:cxn>
                <a:cxn ang="0">
                  <a:pos x="T6" y="T7"/>
                </a:cxn>
              </a:cxnLst>
              <a:rect l="0" t="0" r="r" b="b"/>
              <a:pathLst>
                <a:path w="576" h="288">
                  <a:moveTo>
                    <a:pt x="576" y="288"/>
                  </a:moveTo>
                  <a:cubicBezTo>
                    <a:pt x="0" y="288"/>
                    <a:pt x="0" y="288"/>
                    <a:pt x="0" y="288"/>
                  </a:cubicBezTo>
                  <a:cubicBezTo>
                    <a:pt x="0" y="129"/>
                    <a:pt x="129" y="0"/>
                    <a:pt x="288" y="0"/>
                  </a:cubicBezTo>
                  <a:cubicBezTo>
                    <a:pt x="447" y="0"/>
                    <a:pt x="576" y="129"/>
                    <a:pt x="576"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1" name="Freeform 29"/>
            <p:cNvSpPr>
              <a:spLocks/>
            </p:cNvSpPr>
            <p:nvPr userDrawn="1"/>
          </p:nvSpPr>
          <p:spPr bwMode="auto">
            <a:xfrm>
              <a:off x="6092826" y="3429000"/>
              <a:ext cx="1238250" cy="1244600"/>
            </a:xfrm>
            <a:custGeom>
              <a:avLst/>
              <a:gdLst>
                <a:gd name="T0" fmla="*/ 780 w 780"/>
                <a:gd name="T1" fmla="*/ 784 h 784"/>
                <a:gd name="T2" fmla="*/ 780 w 780"/>
                <a:gd name="T3" fmla="*/ 784 h 784"/>
                <a:gd name="T4" fmla="*/ 0 w 780"/>
                <a:gd name="T5" fmla="*/ 784 h 784"/>
                <a:gd name="T6" fmla="*/ 0 w 780"/>
                <a:gd name="T7" fmla="*/ 0 h 784"/>
                <a:gd name="T8" fmla="*/ 0 w 780"/>
                <a:gd name="T9" fmla="*/ 0 h 784"/>
                <a:gd name="T10" fmla="*/ 78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780" y="784"/>
                  </a:moveTo>
                  <a:lnTo>
                    <a:pt x="780" y="784"/>
                  </a:lnTo>
                  <a:lnTo>
                    <a:pt x="0" y="784"/>
                  </a:lnTo>
                  <a:lnTo>
                    <a:pt x="0" y="0"/>
                  </a:lnTo>
                  <a:lnTo>
                    <a:pt x="0" y="0"/>
                  </a:lnTo>
                  <a:lnTo>
                    <a:pt x="78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2" name="Freeform 30"/>
            <p:cNvSpPr>
              <a:spLocks/>
            </p:cNvSpPr>
            <p:nvPr userDrawn="1"/>
          </p:nvSpPr>
          <p:spPr bwMode="auto">
            <a:xfrm>
              <a:off x="6711951" y="3429000"/>
              <a:ext cx="619125" cy="622300"/>
            </a:xfrm>
            <a:custGeom>
              <a:avLst/>
              <a:gdLst>
                <a:gd name="T0" fmla="*/ 0 w 390"/>
                <a:gd name="T1" fmla="*/ 0 h 392"/>
                <a:gd name="T2" fmla="*/ 0 w 390"/>
                <a:gd name="T3" fmla="*/ 0 h 392"/>
                <a:gd name="T4" fmla="*/ 390 w 390"/>
                <a:gd name="T5" fmla="*/ 0 h 392"/>
                <a:gd name="T6" fmla="*/ 390 w 390"/>
                <a:gd name="T7" fmla="*/ 392 h 392"/>
                <a:gd name="T8" fmla="*/ 390 w 390"/>
                <a:gd name="T9" fmla="*/ 392 h 392"/>
                <a:gd name="T10" fmla="*/ 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0" y="0"/>
                  </a:moveTo>
                  <a:lnTo>
                    <a:pt x="0" y="0"/>
                  </a:lnTo>
                  <a:lnTo>
                    <a:pt x="390" y="0"/>
                  </a:lnTo>
                  <a:lnTo>
                    <a:pt x="390" y="392"/>
                  </a:lnTo>
                  <a:lnTo>
                    <a:pt x="390"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3" name="Freeform 31"/>
            <p:cNvSpPr>
              <a:spLocks/>
            </p:cNvSpPr>
            <p:nvPr userDrawn="1"/>
          </p:nvSpPr>
          <p:spPr bwMode="auto">
            <a:xfrm>
              <a:off x="4852988" y="3429000"/>
              <a:ext cx="619125" cy="1244600"/>
            </a:xfrm>
            <a:custGeom>
              <a:avLst/>
              <a:gdLst>
                <a:gd name="T0" fmla="*/ 288 w 288"/>
                <a:gd name="T1" fmla="*/ 288 h 576"/>
                <a:gd name="T2" fmla="*/ 0 w 288"/>
                <a:gd name="T3" fmla="*/ 0 h 576"/>
                <a:gd name="T4" fmla="*/ 0 w 288"/>
                <a:gd name="T5" fmla="*/ 576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129"/>
                    <a:pt x="159" y="0"/>
                    <a:pt x="0" y="0"/>
                  </a:cubicBezTo>
                  <a:cubicBezTo>
                    <a:pt x="0" y="576"/>
                    <a:pt x="0" y="576"/>
                    <a:pt x="0" y="576"/>
                  </a:cubicBezTo>
                  <a:cubicBezTo>
                    <a:pt x="159" y="576"/>
                    <a:pt x="288" y="447"/>
                    <a:pt x="288" y="288"/>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4" name="Freeform 32"/>
            <p:cNvSpPr>
              <a:spLocks/>
            </p:cNvSpPr>
            <p:nvPr userDrawn="1"/>
          </p:nvSpPr>
          <p:spPr bwMode="auto">
            <a:xfrm>
              <a:off x="5472113" y="3429000"/>
              <a:ext cx="620713" cy="1244600"/>
            </a:xfrm>
            <a:custGeom>
              <a:avLst/>
              <a:gdLst>
                <a:gd name="T0" fmla="*/ 288 w 288"/>
                <a:gd name="T1" fmla="*/ 576 h 576"/>
                <a:gd name="T2" fmla="*/ 288 w 288"/>
                <a:gd name="T3" fmla="*/ 0 h 576"/>
                <a:gd name="T4" fmla="*/ 0 w 288"/>
                <a:gd name="T5" fmla="*/ 288 h 576"/>
                <a:gd name="T6" fmla="*/ 288 w 288"/>
                <a:gd name="T7" fmla="*/ 576 h 576"/>
              </a:gdLst>
              <a:ahLst/>
              <a:cxnLst>
                <a:cxn ang="0">
                  <a:pos x="T0" y="T1"/>
                </a:cxn>
                <a:cxn ang="0">
                  <a:pos x="T2" y="T3"/>
                </a:cxn>
                <a:cxn ang="0">
                  <a:pos x="T4" y="T5"/>
                </a:cxn>
                <a:cxn ang="0">
                  <a:pos x="T6" y="T7"/>
                </a:cxn>
              </a:cxnLst>
              <a:rect l="0" t="0" r="r" b="b"/>
              <a:pathLst>
                <a:path w="288" h="576">
                  <a:moveTo>
                    <a:pt x="288" y="576"/>
                  </a:moveTo>
                  <a:cubicBezTo>
                    <a:pt x="288" y="0"/>
                    <a:pt x="288" y="0"/>
                    <a:pt x="288" y="0"/>
                  </a:cubicBezTo>
                  <a:cubicBezTo>
                    <a:pt x="129" y="0"/>
                    <a:pt x="0" y="129"/>
                    <a:pt x="0" y="288"/>
                  </a:cubicBezTo>
                  <a:cubicBezTo>
                    <a:pt x="0" y="447"/>
                    <a:pt x="129" y="576"/>
                    <a:pt x="288" y="576"/>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5" name="Freeform 33"/>
            <p:cNvSpPr>
              <a:spLocks/>
            </p:cNvSpPr>
            <p:nvPr userDrawn="1"/>
          </p:nvSpPr>
          <p:spPr bwMode="auto">
            <a:xfrm>
              <a:off x="3613151" y="2184400"/>
              <a:ext cx="1239838"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6" name="Freeform 34"/>
            <p:cNvSpPr>
              <a:spLocks/>
            </p:cNvSpPr>
            <p:nvPr userDrawn="1"/>
          </p:nvSpPr>
          <p:spPr bwMode="auto">
            <a:xfrm>
              <a:off x="3613151" y="2806700"/>
              <a:ext cx="1239838"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7" name="Freeform 35"/>
            <p:cNvSpPr>
              <a:spLocks/>
            </p:cNvSpPr>
            <p:nvPr userDrawn="1"/>
          </p:nvSpPr>
          <p:spPr bwMode="auto">
            <a:xfrm>
              <a:off x="4852988" y="2184400"/>
              <a:ext cx="1239838" cy="1244600"/>
            </a:xfrm>
            <a:custGeom>
              <a:avLst/>
              <a:gdLst>
                <a:gd name="T0" fmla="*/ 781 w 781"/>
                <a:gd name="T1" fmla="*/ 784 h 784"/>
                <a:gd name="T2" fmla="*/ 781 w 781"/>
                <a:gd name="T3" fmla="*/ 784 h 784"/>
                <a:gd name="T4" fmla="*/ 0 w 781"/>
                <a:gd name="T5" fmla="*/ 784 h 784"/>
                <a:gd name="T6" fmla="*/ 0 w 781"/>
                <a:gd name="T7" fmla="*/ 0 h 784"/>
                <a:gd name="T8" fmla="*/ 0 w 781"/>
                <a:gd name="T9" fmla="*/ 0 h 784"/>
                <a:gd name="T10" fmla="*/ 781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781" y="784"/>
                  </a:moveTo>
                  <a:lnTo>
                    <a:pt x="781" y="784"/>
                  </a:lnTo>
                  <a:lnTo>
                    <a:pt x="0" y="784"/>
                  </a:lnTo>
                  <a:lnTo>
                    <a:pt x="0" y="0"/>
                  </a:lnTo>
                  <a:lnTo>
                    <a:pt x="0" y="0"/>
                  </a:lnTo>
                  <a:lnTo>
                    <a:pt x="781"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8" name="Freeform 36"/>
            <p:cNvSpPr>
              <a:spLocks/>
            </p:cNvSpPr>
            <p:nvPr userDrawn="1"/>
          </p:nvSpPr>
          <p:spPr bwMode="auto">
            <a:xfrm>
              <a:off x="5472113" y="2184400"/>
              <a:ext cx="620713" cy="622300"/>
            </a:xfrm>
            <a:custGeom>
              <a:avLst/>
              <a:gdLst>
                <a:gd name="T0" fmla="*/ 0 w 391"/>
                <a:gd name="T1" fmla="*/ 0 h 392"/>
                <a:gd name="T2" fmla="*/ 0 w 391"/>
                <a:gd name="T3" fmla="*/ 0 h 392"/>
                <a:gd name="T4" fmla="*/ 391 w 391"/>
                <a:gd name="T5" fmla="*/ 0 h 392"/>
                <a:gd name="T6" fmla="*/ 391 w 391"/>
                <a:gd name="T7" fmla="*/ 392 h 392"/>
                <a:gd name="T8" fmla="*/ 391 w 391"/>
                <a:gd name="T9" fmla="*/ 392 h 392"/>
                <a:gd name="T10" fmla="*/ 0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0" y="0"/>
                  </a:moveTo>
                  <a:lnTo>
                    <a:pt x="0" y="0"/>
                  </a:lnTo>
                  <a:lnTo>
                    <a:pt x="391" y="0"/>
                  </a:lnTo>
                  <a:lnTo>
                    <a:pt x="391" y="392"/>
                  </a:lnTo>
                  <a:lnTo>
                    <a:pt x="391"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9" name="Freeform 37"/>
            <p:cNvSpPr>
              <a:spLocks/>
            </p:cNvSpPr>
            <p:nvPr userDrawn="1"/>
          </p:nvSpPr>
          <p:spPr bwMode="auto">
            <a:xfrm>
              <a:off x="2374901" y="3429000"/>
              <a:ext cx="1238250"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0" name="Freeform 38"/>
            <p:cNvSpPr>
              <a:spLocks/>
            </p:cNvSpPr>
            <p:nvPr userDrawn="1"/>
          </p:nvSpPr>
          <p:spPr bwMode="auto">
            <a:xfrm>
              <a:off x="2374901" y="4051300"/>
              <a:ext cx="1238250"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1" name="Freeform 39"/>
            <p:cNvSpPr>
              <a:spLocks/>
            </p:cNvSpPr>
            <p:nvPr userDrawn="1"/>
          </p:nvSpPr>
          <p:spPr bwMode="auto">
            <a:xfrm>
              <a:off x="9190038" y="3429000"/>
              <a:ext cx="620713" cy="1244600"/>
            </a:xfrm>
            <a:custGeom>
              <a:avLst/>
              <a:gdLst>
                <a:gd name="T0" fmla="*/ 0 w 288"/>
                <a:gd name="T1" fmla="*/ 288 h 576"/>
                <a:gd name="T2" fmla="*/ 288 w 288"/>
                <a:gd name="T3" fmla="*/ 576 h 576"/>
                <a:gd name="T4" fmla="*/ 288 w 288"/>
                <a:gd name="T5" fmla="*/ 0 h 576"/>
                <a:gd name="T6" fmla="*/ 0 w 288"/>
                <a:gd name="T7" fmla="*/ 288 h 576"/>
              </a:gdLst>
              <a:ahLst/>
              <a:cxnLst>
                <a:cxn ang="0">
                  <a:pos x="T0" y="T1"/>
                </a:cxn>
                <a:cxn ang="0">
                  <a:pos x="T2" y="T3"/>
                </a:cxn>
                <a:cxn ang="0">
                  <a:pos x="T4" y="T5"/>
                </a:cxn>
                <a:cxn ang="0">
                  <a:pos x="T6" y="T7"/>
                </a:cxn>
              </a:cxnLst>
              <a:rect l="0" t="0" r="r" b="b"/>
              <a:pathLst>
                <a:path w="288" h="576">
                  <a:moveTo>
                    <a:pt x="0" y="288"/>
                  </a:moveTo>
                  <a:cubicBezTo>
                    <a:pt x="0" y="447"/>
                    <a:pt x="129" y="576"/>
                    <a:pt x="288" y="576"/>
                  </a:cubicBezTo>
                  <a:cubicBezTo>
                    <a:pt x="288" y="0"/>
                    <a:pt x="288" y="0"/>
                    <a:pt x="288" y="0"/>
                  </a:cubicBezTo>
                  <a:cubicBezTo>
                    <a:pt x="129" y="0"/>
                    <a:pt x="0" y="129"/>
                    <a:pt x="0" y="288"/>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2" name="Freeform 40"/>
            <p:cNvSpPr>
              <a:spLocks/>
            </p:cNvSpPr>
            <p:nvPr userDrawn="1"/>
          </p:nvSpPr>
          <p:spPr bwMode="auto">
            <a:xfrm>
              <a:off x="8570913" y="3429000"/>
              <a:ext cx="619125" cy="1244600"/>
            </a:xfrm>
            <a:custGeom>
              <a:avLst/>
              <a:gdLst>
                <a:gd name="T0" fmla="*/ 0 w 288"/>
                <a:gd name="T1" fmla="*/ 0 h 576"/>
                <a:gd name="T2" fmla="*/ 0 w 288"/>
                <a:gd name="T3" fmla="*/ 576 h 576"/>
                <a:gd name="T4" fmla="*/ 288 w 288"/>
                <a:gd name="T5" fmla="*/ 288 h 576"/>
                <a:gd name="T6" fmla="*/ 0 w 288"/>
                <a:gd name="T7" fmla="*/ 0 h 576"/>
              </a:gdLst>
              <a:ahLst/>
              <a:cxnLst>
                <a:cxn ang="0">
                  <a:pos x="T0" y="T1"/>
                </a:cxn>
                <a:cxn ang="0">
                  <a:pos x="T2" y="T3"/>
                </a:cxn>
                <a:cxn ang="0">
                  <a:pos x="T4" y="T5"/>
                </a:cxn>
                <a:cxn ang="0">
                  <a:pos x="T6" y="T7"/>
                </a:cxn>
              </a:cxnLst>
              <a:rect l="0" t="0" r="r" b="b"/>
              <a:pathLst>
                <a:path w="288" h="576">
                  <a:moveTo>
                    <a:pt x="0" y="0"/>
                  </a:moveTo>
                  <a:cubicBezTo>
                    <a:pt x="0" y="576"/>
                    <a:pt x="0" y="576"/>
                    <a:pt x="0" y="576"/>
                  </a:cubicBezTo>
                  <a:cubicBezTo>
                    <a:pt x="159" y="576"/>
                    <a:pt x="288" y="447"/>
                    <a:pt x="288" y="288"/>
                  </a:cubicBezTo>
                  <a:cubicBezTo>
                    <a:pt x="288" y="129"/>
                    <a:pt x="159" y="0"/>
                    <a:pt x="0" y="0"/>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3" name="Freeform 41"/>
            <p:cNvSpPr>
              <a:spLocks/>
            </p:cNvSpPr>
            <p:nvPr userDrawn="1"/>
          </p:nvSpPr>
          <p:spPr bwMode="auto">
            <a:xfrm>
              <a:off x="5040313" y="3022600"/>
              <a:ext cx="962025" cy="974725"/>
            </a:xfrm>
            <a:custGeom>
              <a:avLst/>
              <a:gdLst>
                <a:gd name="T0" fmla="*/ 267 w 447"/>
                <a:gd name="T1" fmla="*/ 0 h 451"/>
                <a:gd name="T2" fmla="*/ 122 w 447"/>
                <a:gd name="T3" fmla="*/ 71 h 451"/>
                <a:gd name="T4" fmla="*/ 122 w 447"/>
                <a:gd name="T5" fmla="*/ 71 h 451"/>
                <a:gd name="T6" fmla="*/ 122 w 447"/>
                <a:gd name="T7" fmla="*/ 71 h 451"/>
                <a:gd name="T8" fmla="*/ 122 w 447"/>
                <a:gd name="T9" fmla="*/ 8 h 451"/>
                <a:gd name="T10" fmla="*/ 0 w 447"/>
                <a:gd name="T11" fmla="*/ 8 h 451"/>
                <a:gd name="T12" fmla="*/ 0 w 447"/>
                <a:gd name="T13" fmla="*/ 451 h 451"/>
                <a:gd name="T14" fmla="*/ 122 w 447"/>
                <a:gd name="T15" fmla="*/ 451 h 451"/>
                <a:gd name="T16" fmla="*/ 122 w 447"/>
                <a:gd name="T17" fmla="*/ 199 h 451"/>
                <a:gd name="T18" fmla="*/ 222 w 447"/>
                <a:gd name="T19" fmla="*/ 105 h 451"/>
                <a:gd name="T20" fmla="*/ 325 w 447"/>
                <a:gd name="T21" fmla="*/ 199 h 451"/>
                <a:gd name="T22" fmla="*/ 325 w 447"/>
                <a:gd name="T23" fmla="*/ 451 h 451"/>
                <a:gd name="T24" fmla="*/ 447 w 447"/>
                <a:gd name="T25" fmla="*/ 451 h 451"/>
                <a:gd name="T26" fmla="*/ 447 w 447"/>
                <a:gd name="T27" fmla="*/ 176 h 451"/>
                <a:gd name="T28" fmla="*/ 267 w 447"/>
                <a:gd name="T29" fmla="*/ 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7" h="451">
                  <a:moveTo>
                    <a:pt x="267" y="0"/>
                  </a:moveTo>
                  <a:cubicBezTo>
                    <a:pt x="216" y="0"/>
                    <a:pt x="158" y="24"/>
                    <a:pt x="122" y="71"/>
                  </a:cubicBezTo>
                  <a:cubicBezTo>
                    <a:pt x="122" y="71"/>
                    <a:pt x="122" y="71"/>
                    <a:pt x="122" y="71"/>
                  </a:cubicBezTo>
                  <a:cubicBezTo>
                    <a:pt x="122" y="71"/>
                    <a:pt x="122" y="71"/>
                    <a:pt x="122" y="71"/>
                  </a:cubicBezTo>
                  <a:cubicBezTo>
                    <a:pt x="122" y="8"/>
                    <a:pt x="122" y="8"/>
                    <a:pt x="122" y="8"/>
                  </a:cubicBezTo>
                  <a:cubicBezTo>
                    <a:pt x="0" y="8"/>
                    <a:pt x="0" y="8"/>
                    <a:pt x="0" y="8"/>
                  </a:cubicBezTo>
                  <a:cubicBezTo>
                    <a:pt x="0" y="451"/>
                    <a:pt x="0" y="451"/>
                    <a:pt x="0" y="451"/>
                  </a:cubicBezTo>
                  <a:cubicBezTo>
                    <a:pt x="122" y="451"/>
                    <a:pt x="122" y="451"/>
                    <a:pt x="122" y="451"/>
                  </a:cubicBezTo>
                  <a:cubicBezTo>
                    <a:pt x="122" y="199"/>
                    <a:pt x="122" y="199"/>
                    <a:pt x="122" y="199"/>
                  </a:cubicBezTo>
                  <a:cubicBezTo>
                    <a:pt x="122" y="153"/>
                    <a:pt x="157" y="105"/>
                    <a:pt x="222" y="105"/>
                  </a:cubicBezTo>
                  <a:cubicBezTo>
                    <a:pt x="273" y="105"/>
                    <a:pt x="325" y="140"/>
                    <a:pt x="325" y="199"/>
                  </a:cubicBezTo>
                  <a:cubicBezTo>
                    <a:pt x="325" y="451"/>
                    <a:pt x="325" y="451"/>
                    <a:pt x="325" y="451"/>
                  </a:cubicBezTo>
                  <a:cubicBezTo>
                    <a:pt x="447" y="451"/>
                    <a:pt x="447" y="451"/>
                    <a:pt x="447" y="451"/>
                  </a:cubicBezTo>
                  <a:cubicBezTo>
                    <a:pt x="447" y="176"/>
                    <a:pt x="447" y="176"/>
                    <a:pt x="447" y="176"/>
                  </a:cubicBezTo>
                  <a:cubicBezTo>
                    <a:pt x="447" y="74"/>
                    <a:pt x="374" y="0"/>
                    <a:pt x="26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4" name="Freeform 42"/>
            <p:cNvSpPr>
              <a:spLocks/>
            </p:cNvSpPr>
            <p:nvPr userDrawn="1"/>
          </p:nvSpPr>
          <p:spPr bwMode="auto">
            <a:xfrm>
              <a:off x="7091363" y="3040063"/>
              <a:ext cx="1069975" cy="957263"/>
            </a:xfrm>
            <a:custGeom>
              <a:avLst/>
              <a:gdLst>
                <a:gd name="T0" fmla="*/ 486 w 674"/>
                <a:gd name="T1" fmla="*/ 0 h 603"/>
                <a:gd name="T2" fmla="*/ 337 w 674"/>
                <a:gd name="T3" fmla="*/ 411 h 603"/>
                <a:gd name="T4" fmla="*/ 188 w 674"/>
                <a:gd name="T5" fmla="*/ 0 h 603"/>
                <a:gd name="T6" fmla="*/ 0 w 674"/>
                <a:gd name="T7" fmla="*/ 0 h 603"/>
                <a:gd name="T8" fmla="*/ 246 w 674"/>
                <a:gd name="T9" fmla="*/ 603 h 603"/>
                <a:gd name="T10" fmla="*/ 428 w 674"/>
                <a:gd name="T11" fmla="*/ 603 h 603"/>
                <a:gd name="T12" fmla="*/ 674 w 674"/>
                <a:gd name="T13" fmla="*/ 0 h 603"/>
                <a:gd name="T14" fmla="*/ 486 w 674"/>
                <a:gd name="T15" fmla="*/ 0 h 6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4" h="603">
                  <a:moveTo>
                    <a:pt x="486" y="0"/>
                  </a:moveTo>
                  <a:lnTo>
                    <a:pt x="337" y="411"/>
                  </a:lnTo>
                  <a:lnTo>
                    <a:pt x="188" y="0"/>
                  </a:lnTo>
                  <a:lnTo>
                    <a:pt x="0" y="0"/>
                  </a:lnTo>
                  <a:lnTo>
                    <a:pt x="246" y="603"/>
                  </a:lnTo>
                  <a:lnTo>
                    <a:pt x="428" y="603"/>
                  </a:lnTo>
                  <a:lnTo>
                    <a:pt x="674" y="0"/>
                  </a:lnTo>
                  <a:lnTo>
                    <a:pt x="48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5" name="Freeform 43"/>
            <p:cNvSpPr>
              <a:spLocks noEditPoints="1"/>
            </p:cNvSpPr>
            <p:nvPr userDrawn="1"/>
          </p:nvSpPr>
          <p:spPr bwMode="auto">
            <a:xfrm>
              <a:off x="3949701" y="3022600"/>
              <a:ext cx="998538" cy="992188"/>
            </a:xfrm>
            <a:custGeom>
              <a:avLst/>
              <a:gdLst>
                <a:gd name="T0" fmla="*/ 378 w 464"/>
                <a:gd name="T1" fmla="*/ 315 h 459"/>
                <a:gd name="T2" fmla="*/ 250 w 464"/>
                <a:gd name="T3" fmla="*/ 362 h 459"/>
                <a:gd name="T4" fmla="*/ 152 w 464"/>
                <a:gd name="T5" fmla="*/ 326 h 459"/>
                <a:gd name="T6" fmla="*/ 464 w 464"/>
                <a:gd name="T7" fmla="*/ 197 h 459"/>
                <a:gd name="T8" fmla="*/ 410 w 464"/>
                <a:gd name="T9" fmla="*/ 73 h 459"/>
                <a:gd name="T10" fmla="*/ 235 w 464"/>
                <a:gd name="T11" fmla="*/ 0 h 459"/>
                <a:gd name="T12" fmla="*/ 0 w 464"/>
                <a:gd name="T13" fmla="*/ 229 h 459"/>
                <a:gd name="T14" fmla="*/ 249 w 464"/>
                <a:gd name="T15" fmla="*/ 459 h 459"/>
                <a:gd name="T16" fmla="*/ 455 w 464"/>
                <a:gd name="T17" fmla="*/ 374 h 459"/>
                <a:gd name="T18" fmla="*/ 378 w 464"/>
                <a:gd name="T19" fmla="*/ 315 h 459"/>
                <a:gd name="T20" fmla="*/ 144 w 464"/>
                <a:gd name="T21" fmla="*/ 141 h 459"/>
                <a:gd name="T22" fmla="*/ 237 w 464"/>
                <a:gd name="T23" fmla="*/ 97 h 459"/>
                <a:gd name="T24" fmla="*/ 332 w 464"/>
                <a:gd name="T25" fmla="*/ 159 h 459"/>
                <a:gd name="T26" fmla="*/ 119 w 464"/>
                <a:gd name="T27" fmla="*/ 247 h 459"/>
                <a:gd name="T28" fmla="*/ 144 w 464"/>
                <a:gd name="T29" fmla="*/ 141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4" h="459">
                  <a:moveTo>
                    <a:pt x="378" y="315"/>
                  </a:moveTo>
                  <a:cubicBezTo>
                    <a:pt x="326" y="353"/>
                    <a:pt x="297" y="362"/>
                    <a:pt x="250" y="362"/>
                  </a:cubicBezTo>
                  <a:cubicBezTo>
                    <a:pt x="208" y="362"/>
                    <a:pt x="176" y="349"/>
                    <a:pt x="152" y="326"/>
                  </a:cubicBezTo>
                  <a:cubicBezTo>
                    <a:pt x="464" y="197"/>
                    <a:pt x="464" y="197"/>
                    <a:pt x="464" y="197"/>
                  </a:cubicBezTo>
                  <a:cubicBezTo>
                    <a:pt x="457" y="149"/>
                    <a:pt x="439" y="106"/>
                    <a:pt x="410" y="73"/>
                  </a:cubicBezTo>
                  <a:cubicBezTo>
                    <a:pt x="370" y="25"/>
                    <a:pt x="309" y="0"/>
                    <a:pt x="235" y="0"/>
                  </a:cubicBezTo>
                  <a:cubicBezTo>
                    <a:pt x="101" y="0"/>
                    <a:pt x="0" y="99"/>
                    <a:pt x="0" y="229"/>
                  </a:cubicBezTo>
                  <a:cubicBezTo>
                    <a:pt x="0" y="363"/>
                    <a:pt x="102" y="459"/>
                    <a:pt x="249" y="459"/>
                  </a:cubicBezTo>
                  <a:cubicBezTo>
                    <a:pt x="331" y="459"/>
                    <a:pt x="415" y="420"/>
                    <a:pt x="455" y="374"/>
                  </a:cubicBezTo>
                  <a:lnTo>
                    <a:pt x="378" y="315"/>
                  </a:lnTo>
                  <a:close/>
                  <a:moveTo>
                    <a:pt x="144" y="141"/>
                  </a:moveTo>
                  <a:cubicBezTo>
                    <a:pt x="165" y="113"/>
                    <a:pt x="198" y="97"/>
                    <a:pt x="237" y="97"/>
                  </a:cubicBezTo>
                  <a:cubicBezTo>
                    <a:pt x="281" y="97"/>
                    <a:pt x="315" y="122"/>
                    <a:pt x="332" y="159"/>
                  </a:cubicBezTo>
                  <a:cubicBezTo>
                    <a:pt x="119" y="247"/>
                    <a:pt x="119" y="247"/>
                    <a:pt x="119" y="247"/>
                  </a:cubicBezTo>
                  <a:cubicBezTo>
                    <a:pt x="113" y="202"/>
                    <a:pt x="125" y="167"/>
                    <a:pt x="144" y="14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6" name="Freeform 44"/>
            <p:cNvSpPr>
              <a:spLocks/>
            </p:cNvSpPr>
            <p:nvPr userDrawn="1"/>
          </p:nvSpPr>
          <p:spPr bwMode="auto">
            <a:xfrm>
              <a:off x="3065463" y="2752725"/>
              <a:ext cx="860425" cy="1244600"/>
            </a:xfrm>
            <a:custGeom>
              <a:avLst/>
              <a:gdLst>
                <a:gd name="T0" fmla="*/ 542 w 542"/>
                <a:gd name="T1" fmla="*/ 632 h 784"/>
                <a:gd name="T2" fmla="*/ 166 w 542"/>
                <a:gd name="T3" fmla="*/ 632 h 784"/>
                <a:gd name="T4" fmla="*/ 166 w 542"/>
                <a:gd name="T5" fmla="*/ 0 h 784"/>
                <a:gd name="T6" fmla="*/ 0 w 542"/>
                <a:gd name="T7" fmla="*/ 0 h 784"/>
                <a:gd name="T8" fmla="*/ 0 w 542"/>
                <a:gd name="T9" fmla="*/ 784 h 784"/>
                <a:gd name="T10" fmla="*/ 542 w 542"/>
                <a:gd name="T11" fmla="*/ 784 h 784"/>
                <a:gd name="T12" fmla="*/ 542 w 542"/>
                <a:gd name="T13" fmla="*/ 632 h 784"/>
              </a:gdLst>
              <a:ahLst/>
              <a:cxnLst>
                <a:cxn ang="0">
                  <a:pos x="T0" y="T1"/>
                </a:cxn>
                <a:cxn ang="0">
                  <a:pos x="T2" y="T3"/>
                </a:cxn>
                <a:cxn ang="0">
                  <a:pos x="T4" y="T5"/>
                </a:cxn>
                <a:cxn ang="0">
                  <a:pos x="T6" y="T7"/>
                </a:cxn>
                <a:cxn ang="0">
                  <a:pos x="T8" y="T9"/>
                </a:cxn>
                <a:cxn ang="0">
                  <a:pos x="T10" y="T11"/>
                </a:cxn>
                <a:cxn ang="0">
                  <a:pos x="T12" y="T13"/>
                </a:cxn>
              </a:cxnLst>
              <a:rect l="0" t="0" r="r" b="b"/>
              <a:pathLst>
                <a:path w="542" h="784">
                  <a:moveTo>
                    <a:pt x="542" y="632"/>
                  </a:moveTo>
                  <a:lnTo>
                    <a:pt x="166" y="632"/>
                  </a:lnTo>
                  <a:lnTo>
                    <a:pt x="166" y="0"/>
                  </a:lnTo>
                  <a:lnTo>
                    <a:pt x="0" y="0"/>
                  </a:lnTo>
                  <a:lnTo>
                    <a:pt x="0" y="784"/>
                  </a:lnTo>
                  <a:lnTo>
                    <a:pt x="542" y="784"/>
                  </a:lnTo>
                  <a:lnTo>
                    <a:pt x="542" y="6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7" name="Freeform 45"/>
            <p:cNvSpPr>
              <a:spLocks noEditPoints="1"/>
            </p:cNvSpPr>
            <p:nvPr userDrawn="1"/>
          </p:nvSpPr>
          <p:spPr bwMode="auto">
            <a:xfrm>
              <a:off x="8121651" y="3022600"/>
              <a:ext cx="1025525" cy="992188"/>
            </a:xfrm>
            <a:custGeom>
              <a:avLst/>
              <a:gdLst>
                <a:gd name="T0" fmla="*/ 238 w 477"/>
                <a:gd name="T1" fmla="*/ 459 h 459"/>
                <a:gd name="T2" fmla="*/ 0 w 477"/>
                <a:gd name="T3" fmla="*/ 229 h 459"/>
                <a:gd name="T4" fmla="*/ 239 w 477"/>
                <a:gd name="T5" fmla="*/ 0 h 459"/>
                <a:gd name="T6" fmla="*/ 477 w 477"/>
                <a:gd name="T7" fmla="*/ 229 h 459"/>
                <a:gd name="T8" fmla="*/ 238 w 477"/>
                <a:gd name="T9" fmla="*/ 459 h 459"/>
                <a:gd name="T10" fmla="*/ 238 w 477"/>
                <a:gd name="T11" fmla="*/ 105 h 459"/>
                <a:gd name="T12" fmla="*/ 120 w 477"/>
                <a:gd name="T13" fmla="*/ 229 h 459"/>
                <a:gd name="T14" fmla="*/ 239 w 477"/>
                <a:gd name="T15" fmla="*/ 354 h 459"/>
                <a:gd name="T16" fmla="*/ 357 w 477"/>
                <a:gd name="T17" fmla="*/ 229 h 459"/>
                <a:gd name="T18" fmla="*/ 238 w 477"/>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459">
                  <a:moveTo>
                    <a:pt x="238" y="459"/>
                  </a:moveTo>
                  <a:cubicBezTo>
                    <a:pt x="105" y="459"/>
                    <a:pt x="0" y="359"/>
                    <a:pt x="0" y="229"/>
                  </a:cubicBezTo>
                  <a:cubicBezTo>
                    <a:pt x="0" y="101"/>
                    <a:pt x="105" y="0"/>
                    <a:pt x="239" y="0"/>
                  </a:cubicBezTo>
                  <a:cubicBezTo>
                    <a:pt x="372" y="0"/>
                    <a:pt x="477" y="99"/>
                    <a:pt x="477" y="229"/>
                  </a:cubicBezTo>
                  <a:cubicBezTo>
                    <a:pt x="477" y="358"/>
                    <a:pt x="372" y="459"/>
                    <a:pt x="238" y="459"/>
                  </a:cubicBezTo>
                  <a:moveTo>
                    <a:pt x="238" y="105"/>
                  </a:moveTo>
                  <a:cubicBezTo>
                    <a:pt x="170" y="105"/>
                    <a:pt x="120" y="156"/>
                    <a:pt x="120" y="229"/>
                  </a:cubicBezTo>
                  <a:cubicBezTo>
                    <a:pt x="120" y="299"/>
                    <a:pt x="173" y="354"/>
                    <a:pt x="239" y="354"/>
                  </a:cubicBezTo>
                  <a:cubicBezTo>
                    <a:pt x="307" y="354"/>
                    <a:pt x="357" y="301"/>
                    <a:pt x="357" y="229"/>
                  </a:cubicBezTo>
                  <a:cubicBezTo>
                    <a:pt x="357" y="159"/>
                    <a:pt x="304" y="105"/>
                    <a:pt x="238"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8" name="Freeform 46"/>
            <p:cNvSpPr>
              <a:spLocks noEditPoints="1"/>
            </p:cNvSpPr>
            <p:nvPr userDrawn="1"/>
          </p:nvSpPr>
          <p:spPr bwMode="auto">
            <a:xfrm>
              <a:off x="6105526" y="3022600"/>
              <a:ext cx="1023938" cy="992188"/>
            </a:xfrm>
            <a:custGeom>
              <a:avLst/>
              <a:gdLst>
                <a:gd name="T0" fmla="*/ 237 w 476"/>
                <a:gd name="T1" fmla="*/ 459 h 459"/>
                <a:gd name="T2" fmla="*/ 0 w 476"/>
                <a:gd name="T3" fmla="*/ 229 h 459"/>
                <a:gd name="T4" fmla="*/ 239 w 476"/>
                <a:gd name="T5" fmla="*/ 0 h 459"/>
                <a:gd name="T6" fmla="*/ 476 w 476"/>
                <a:gd name="T7" fmla="*/ 229 h 459"/>
                <a:gd name="T8" fmla="*/ 237 w 476"/>
                <a:gd name="T9" fmla="*/ 459 h 459"/>
                <a:gd name="T10" fmla="*/ 237 w 476"/>
                <a:gd name="T11" fmla="*/ 105 h 459"/>
                <a:gd name="T12" fmla="*/ 120 w 476"/>
                <a:gd name="T13" fmla="*/ 229 h 459"/>
                <a:gd name="T14" fmla="*/ 239 w 476"/>
                <a:gd name="T15" fmla="*/ 354 h 459"/>
                <a:gd name="T16" fmla="*/ 356 w 476"/>
                <a:gd name="T17" fmla="*/ 229 h 459"/>
                <a:gd name="T18" fmla="*/ 237 w 476"/>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 h="459">
                  <a:moveTo>
                    <a:pt x="237" y="459"/>
                  </a:moveTo>
                  <a:cubicBezTo>
                    <a:pt x="104" y="459"/>
                    <a:pt x="0" y="359"/>
                    <a:pt x="0" y="229"/>
                  </a:cubicBezTo>
                  <a:cubicBezTo>
                    <a:pt x="0" y="101"/>
                    <a:pt x="105" y="0"/>
                    <a:pt x="239" y="0"/>
                  </a:cubicBezTo>
                  <a:cubicBezTo>
                    <a:pt x="372" y="0"/>
                    <a:pt x="476" y="99"/>
                    <a:pt x="476" y="229"/>
                  </a:cubicBezTo>
                  <a:cubicBezTo>
                    <a:pt x="476" y="358"/>
                    <a:pt x="371" y="459"/>
                    <a:pt x="237" y="459"/>
                  </a:cubicBezTo>
                  <a:moveTo>
                    <a:pt x="237" y="105"/>
                  </a:moveTo>
                  <a:cubicBezTo>
                    <a:pt x="169" y="105"/>
                    <a:pt x="120" y="156"/>
                    <a:pt x="120" y="229"/>
                  </a:cubicBezTo>
                  <a:cubicBezTo>
                    <a:pt x="120" y="299"/>
                    <a:pt x="172" y="354"/>
                    <a:pt x="239" y="354"/>
                  </a:cubicBezTo>
                  <a:cubicBezTo>
                    <a:pt x="307" y="354"/>
                    <a:pt x="356" y="301"/>
                    <a:pt x="356" y="229"/>
                  </a:cubicBezTo>
                  <a:cubicBezTo>
                    <a:pt x="356" y="159"/>
                    <a:pt x="304" y="105"/>
                    <a:pt x="237"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1206924860"/>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4"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5948370"/>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Only_Black">
    <p:bg>
      <p:bgPr>
        <a:solidFill>
          <a:schemeClr val="tx1"/>
        </a:solidFill>
        <a:effectLst/>
      </p:bgPr>
    </p:bg>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0"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5" name="TextBox 4"/>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6" name="Group 5"/>
          <p:cNvGrpSpPr/>
          <p:nvPr userDrawn="1"/>
        </p:nvGrpSpPr>
        <p:grpSpPr>
          <a:xfrm>
            <a:off x="554483" y="6421482"/>
            <a:ext cx="734547" cy="245008"/>
            <a:chOff x="547688" y="952500"/>
            <a:chExt cx="12190413" cy="4067175"/>
          </a:xfrm>
        </p:grpSpPr>
        <p:sp>
          <p:nvSpPr>
            <p:cNvPr id="7" name="Rectangle 6"/>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8" name="Freeform 7"/>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9" name="Freeform 8"/>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1" name="Freeform 10"/>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2" name="Freeform 11"/>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1868588366"/>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with Subtitle Only">
    <p:bg>
      <p:bgPr>
        <a:solidFill>
          <a:schemeClr val="bg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557930" y="896112"/>
            <a:ext cx="11076268" cy="292608"/>
          </a:xfrm>
          <a:prstGeom prst="rect">
            <a:avLst/>
          </a:prstGeom>
        </p:spPr>
        <p:txBody>
          <a:bodyPr lIns="0" tIns="0" rIns="0" bIns="0" anchor="ctr" anchorCtr="0">
            <a:noAutofit/>
          </a:bodyPr>
          <a:lstStyle>
            <a:lvl1pPr marL="0" indent="0">
              <a:lnSpc>
                <a:spcPts val="2200"/>
              </a:lnSpc>
              <a:spcBef>
                <a:spcPts val="0"/>
              </a:spcBef>
              <a:buNone/>
              <a:defRPr sz="22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a:t>Click to edit master text styles</a:t>
            </a:r>
          </a:p>
        </p:txBody>
      </p:sp>
      <p:sp>
        <p:nvSpPr>
          <p:cNvPr id="11" name="Title 28"/>
          <p:cNvSpPr>
            <a:spLocks noGrp="1"/>
          </p:cNvSpPr>
          <p:nvPr>
            <p:ph type="title" hasCustomPrompt="1"/>
          </p:nvPr>
        </p:nvSpPr>
        <p:spPr bwMode="gray">
          <a:xfrm>
            <a:off x="548783" y="402336"/>
            <a:ext cx="11076268" cy="370550"/>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95444695"/>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Only_Black">
    <p:bg>
      <p:bgPr>
        <a:solidFill>
          <a:schemeClr val="tx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557930" y="896112"/>
            <a:ext cx="11076268" cy="292608"/>
          </a:xfrm>
          <a:prstGeom prst="rect">
            <a:avLst/>
          </a:prstGeom>
        </p:spPr>
        <p:txBody>
          <a:bodyPr lIns="0" tIns="0" rIns="0" bIns="0" anchor="t" anchorCtr="0">
            <a:noAutofit/>
          </a:bodyPr>
          <a:lstStyle>
            <a:lvl1pPr marL="0" indent="0">
              <a:lnSpc>
                <a:spcPts val="22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a:t>Click to edit master text styles</a:t>
            </a:r>
          </a:p>
        </p:txBody>
      </p:sp>
      <p:sp>
        <p:nvSpPr>
          <p:cNvPr id="11" name="Title 28"/>
          <p:cNvSpPr>
            <a:spLocks noGrp="1"/>
          </p:cNvSpPr>
          <p:nvPr>
            <p:ph type="title" hasCustomPrompt="1"/>
          </p:nvPr>
        </p:nvSpPr>
        <p:spPr bwMode="gray">
          <a:xfrm>
            <a:off x="548783" y="402337"/>
            <a:ext cx="11076268" cy="394077"/>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 name="TextBox 6"/>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8" name="Group 7"/>
          <p:cNvGrpSpPr/>
          <p:nvPr userDrawn="1"/>
        </p:nvGrpSpPr>
        <p:grpSpPr>
          <a:xfrm>
            <a:off x="554483" y="6421482"/>
            <a:ext cx="734547" cy="245008"/>
            <a:chOff x="547688" y="952500"/>
            <a:chExt cx="12190413" cy="4067175"/>
          </a:xfrm>
        </p:grpSpPr>
        <p:sp>
          <p:nvSpPr>
            <p:cNvPr id="9" name="Rectangle 8"/>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0" name="Freeform 9"/>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2414336130"/>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3624"/>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22" name="Content Placeholder 2"/>
          <p:cNvSpPr>
            <a:spLocks noGrp="1"/>
          </p:cNvSpPr>
          <p:nvPr>
            <p:ph sz="half" idx="1"/>
          </p:nvPr>
        </p:nvSpPr>
        <p:spPr bwMode="gray">
          <a:xfrm>
            <a:off x="548783" y="1308880"/>
            <a:ext cx="11076268" cy="4906726"/>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48223185"/>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and Content_Black">
    <p:bg>
      <p:bgPr>
        <a:solidFill>
          <a:schemeClr val="tx1"/>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22" name="Content Placeholder 2"/>
          <p:cNvSpPr>
            <a:spLocks noGrp="1"/>
          </p:cNvSpPr>
          <p:nvPr>
            <p:ph sz="half" idx="1"/>
          </p:nvPr>
        </p:nvSpPr>
        <p:spPr bwMode="gray">
          <a:xfrm>
            <a:off x="548783" y="1307593"/>
            <a:ext cx="11076268" cy="491958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6" name="TextBox 5"/>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7" name="Group 6"/>
          <p:cNvGrpSpPr/>
          <p:nvPr userDrawn="1"/>
        </p:nvGrpSpPr>
        <p:grpSpPr>
          <a:xfrm>
            <a:off x="554483" y="6421482"/>
            <a:ext cx="734547" cy="245008"/>
            <a:chOff x="547688" y="952500"/>
            <a:chExt cx="12190413" cy="4067175"/>
          </a:xfrm>
        </p:grpSpPr>
        <p:sp>
          <p:nvSpPr>
            <p:cNvPr id="8" name="Rectangle 7"/>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9" name="Freeform 8"/>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2" name="Freeform 11"/>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166379285"/>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Subtitle Content">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48783" y="1572768"/>
            <a:ext cx="11076268" cy="4672523"/>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
          <p:cNvSpPr>
            <a:spLocks noGrp="1"/>
          </p:cNvSpPr>
          <p:nvPr>
            <p:ph type="body" idx="10"/>
          </p:nvPr>
        </p:nvSpPr>
        <p:spPr bwMode="gray">
          <a:xfrm>
            <a:off x="557930" y="896112"/>
            <a:ext cx="11076268" cy="292608"/>
          </a:xfrm>
          <a:prstGeom prst="rect">
            <a:avLst/>
          </a:prstGeom>
        </p:spPr>
        <p:txBody>
          <a:bodyPr lIns="0" tIns="0" rIns="0" bIns="0" anchor="ctr" anchorCtr="0">
            <a:noAutofit/>
          </a:bodyPr>
          <a:lstStyle>
            <a:lvl1pPr marL="0" indent="0">
              <a:lnSpc>
                <a:spcPts val="2200"/>
              </a:lnSpc>
              <a:spcBef>
                <a:spcPts val="0"/>
              </a:spcBef>
              <a:buNone/>
              <a:defRPr sz="22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a:t>Click to edit Master text styles</a:t>
            </a:r>
          </a:p>
        </p:txBody>
      </p:sp>
      <p:sp>
        <p:nvSpPr>
          <p:cNvPr id="11" name="Title 28"/>
          <p:cNvSpPr>
            <a:spLocks noGrp="1"/>
          </p:cNvSpPr>
          <p:nvPr>
            <p:ph type="title" hasCustomPrompt="1"/>
          </p:nvPr>
        </p:nvSpPr>
        <p:spPr bwMode="gray">
          <a:xfrm>
            <a:off x="548783" y="402337"/>
            <a:ext cx="11076268" cy="394077"/>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40474520"/>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Content_Black">
    <p:bg>
      <p:bgPr>
        <a:solidFill>
          <a:schemeClr val="tx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48783" y="1572768"/>
            <a:ext cx="11076268" cy="4670896"/>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
          <p:cNvSpPr>
            <a:spLocks noGrp="1"/>
          </p:cNvSpPr>
          <p:nvPr>
            <p:ph type="body" idx="10" hasCustomPrompt="1"/>
          </p:nvPr>
        </p:nvSpPr>
        <p:spPr bwMode="gray">
          <a:xfrm>
            <a:off x="557930" y="896112"/>
            <a:ext cx="11076268" cy="292608"/>
          </a:xfrm>
          <a:prstGeom prst="rect">
            <a:avLst/>
          </a:prstGeom>
        </p:spPr>
        <p:txBody>
          <a:bodyPr lIns="0" tIns="0" rIns="0" bIns="0" anchor="t" anchorCtr="0">
            <a:noAutofit/>
          </a:bodyPr>
          <a:lstStyle>
            <a:lvl1pPr marL="0" indent="0">
              <a:lnSpc>
                <a:spcPts val="22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a:t>Click to edit master text styles</a:t>
            </a:r>
          </a:p>
        </p:txBody>
      </p:sp>
      <p:sp>
        <p:nvSpPr>
          <p:cNvPr id="11" name="Title 28"/>
          <p:cNvSpPr>
            <a:spLocks noGrp="1"/>
          </p:cNvSpPr>
          <p:nvPr>
            <p:ph type="title" hasCustomPrompt="1"/>
          </p:nvPr>
        </p:nvSpPr>
        <p:spPr bwMode="gray">
          <a:xfrm>
            <a:off x="548783" y="402337"/>
            <a:ext cx="11076268" cy="410727"/>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 name="TextBox 6"/>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8" name="Group 7"/>
          <p:cNvGrpSpPr/>
          <p:nvPr userDrawn="1"/>
        </p:nvGrpSpPr>
        <p:grpSpPr>
          <a:xfrm>
            <a:off x="554483" y="6421482"/>
            <a:ext cx="734547" cy="245008"/>
            <a:chOff x="547688" y="952500"/>
            <a:chExt cx="12190413" cy="4067175"/>
          </a:xfrm>
        </p:grpSpPr>
        <p:sp>
          <p:nvSpPr>
            <p:cNvPr id="9" name="Rectangle 8"/>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0" name="Freeform 9"/>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851775170"/>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783" y="1307593"/>
            <a:ext cx="5380359" cy="491958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sz="half" idx="14"/>
          </p:nvPr>
        </p:nvSpPr>
        <p:spPr bwMode="gray">
          <a:xfrm>
            <a:off x="6244692" y="1307593"/>
            <a:ext cx="5380359" cy="491958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4000562"/>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wo Column Slide_Black">
    <p:bg>
      <p:bgPr>
        <a:solidFill>
          <a:schemeClr val="tx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783" y="1307593"/>
            <a:ext cx="5380359" cy="491958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sz="half" idx="14"/>
          </p:nvPr>
        </p:nvSpPr>
        <p:spPr bwMode="gray">
          <a:xfrm>
            <a:off x="6244692" y="1307593"/>
            <a:ext cx="5380359" cy="491958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 name="TextBox 6"/>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8" name="Group 7"/>
          <p:cNvGrpSpPr/>
          <p:nvPr userDrawn="1"/>
        </p:nvGrpSpPr>
        <p:grpSpPr>
          <a:xfrm>
            <a:off x="554483" y="6421482"/>
            <a:ext cx="734547" cy="245008"/>
            <a:chOff x="547688" y="952500"/>
            <a:chExt cx="12190413" cy="4067175"/>
          </a:xfrm>
        </p:grpSpPr>
        <p:sp>
          <p:nvSpPr>
            <p:cNvPr id="9" name="Rectangle 8"/>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0" name="Freeform 9"/>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3842394183"/>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783" y="1307593"/>
            <a:ext cx="3475625" cy="491958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8" name="Content Placeholder 2"/>
          <p:cNvSpPr>
            <a:spLocks noGrp="1"/>
          </p:cNvSpPr>
          <p:nvPr>
            <p:ph sz="half" idx="10"/>
          </p:nvPr>
        </p:nvSpPr>
        <p:spPr bwMode="gray">
          <a:xfrm>
            <a:off x="4349105" y="1307593"/>
            <a:ext cx="3475625" cy="491958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half" idx="11"/>
          </p:nvPr>
        </p:nvSpPr>
        <p:spPr bwMode="gray">
          <a:xfrm>
            <a:off x="8149426" y="1307593"/>
            <a:ext cx="3475625" cy="491958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8693712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hree Column Slide_Black">
    <p:bg>
      <p:bgPr>
        <a:solidFill>
          <a:schemeClr val="tx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783" y="1307593"/>
            <a:ext cx="3475625" cy="491958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8" name="Content Placeholder 2"/>
          <p:cNvSpPr>
            <a:spLocks noGrp="1"/>
          </p:cNvSpPr>
          <p:nvPr>
            <p:ph sz="half" idx="10"/>
          </p:nvPr>
        </p:nvSpPr>
        <p:spPr bwMode="gray">
          <a:xfrm>
            <a:off x="4349105" y="1307593"/>
            <a:ext cx="3475625" cy="491958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half" idx="11"/>
          </p:nvPr>
        </p:nvSpPr>
        <p:spPr bwMode="gray">
          <a:xfrm>
            <a:off x="8149426" y="1307593"/>
            <a:ext cx="3475625" cy="491958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12" name="Group 11"/>
          <p:cNvGrpSpPr/>
          <p:nvPr userDrawn="1"/>
        </p:nvGrpSpPr>
        <p:grpSpPr>
          <a:xfrm>
            <a:off x="554483" y="6421482"/>
            <a:ext cx="734547" cy="245008"/>
            <a:chOff x="547688" y="952500"/>
            <a:chExt cx="12190413" cy="4067175"/>
          </a:xfrm>
        </p:grpSpPr>
        <p:sp>
          <p:nvSpPr>
            <p:cNvPr id="13" name="Rectangle 12"/>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7"/>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8"/>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0"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1"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1782892807"/>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w/Imag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6038290"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783" y="1307593"/>
            <a:ext cx="6038290" cy="491958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8"/>
          <p:cNvSpPr>
            <a:spLocks noGrp="1"/>
          </p:cNvSpPr>
          <p:nvPr>
            <p:ph type="pic" sz="quarter" idx="16"/>
          </p:nvPr>
        </p:nvSpPr>
        <p:spPr>
          <a:xfrm>
            <a:off x="6837066" y="0"/>
            <a:ext cx="5354934"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18"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4368762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w/Image_Black">
    <p:bg>
      <p:bgPr>
        <a:solidFill>
          <a:schemeClr val="tx1"/>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6038290"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783" y="1307593"/>
            <a:ext cx="6038290" cy="491958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8"/>
          <p:cNvSpPr>
            <a:spLocks noGrp="1"/>
          </p:cNvSpPr>
          <p:nvPr>
            <p:ph type="pic" sz="quarter" idx="16"/>
          </p:nvPr>
        </p:nvSpPr>
        <p:spPr>
          <a:xfrm>
            <a:off x="6837066" y="0"/>
            <a:ext cx="5354934"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19" name="TextBox 18"/>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20" name="Group 19"/>
          <p:cNvGrpSpPr/>
          <p:nvPr userDrawn="1"/>
        </p:nvGrpSpPr>
        <p:grpSpPr>
          <a:xfrm>
            <a:off x="554483" y="6421482"/>
            <a:ext cx="734547" cy="245008"/>
            <a:chOff x="547688" y="952500"/>
            <a:chExt cx="12190413" cy="4067175"/>
          </a:xfrm>
        </p:grpSpPr>
        <p:sp>
          <p:nvSpPr>
            <p:cNvPr id="21" name="Rectangle 20"/>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2" name="Freeform 21"/>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3" name="Freeform 2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4" name="Freeform 2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5" name="Freeform 2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2006005518"/>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 Statement">
    <p:spTree>
      <p:nvGrpSpPr>
        <p:cNvPr id="1" name=""/>
        <p:cNvGrpSpPr/>
        <p:nvPr/>
      </p:nvGrpSpPr>
      <p:grpSpPr>
        <a:xfrm>
          <a:off x="0" y="0"/>
          <a:ext cx="0" cy="0"/>
          <a:chOff x="0" y="0"/>
          <a:chExt cx="0" cy="0"/>
        </a:xfrm>
      </p:grpSpPr>
      <p:sp>
        <p:nvSpPr>
          <p:cNvPr id="3" name="Rectangle 2"/>
          <p:cNvSpPr/>
          <p:nvPr userDrawn="1"/>
        </p:nvSpPr>
        <p:spPr>
          <a:xfrm>
            <a:off x="1" y="0"/>
            <a:ext cx="406284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Picture Placeholder 8"/>
          <p:cNvSpPr>
            <a:spLocks noGrp="1"/>
          </p:cNvSpPr>
          <p:nvPr>
            <p:ph type="pic" sz="quarter" idx="16"/>
          </p:nvPr>
        </p:nvSpPr>
        <p:spPr>
          <a:xfrm>
            <a:off x="4062849" y="0"/>
            <a:ext cx="8129151"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14" name="Text Placeholder 3"/>
          <p:cNvSpPr>
            <a:spLocks noGrp="1"/>
          </p:cNvSpPr>
          <p:nvPr>
            <p:ph type="body" sz="quarter" idx="18" hasCustomPrompt="1"/>
          </p:nvPr>
        </p:nvSpPr>
        <p:spPr>
          <a:xfrm>
            <a:off x="548783" y="849536"/>
            <a:ext cx="3514066" cy="1926795"/>
          </a:xfrm>
          <a:prstGeom prst="rect">
            <a:avLst/>
          </a:prstGeom>
          <a:noFill/>
        </p:spPr>
        <p:txBody>
          <a:bodyPr lIns="0" tIns="0" rIns="0" bIns="0" anchor="t">
            <a:noAutofit/>
          </a:bodyPr>
          <a:lstStyle>
            <a:lvl1pPr marL="0" indent="0">
              <a:lnSpc>
                <a:spcPts val="4200"/>
              </a:lnSpc>
              <a:spcBef>
                <a:spcPts val="0"/>
              </a:spcBef>
              <a:buFont typeface="Arial" panose="020B0604020202020204" pitchFamily="34" charset="0"/>
              <a:buNone/>
              <a:defRPr sz="4600" b="1" strike="noStrike" spc="-150" baseline="0">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dirty="0"/>
              <a:t>Photo plus</a:t>
            </a:r>
            <a:br>
              <a:rPr lang="en-US" dirty="0"/>
            </a:br>
            <a:r>
              <a:rPr lang="en-US" dirty="0"/>
              <a:t>statement</a:t>
            </a:r>
            <a:br>
              <a:rPr lang="en-US" dirty="0"/>
            </a:br>
            <a:r>
              <a:rPr lang="en-US" dirty="0"/>
              <a:t>layout</a:t>
            </a:r>
          </a:p>
        </p:txBody>
      </p:sp>
      <p:sp>
        <p:nvSpPr>
          <p:cNvPr id="8" name="Text Placeholder 7"/>
          <p:cNvSpPr>
            <a:spLocks noGrp="1"/>
          </p:cNvSpPr>
          <p:nvPr>
            <p:ph type="body" sz="quarter" idx="19" hasCustomPrompt="1"/>
          </p:nvPr>
        </p:nvSpPr>
        <p:spPr>
          <a:xfrm>
            <a:off x="548784" y="2943639"/>
            <a:ext cx="3514065" cy="1641615"/>
          </a:xfrm>
          <a:prstGeom prst="rect">
            <a:avLst/>
          </a:prstGeom>
        </p:spPr>
        <p:txBody>
          <a:bodyPr lIns="0" tIns="0" rIns="0" bIns="0"/>
          <a:lstStyle>
            <a:lvl1pPr marL="0" indent="0">
              <a:lnSpc>
                <a:spcPts val="2400"/>
              </a:lnSpc>
              <a:spcBef>
                <a:spcPts val="0"/>
              </a:spcBef>
              <a:buNone/>
              <a:defRPr sz="2400" baseline="0">
                <a:solidFill>
                  <a:schemeClr val="tx1"/>
                </a:solidFill>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Subtitle goes here</a:t>
            </a:r>
          </a:p>
        </p:txBody>
      </p:sp>
      <p:sp>
        <p:nvSpPr>
          <p:cNvPr id="18"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13062926"/>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Photo + Statement_Black">
    <p:bg>
      <p:bgPr>
        <a:solidFill>
          <a:schemeClr val="tx1"/>
        </a:solidFill>
        <a:effectLst/>
      </p:bgPr>
    </p:bg>
    <p:spTree>
      <p:nvGrpSpPr>
        <p:cNvPr id="1" name=""/>
        <p:cNvGrpSpPr/>
        <p:nvPr/>
      </p:nvGrpSpPr>
      <p:grpSpPr>
        <a:xfrm>
          <a:off x="0" y="0"/>
          <a:ext cx="0" cy="0"/>
          <a:chOff x="0" y="0"/>
          <a:chExt cx="0" cy="0"/>
        </a:xfrm>
      </p:grpSpPr>
      <p:sp>
        <p:nvSpPr>
          <p:cNvPr id="3" name="Rectangle 2"/>
          <p:cNvSpPr/>
          <p:nvPr userDrawn="1"/>
        </p:nvSpPr>
        <p:spPr>
          <a:xfrm>
            <a:off x="1" y="0"/>
            <a:ext cx="406284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Picture Placeholder 8"/>
          <p:cNvSpPr>
            <a:spLocks noGrp="1"/>
          </p:cNvSpPr>
          <p:nvPr>
            <p:ph type="pic" sz="quarter" idx="16"/>
          </p:nvPr>
        </p:nvSpPr>
        <p:spPr>
          <a:xfrm>
            <a:off x="4062849" y="0"/>
            <a:ext cx="8129151"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14" name="Text Placeholder 3"/>
          <p:cNvSpPr>
            <a:spLocks noGrp="1"/>
          </p:cNvSpPr>
          <p:nvPr>
            <p:ph type="body" sz="quarter" idx="18" hasCustomPrompt="1"/>
          </p:nvPr>
        </p:nvSpPr>
        <p:spPr>
          <a:xfrm>
            <a:off x="548783" y="849536"/>
            <a:ext cx="3514066" cy="1926795"/>
          </a:xfrm>
          <a:prstGeom prst="rect">
            <a:avLst/>
          </a:prstGeom>
          <a:noFill/>
        </p:spPr>
        <p:txBody>
          <a:bodyPr lIns="0" tIns="0" rIns="0" bIns="0" anchor="t">
            <a:noAutofit/>
          </a:bodyPr>
          <a:lstStyle>
            <a:lvl1pPr marL="0" indent="0">
              <a:lnSpc>
                <a:spcPts val="4200"/>
              </a:lnSpc>
              <a:spcBef>
                <a:spcPts val="0"/>
              </a:spcBef>
              <a:buFont typeface="Arial" panose="020B0604020202020204" pitchFamily="34" charset="0"/>
              <a:buNone/>
              <a:defRPr sz="4600" b="1" strike="noStrike" spc="-150" baseline="0">
                <a:solidFill>
                  <a:schemeClr val="bg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dirty="0"/>
              <a:t>Photo plus</a:t>
            </a:r>
            <a:br>
              <a:rPr lang="en-US" dirty="0"/>
            </a:br>
            <a:r>
              <a:rPr lang="en-US" dirty="0"/>
              <a:t>statement</a:t>
            </a:r>
            <a:br>
              <a:rPr lang="en-US" dirty="0"/>
            </a:br>
            <a:r>
              <a:rPr lang="en-US" dirty="0"/>
              <a:t>layout</a:t>
            </a:r>
          </a:p>
        </p:txBody>
      </p:sp>
      <p:sp>
        <p:nvSpPr>
          <p:cNvPr id="8" name="Text Placeholder 7"/>
          <p:cNvSpPr>
            <a:spLocks noGrp="1"/>
          </p:cNvSpPr>
          <p:nvPr>
            <p:ph type="body" sz="quarter" idx="19" hasCustomPrompt="1"/>
          </p:nvPr>
        </p:nvSpPr>
        <p:spPr>
          <a:xfrm>
            <a:off x="548784" y="2943639"/>
            <a:ext cx="3514065" cy="1641615"/>
          </a:xfrm>
          <a:prstGeom prst="rect">
            <a:avLst/>
          </a:prstGeom>
        </p:spPr>
        <p:txBody>
          <a:bodyPr lIns="0" tIns="0" rIns="0" bIns="0"/>
          <a:lstStyle>
            <a:lvl1pPr marL="0" indent="0">
              <a:lnSpc>
                <a:spcPts val="2400"/>
              </a:lnSpc>
              <a:spcBef>
                <a:spcPts val="0"/>
              </a:spcBef>
              <a:buNone/>
              <a:defRPr sz="2400" baseline="0">
                <a:solidFill>
                  <a:schemeClr val="bg1"/>
                </a:solidFill>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Subtitle goes here</a:t>
            </a:r>
          </a:p>
        </p:txBody>
      </p:sp>
      <p:sp>
        <p:nvSpPr>
          <p:cNvPr id="13"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9" name="TextBox 8"/>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10" name="Group 9"/>
          <p:cNvGrpSpPr/>
          <p:nvPr userDrawn="1"/>
        </p:nvGrpSpPr>
        <p:grpSpPr>
          <a:xfrm>
            <a:off x="554483" y="6421482"/>
            <a:ext cx="734547" cy="245008"/>
            <a:chOff x="547688" y="952500"/>
            <a:chExt cx="12190413" cy="4067175"/>
          </a:xfrm>
        </p:grpSpPr>
        <p:sp>
          <p:nvSpPr>
            <p:cNvPr id="11" name="Rectangle 10"/>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2" name="Freeform 11"/>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5"/>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6"/>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557268759"/>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Layout">
    <p:bg>
      <p:bgPr>
        <a:solidFill>
          <a:schemeClr val="bg1"/>
        </a:solidFill>
        <a:effectLst/>
      </p:bgPr>
    </p:bg>
    <p:spTree>
      <p:nvGrpSpPr>
        <p:cNvPr id="1" name=""/>
        <p:cNvGrpSpPr/>
        <p:nvPr/>
      </p:nvGrpSpPr>
      <p:grpSpPr>
        <a:xfrm>
          <a:off x="0" y="0"/>
          <a:ext cx="0" cy="0"/>
          <a:chOff x="0" y="0"/>
          <a:chExt cx="0" cy="0"/>
        </a:xfrm>
      </p:grpSpPr>
      <p:sp>
        <p:nvSpPr>
          <p:cNvPr id="15" name="Text Placeholder 107"/>
          <p:cNvSpPr>
            <a:spLocks noGrp="1"/>
          </p:cNvSpPr>
          <p:nvPr>
            <p:ph type="body" sz="quarter" idx="18" hasCustomPrompt="1"/>
          </p:nvPr>
        </p:nvSpPr>
        <p:spPr bwMode="white">
          <a:xfrm>
            <a:off x="548783" y="1276350"/>
            <a:ext cx="10167728" cy="3242641"/>
          </a:xfrm>
          <a:prstGeom prst="rect">
            <a:avLst/>
          </a:prstGeom>
        </p:spPr>
        <p:txBody>
          <a:bodyPr lIns="0" anchor="t">
            <a:normAutofit/>
          </a:bodyPr>
          <a:lstStyle>
            <a:lvl1pPr marL="0" indent="0" algn="l">
              <a:lnSpc>
                <a:spcPct val="100000"/>
              </a:lnSpc>
              <a:buNone/>
              <a:defRPr sz="4400" b="1" spc="-150">
                <a:solidFill>
                  <a:schemeClr val="tx1"/>
                </a:solidFill>
              </a:defRPr>
            </a:lvl1pPr>
            <a:lvl2pPr marL="341313" indent="0" algn="ctr">
              <a:buNone/>
              <a:defRPr>
                <a:solidFill>
                  <a:schemeClr val="bg1"/>
                </a:solidFill>
              </a:defRPr>
            </a:lvl2pPr>
            <a:lvl3pPr marL="679450" indent="0" algn="ctr">
              <a:buNone/>
              <a:defRPr>
                <a:solidFill>
                  <a:schemeClr val="bg1"/>
                </a:solidFill>
              </a:defRPr>
            </a:lvl3pPr>
            <a:lvl4pPr marL="966787" indent="0" algn="ctr">
              <a:buNone/>
              <a:defRPr>
                <a:solidFill>
                  <a:schemeClr val="bg1"/>
                </a:solidFill>
              </a:defRPr>
            </a:lvl4pPr>
            <a:lvl5pPr marL="1146175" indent="0" algn="ctr">
              <a:buNone/>
              <a:defRPr>
                <a:solidFill>
                  <a:schemeClr val="bg1"/>
                </a:solidFill>
              </a:defRPr>
            </a:lvl5pPr>
          </a:lstStyle>
          <a:p>
            <a:pPr lvl="0"/>
            <a:r>
              <a:rPr lang="en-US" dirty="0"/>
              <a:t>Click to edit quote</a:t>
            </a:r>
          </a:p>
        </p:txBody>
      </p:sp>
      <p:sp>
        <p:nvSpPr>
          <p:cNvPr id="17" name="Text Placeholder 110"/>
          <p:cNvSpPr>
            <a:spLocks noGrp="1"/>
          </p:cNvSpPr>
          <p:nvPr>
            <p:ph type="body" sz="quarter" idx="19" hasCustomPrompt="1"/>
          </p:nvPr>
        </p:nvSpPr>
        <p:spPr>
          <a:xfrm>
            <a:off x="554482" y="4623890"/>
            <a:ext cx="10162029" cy="876300"/>
          </a:xfrm>
          <a:prstGeom prst="rect">
            <a:avLst/>
          </a:prstGeom>
        </p:spPr>
        <p:txBody>
          <a:bodyPr lIns="0"/>
          <a:lstStyle>
            <a:lvl1pPr marL="0" indent="0" algn="l">
              <a:buNone/>
              <a:defRPr sz="2400" b="1" spc="-150" baseline="0">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dirty="0"/>
              <a:t>Click to edit quote source</a:t>
            </a:r>
          </a:p>
        </p:txBody>
      </p:sp>
      <p:grpSp>
        <p:nvGrpSpPr>
          <p:cNvPr id="12" name="Group 11"/>
          <p:cNvGrpSpPr/>
          <p:nvPr userDrawn="1"/>
        </p:nvGrpSpPr>
        <p:grpSpPr>
          <a:xfrm>
            <a:off x="548783" y="398464"/>
            <a:ext cx="990858" cy="735013"/>
            <a:chOff x="657226" y="398463"/>
            <a:chExt cx="990600" cy="735013"/>
          </a:xfrm>
          <a:solidFill>
            <a:schemeClr val="accent6"/>
          </a:solidFill>
        </p:grpSpPr>
        <p:sp>
          <p:nvSpPr>
            <p:cNvPr id="7" name="Freeform 5"/>
            <p:cNvSpPr>
              <a:spLocks/>
            </p:cNvSpPr>
            <p:nvPr userDrawn="1"/>
          </p:nvSpPr>
          <p:spPr bwMode="auto">
            <a:xfrm>
              <a:off x="657226"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Freeform 6"/>
            <p:cNvSpPr>
              <a:spLocks/>
            </p:cNvSpPr>
            <p:nvPr userDrawn="1"/>
          </p:nvSpPr>
          <p:spPr bwMode="auto">
            <a:xfrm>
              <a:off x="1195388"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2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188782638"/>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Quote Layout_Black">
    <p:bg>
      <p:bgPr>
        <a:solidFill>
          <a:schemeClr val="tx1"/>
        </a:solidFill>
        <a:effectLst/>
      </p:bgPr>
    </p:bg>
    <p:spTree>
      <p:nvGrpSpPr>
        <p:cNvPr id="1" name=""/>
        <p:cNvGrpSpPr/>
        <p:nvPr/>
      </p:nvGrpSpPr>
      <p:grpSpPr>
        <a:xfrm>
          <a:off x="0" y="0"/>
          <a:ext cx="0" cy="0"/>
          <a:chOff x="0" y="0"/>
          <a:chExt cx="0" cy="0"/>
        </a:xfrm>
      </p:grpSpPr>
      <p:sp>
        <p:nvSpPr>
          <p:cNvPr id="15" name="Text Placeholder 107"/>
          <p:cNvSpPr>
            <a:spLocks noGrp="1"/>
          </p:cNvSpPr>
          <p:nvPr>
            <p:ph type="body" sz="quarter" idx="18" hasCustomPrompt="1"/>
          </p:nvPr>
        </p:nvSpPr>
        <p:spPr bwMode="white">
          <a:xfrm>
            <a:off x="548783" y="1276350"/>
            <a:ext cx="10167728" cy="3242641"/>
          </a:xfrm>
          <a:prstGeom prst="rect">
            <a:avLst/>
          </a:prstGeom>
        </p:spPr>
        <p:txBody>
          <a:bodyPr lIns="0" anchor="t">
            <a:normAutofit/>
          </a:bodyPr>
          <a:lstStyle>
            <a:lvl1pPr marL="0" indent="0" algn="l">
              <a:lnSpc>
                <a:spcPct val="100000"/>
              </a:lnSpc>
              <a:buNone/>
              <a:defRPr sz="4400" b="1" spc="-150">
                <a:solidFill>
                  <a:schemeClr val="bg1"/>
                </a:solidFill>
              </a:defRPr>
            </a:lvl1pPr>
            <a:lvl2pPr marL="341313" indent="0" algn="ctr">
              <a:buNone/>
              <a:defRPr>
                <a:solidFill>
                  <a:schemeClr val="bg1"/>
                </a:solidFill>
              </a:defRPr>
            </a:lvl2pPr>
            <a:lvl3pPr marL="679450" indent="0" algn="ctr">
              <a:buNone/>
              <a:defRPr>
                <a:solidFill>
                  <a:schemeClr val="bg1"/>
                </a:solidFill>
              </a:defRPr>
            </a:lvl3pPr>
            <a:lvl4pPr marL="966787" indent="0" algn="ctr">
              <a:buNone/>
              <a:defRPr>
                <a:solidFill>
                  <a:schemeClr val="bg1"/>
                </a:solidFill>
              </a:defRPr>
            </a:lvl4pPr>
            <a:lvl5pPr marL="1146175" indent="0" algn="ctr">
              <a:buNone/>
              <a:defRPr>
                <a:solidFill>
                  <a:schemeClr val="bg1"/>
                </a:solidFill>
              </a:defRPr>
            </a:lvl5pPr>
          </a:lstStyle>
          <a:p>
            <a:pPr lvl="0"/>
            <a:r>
              <a:rPr lang="en-US" dirty="0"/>
              <a:t>Click to edit quote</a:t>
            </a:r>
          </a:p>
        </p:txBody>
      </p:sp>
      <p:sp>
        <p:nvSpPr>
          <p:cNvPr id="17" name="Text Placeholder 110"/>
          <p:cNvSpPr>
            <a:spLocks noGrp="1"/>
          </p:cNvSpPr>
          <p:nvPr>
            <p:ph type="body" sz="quarter" idx="19" hasCustomPrompt="1"/>
          </p:nvPr>
        </p:nvSpPr>
        <p:spPr>
          <a:xfrm>
            <a:off x="554482" y="4623890"/>
            <a:ext cx="10162029" cy="876300"/>
          </a:xfrm>
          <a:prstGeom prst="rect">
            <a:avLst/>
          </a:prstGeom>
        </p:spPr>
        <p:txBody>
          <a:bodyPr lIns="0"/>
          <a:lstStyle>
            <a:lvl1pPr marL="0" indent="0" algn="l">
              <a:buNone/>
              <a:defRPr sz="2400" b="1" spc="-150" baseline="0">
                <a:solidFill>
                  <a:schemeClr val="bg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dirty="0"/>
              <a:t>Click to edit quote source</a:t>
            </a:r>
          </a:p>
        </p:txBody>
      </p:sp>
      <p:grpSp>
        <p:nvGrpSpPr>
          <p:cNvPr id="12" name="Group 11"/>
          <p:cNvGrpSpPr/>
          <p:nvPr userDrawn="1"/>
        </p:nvGrpSpPr>
        <p:grpSpPr>
          <a:xfrm>
            <a:off x="657397" y="398464"/>
            <a:ext cx="990858" cy="735013"/>
            <a:chOff x="657226" y="398463"/>
            <a:chExt cx="990600" cy="735013"/>
          </a:xfrm>
          <a:solidFill>
            <a:schemeClr val="accent6"/>
          </a:solidFill>
        </p:grpSpPr>
        <p:sp>
          <p:nvSpPr>
            <p:cNvPr id="7" name="Freeform 5"/>
            <p:cNvSpPr>
              <a:spLocks/>
            </p:cNvSpPr>
            <p:nvPr userDrawn="1"/>
          </p:nvSpPr>
          <p:spPr bwMode="auto">
            <a:xfrm>
              <a:off x="657226"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Freeform 6"/>
            <p:cNvSpPr>
              <a:spLocks/>
            </p:cNvSpPr>
            <p:nvPr userDrawn="1"/>
          </p:nvSpPr>
          <p:spPr bwMode="auto">
            <a:xfrm>
              <a:off x="1195388"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14"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9" name="TextBox 8"/>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10" name="Group 9"/>
          <p:cNvGrpSpPr/>
          <p:nvPr userDrawn="1"/>
        </p:nvGrpSpPr>
        <p:grpSpPr>
          <a:xfrm>
            <a:off x="554483" y="6421482"/>
            <a:ext cx="734547" cy="245008"/>
            <a:chOff x="547688" y="952500"/>
            <a:chExt cx="12190413" cy="4067175"/>
          </a:xfrm>
        </p:grpSpPr>
        <p:sp>
          <p:nvSpPr>
            <p:cNvPr id="11" name="Rectangle 10"/>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5"/>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7"/>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8"/>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0"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1"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2018307273"/>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 Product">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568599"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9" name="Content Placeholder 2"/>
          <p:cNvSpPr>
            <a:spLocks noGrp="1"/>
          </p:cNvSpPr>
          <p:nvPr>
            <p:ph sz="half" idx="18"/>
          </p:nvPr>
        </p:nvSpPr>
        <p:spPr bwMode="gray">
          <a:xfrm>
            <a:off x="6837065" y="1307593"/>
            <a:ext cx="4708781" cy="4919589"/>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28"/>
          <p:cNvSpPr>
            <a:spLocks noGrp="1"/>
          </p:cNvSpPr>
          <p:nvPr>
            <p:ph type="title" hasCustomPrompt="1"/>
          </p:nvPr>
        </p:nvSpPr>
        <p:spPr bwMode="gray">
          <a:xfrm>
            <a:off x="6837064" y="402336"/>
            <a:ext cx="4708781"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dirty="0"/>
              <a:t>Click to edit title</a:t>
            </a:r>
          </a:p>
        </p:txBody>
      </p:sp>
      <p:sp>
        <p:nvSpPr>
          <p:cNvPr id="18"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60460650"/>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ntent w/ Product_Black">
    <p:bg>
      <p:bgPr>
        <a:solidFill>
          <a:schemeClr val="tx1"/>
        </a:solidFill>
        <a:effectLst/>
      </p:bgPr>
    </p:bg>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568599"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9" name="Content Placeholder 2"/>
          <p:cNvSpPr>
            <a:spLocks noGrp="1"/>
          </p:cNvSpPr>
          <p:nvPr>
            <p:ph sz="half" idx="18"/>
          </p:nvPr>
        </p:nvSpPr>
        <p:spPr bwMode="gray">
          <a:xfrm>
            <a:off x="6837065" y="1307592"/>
            <a:ext cx="4708781" cy="5023760"/>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28"/>
          <p:cNvSpPr>
            <a:spLocks noGrp="1"/>
          </p:cNvSpPr>
          <p:nvPr>
            <p:ph type="title" hasCustomPrompt="1"/>
          </p:nvPr>
        </p:nvSpPr>
        <p:spPr bwMode="gray">
          <a:xfrm>
            <a:off x="6837064" y="402336"/>
            <a:ext cx="4708781"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strike="noStrike" kern="1200" cap="none" spc="-150" baseline="0" dirty="0">
                <a:solidFill>
                  <a:schemeClr val="bg1"/>
                </a:solidFill>
                <a:latin typeface="Arial" pitchFamily="34" charset="0"/>
                <a:ea typeface="+mn-ea"/>
                <a:cs typeface="Arial" pitchFamily="34" charset="0"/>
              </a:defRPr>
            </a:lvl1pPr>
          </a:lstStyle>
          <a:p>
            <a:r>
              <a:rPr lang="en-US" dirty="0"/>
              <a:t>Click to edit title</a:t>
            </a:r>
          </a:p>
        </p:txBody>
      </p:sp>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8" name="TextBox 7"/>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10" name="Group 9"/>
          <p:cNvGrpSpPr/>
          <p:nvPr userDrawn="1"/>
        </p:nvGrpSpPr>
        <p:grpSpPr>
          <a:xfrm>
            <a:off x="554483" y="6421482"/>
            <a:ext cx="734547" cy="245008"/>
            <a:chOff x="547688" y="952500"/>
            <a:chExt cx="12190413" cy="4067175"/>
          </a:xfrm>
        </p:grpSpPr>
        <p:sp>
          <p:nvSpPr>
            <p:cNvPr id="13" name="Rectangle 12"/>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5"/>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6"/>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1309424381"/>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9" name="Chart Placeholder 2"/>
          <p:cNvSpPr>
            <a:spLocks noGrp="1"/>
          </p:cNvSpPr>
          <p:nvPr>
            <p:ph type="chart" sz="quarter" idx="10" hasCustomPrompt="1"/>
          </p:nvPr>
        </p:nvSpPr>
        <p:spPr bwMode="gray">
          <a:xfrm>
            <a:off x="548783" y="1307593"/>
            <a:ext cx="11076269" cy="4919588"/>
          </a:xfrm>
          <a:prstGeom prst="rect">
            <a:avLst/>
          </a:prstGeom>
        </p:spPr>
        <p:txBody>
          <a:bodyPr lIns="121899" tIns="853291" rIns="121899" bIns="60949" anchor="ctr" anchorCtr="0"/>
          <a:lstStyle>
            <a:lvl1pPr marL="0" indent="0" algn="ctr">
              <a:buFontTx/>
              <a:buNone/>
              <a:defRPr sz="2400" baseline="0">
                <a:solidFill>
                  <a:schemeClr val="bg2"/>
                </a:solidFill>
              </a:defRPr>
            </a:lvl1pPr>
          </a:lstStyle>
          <a:p>
            <a:r>
              <a:rPr lang="en-US" dirty="0"/>
              <a:t>Click icon to create chart</a:t>
            </a:r>
          </a:p>
        </p:txBody>
      </p:sp>
      <p:sp>
        <p:nvSpPr>
          <p:cNvPr id="16"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07351212"/>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hart Slide_Black">
    <p:bg>
      <p:bgPr>
        <a:solidFill>
          <a:schemeClr val="tx1"/>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402336"/>
            <a:ext cx="11076268" cy="521208"/>
          </a:xfrm>
          <a:prstGeom prst="rect">
            <a:avLst/>
          </a:prstGeom>
        </p:spPr>
        <p:txBody>
          <a:bodyPr wrap="square" lIns="0" tIns="0" rIns="0" bIns="0" anchor="t" anchorCtr="0"/>
          <a:lstStyle>
            <a:lvl1pPr marL="0" algn="l" defTabSz="1218987" rtl="0" eaLnBrk="1" latinLnBrk="0" hangingPunct="1">
              <a:lnSpc>
                <a:spcPts val="32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9" name="Chart Placeholder 2"/>
          <p:cNvSpPr>
            <a:spLocks noGrp="1"/>
          </p:cNvSpPr>
          <p:nvPr>
            <p:ph type="chart" sz="quarter" idx="10" hasCustomPrompt="1"/>
          </p:nvPr>
        </p:nvSpPr>
        <p:spPr bwMode="gray">
          <a:xfrm>
            <a:off x="548783" y="1307593"/>
            <a:ext cx="11076269" cy="4919588"/>
          </a:xfrm>
          <a:prstGeom prst="rect">
            <a:avLst/>
          </a:prstGeom>
        </p:spPr>
        <p:txBody>
          <a:bodyPr lIns="121899" tIns="853291" rIns="121899" bIns="60949" anchor="ctr" anchorCtr="0"/>
          <a:lstStyle>
            <a:lvl1pPr marL="0" indent="0" algn="ctr">
              <a:buFontTx/>
              <a:buNone/>
              <a:defRPr sz="2400" baseline="0">
                <a:solidFill>
                  <a:schemeClr val="bg1"/>
                </a:solidFill>
              </a:defRPr>
            </a:lvl1pPr>
          </a:lstStyle>
          <a:p>
            <a:r>
              <a:rPr lang="en-US" dirty="0"/>
              <a:t>Click icon to create chart</a:t>
            </a:r>
          </a:p>
        </p:txBody>
      </p:sp>
      <p:sp>
        <p:nvSpPr>
          <p:cNvPr id="11"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6" name="TextBox 5"/>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7" name="Group 6"/>
          <p:cNvGrpSpPr/>
          <p:nvPr userDrawn="1"/>
        </p:nvGrpSpPr>
        <p:grpSpPr>
          <a:xfrm>
            <a:off x="554483" y="6421482"/>
            <a:ext cx="734547" cy="245008"/>
            <a:chOff x="547688" y="952500"/>
            <a:chExt cx="12190413" cy="4067175"/>
          </a:xfrm>
        </p:grpSpPr>
        <p:sp>
          <p:nvSpPr>
            <p:cNvPr id="8" name="Rectangle 7"/>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2" name="Freeform 11"/>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3857039985"/>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12"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36189118"/>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Slide_Black">
    <p:bg>
      <p:bgPr>
        <a:solidFill>
          <a:schemeClr val="tx1"/>
        </a:solidFill>
        <a:effectLst/>
      </p:bgPr>
    </p:bg>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14" name="TextBox 13"/>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2019 Lenovo Internal. All rights reserved.</a:t>
            </a:r>
          </a:p>
        </p:txBody>
      </p:sp>
      <p:grpSp>
        <p:nvGrpSpPr>
          <p:cNvPr id="15" name="Group 14"/>
          <p:cNvGrpSpPr/>
          <p:nvPr userDrawn="1"/>
        </p:nvGrpSpPr>
        <p:grpSpPr>
          <a:xfrm>
            <a:off x="554483" y="6421482"/>
            <a:ext cx="734547" cy="245008"/>
            <a:chOff x="547688" y="952500"/>
            <a:chExt cx="12190413" cy="4067175"/>
          </a:xfrm>
        </p:grpSpPr>
        <p:sp>
          <p:nvSpPr>
            <p:cNvPr id="16" name="Rectangle 15"/>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6"/>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7"/>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8"/>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0" name="Freeform 19"/>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1"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2"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216773859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grpSp>
        <p:nvGrpSpPr>
          <p:cNvPr id="61" name="Group 60"/>
          <p:cNvGrpSpPr/>
          <p:nvPr userDrawn="1"/>
        </p:nvGrpSpPr>
        <p:grpSpPr>
          <a:xfrm rot="16200000">
            <a:off x="10816901" y="3318504"/>
            <a:ext cx="2060315" cy="689884"/>
            <a:chOff x="2374901" y="2184400"/>
            <a:chExt cx="7435850" cy="2489200"/>
          </a:xfrm>
        </p:grpSpPr>
        <p:sp>
          <p:nvSpPr>
            <p:cNvPr id="62" name="Rectangle 5"/>
            <p:cNvSpPr>
              <a:spLocks noChangeArrowheads="1"/>
            </p:cNvSpPr>
            <p:nvPr userDrawn="1"/>
          </p:nvSpPr>
          <p:spPr bwMode="auto">
            <a:xfrm>
              <a:off x="2374901" y="34290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3" name="Rectangle 6"/>
            <p:cNvSpPr>
              <a:spLocks noChangeArrowheads="1"/>
            </p:cNvSpPr>
            <p:nvPr userDrawn="1"/>
          </p:nvSpPr>
          <p:spPr bwMode="auto">
            <a:xfrm>
              <a:off x="3613151" y="3429000"/>
              <a:ext cx="1239838" cy="1244600"/>
            </a:xfrm>
            <a:prstGeom prst="rect">
              <a:avLst/>
            </a:prstGeom>
            <a:solidFill>
              <a:srgbClr val="498BC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4" name="Rectangle 7"/>
            <p:cNvSpPr>
              <a:spLocks noChangeArrowheads="1"/>
            </p:cNvSpPr>
            <p:nvPr userDrawn="1"/>
          </p:nvSpPr>
          <p:spPr bwMode="auto">
            <a:xfrm>
              <a:off x="4852988" y="3429000"/>
              <a:ext cx="1239838" cy="1244600"/>
            </a:xfrm>
            <a:prstGeom prst="rect">
              <a:avLst/>
            </a:prstGeom>
            <a:solidFill>
              <a:srgbClr val="E7478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5" name="Rectangle 8"/>
            <p:cNvSpPr>
              <a:spLocks noChangeArrowheads="1"/>
            </p:cNvSpPr>
            <p:nvPr userDrawn="1"/>
          </p:nvSpPr>
          <p:spPr bwMode="auto">
            <a:xfrm>
              <a:off x="6092826" y="34290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6" name="Rectangle 9"/>
            <p:cNvSpPr>
              <a:spLocks noChangeArrowheads="1"/>
            </p:cNvSpPr>
            <p:nvPr userDrawn="1"/>
          </p:nvSpPr>
          <p:spPr bwMode="auto">
            <a:xfrm>
              <a:off x="7331076" y="34290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7" name="Rectangle 10"/>
            <p:cNvSpPr>
              <a:spLocks noChangeArrowheads="1"/>
            </p:cNvSpPr>
            <p:nvPr userDrawn="1"/>
          </p:nvSpPr>
          <p:spPr bwMode="auto">
            <a:xfrm>
              <a:off x="8570913" y="34290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8" name="Rectangle 11"/>
            <p:cNvSpPr>
              <a:spLocks noChangeArrowheads="1"/>
            </p:cNvSpPr>
            <p:nvPr userDrawn="1"/>
          </p:nvSpPr>
          <p:spPr bwMode="auto">
            <a:xfrm>
              <a:off x="2374901" y="2184400"/>
              <a:ext cx="1238250" cy="1244600"/>
            </a:xfrm>
            <a:prstGeom prst="rect">
              <a:avLst/>
            </a:prstGeom>
            <a:solidFill>
              <a:srgbClr val="F36C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9" name="Rectangle 12"/>
            <p:cNvSpPr>
              <a:spLocks noChangeArrowheads="1"/>
            </p:cNvSpPr>
            <p:nvPr userDrawn="1"/>
          </p:nvSpPr>
          <p:spPr bwMode="auto">
            <a:xfrm>
              <a:off x="3613151"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0" name="Rectangle 13"/>
            <p:cNvSpPr>
              <a:spLocks noChangeArrowheads="1"/>
            </p:cNvSpPr>
            <p:nvPr userDrawn="1"/>
          </p:nvSpPr>
          <p:spPr bwMode="auto">
            <a:xfrm>
              <a:off x="4852988" y="2184400"/>
              <a:ext cx="1239838" cy="1244600"/>
            </a:xfrm>
            <a:prstGeom prst="rect">
              <a:avLst/>
            </a:prstGeom>
            <a:solidFill>
              <a:srgbClr val="7073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1" name="Rectangle 14"/>
            <p:cNvSpPr>
              <a:spLocks noChangeArrowheads="1"/>
            </p:cNvSpPr>
            <p:nvPr userDrawn="1"/>
          </p:nvSpPr>
          <p:spPr bwMode="auto">
            <a:xfrm>
              <a:off x="6092826" y="2184400"/>
              <a:ext cx="1238250" cy="1244600"/>
            </a:xfrm>
            <a:prstGeom prst="rect">
              <a:avLst/>
            </a:prstGeom>
            <a:solidFill>
              <a:srgbClr val="6EBE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2" name="Rectangle 15"/>
            <p:cNvSpPr>
              <a:spLocks noChangeArrowheads="1"/>
            </p:cNvSpPr>
            <p:nvPr userDrawn="1"/>
          </p:nvSpPr>
          <p:spPr bwMode="auto">
            <a:xfrm>
              <a:off x="7331076" y="2184400"/>
              <a:ext cx="1239838" cy="1244600"/>
            </a:xfrm>
            <a:prstGeom prst="rect">
              <a:avLst/>
            </a:prstGeom>
            <a:solidFill>
              <a:srgbClr val="FFDC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3" name="Rectangle 16"/>
            <p:cNvSpPr>
              <a:spLocks noChangeArrowheads="1"/>
            </p:cNvSpPr>
            <p:nvPr userDrawn="1"/>
          </p:nvSpPr>
          <p:spPr bwMode="auto">
            <a:xfrm>
              <a:off x="8570913" y="2184400"/>
              <a:ext cx="1239838" cy="1244600"/>
            </a:xfrm>
            <a:prstGeom prst="rect">
              <a:avLst/>
            </a:prstGeom>
            <a:solidFill>
              <a:srgbClr val="7F58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4" name="Freeform 17"/>
            <p:cNvSpPr>
              <a:spLocks/>
            </p:cNvSpPr>
            <p:nvPr userDrawn="1"/>
          </p:nvSpPr>
          <p:spPr bwMode="auto">
            <a:xfrm>
              <a:off x="7331076" y="2184400"/>
              <a:ext cx="1239838" cy="1244600"/>
            </a:xfrm>
            <a:custGeom>
              <a:avLst/>
              <a:gdLst>
                <a:gd name="T0" fmla="*/ 0 w 781"/>
                <a:gd name="T1" fmla="*/ 784 h 784"/>
                <a:gd name="T2" fmla="*/ 0 w 781"/>
                <a:gd name="T3" fmla="*/ 784 h 784"/>
                <a:gd name="T4" fmla="*/ 781 w 781"/>
                <a:gd name="T5" fmla="*/ 784 h 784"/>
                <a:gd name="T6" fmla="*/ 781 w 781"/>
                <a:gd name="T7" fmla="*/ 0 h 784"/>
                <a:gd name="T8" fmla="*/ 781 w 781"/>
                <a:gd name="T9" fmla="*/ 0 h 784"/>
                <a:gd name="T10" fmla="*/ 0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0" y="784"/>
                  </a:moveTo>
                  <a:lnTo>
                    <a:pt x="0" y="784"/>
                  </a:lnTo>
                  <a:lnTo>
                    <a:pt x="781" y="784"/>
                  </a:lnTo>
                  <a:lnTo>
                    <a:pt x="781" y="0"/>
                  </a:lnTo>
                  <a:lnTo>
                    <a:pt x="781" y="0"/>
                  </a:lnTo>
                  <a:lnTo>
                    <a:pt x="0" y="784"/>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5" name="Freeform 18"/>
            <p:cNvSpPr>
              <a:spLocks/>
            </p:cNvSpPr>
            <p:nvPr userDrawn="1"/>
          </p:nvSpPr>
          <p:spPr bwMode="auto">
            <a:xfrm>
              <a:off x="7331076" y="2184400"/>
              <a:ext cx="620713" cy="622300"/>
            </a:xfrm>
            <a:custGeom>
              <a:avLst/>
              <a:gdLst>
                <a:gd name="T0" fmla="*/ 391 w 391"/>
                <a:gd name="T1" fmla="*/ 0 h 392"/>
                <a:gd name="T2" fmla="*/ 391 w 391"/>
                <a:gd name="T3" fmla="*/ 0 h 392"/>
                <a:gd name="T4" fmla="*/ 0 w 391"/>
                <a:gd name="T5" fmla="*/ 0 h 392"/>
                <a:gd name="T6" fmla="*/ 0 w 391"/>
                <a:gd name="T7" fmla="*/ 392 h 392"/>
                <a:gd name="T8" fmla="*/ 0 w 391"/>
                <a:gd name="T9" fmla="*/ 392 h 392"/>
                <a:gd name="T10" fmla="*/ 391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391" y="0"/>
                  </a:moveTo>
                  <a:lnTo>
                    <a:pt x="391" y="0"/>
                  </a:lnTo>
                  <a:lnTo>
                    <a:pt x="0" y="0"/>
                  </a:lnTo>
                  <a:lnTo>
                    <a:pt x="0" y="392"/>
                  </a:lnTo>
                  <a:lnTo>
                    <a:pt x="0" y="392"/>
                  </a:lnTo>
                  <a:lnTo>
                    <a:pt x="391" y="0"/>
                  </a:lnTo>
                  <a:close/>
                </a:path>
              </a:pathLst>
            </a:custGeom>
            <a:solidFill>
              <a:srgbClr val="F36C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6" name="Freeform 19"/>
            <p:cNvSpPr>
              <a:spLocks/>
            </p:cNvSpPr>
            <p:nvPr userDrawn="1"/>
          </p:nvSpPr>
          <p:spPr bwMode="auto">
            <a:xfrm>
              <a:off x="2374901" y="2184400"/>
              <a:ext cx="1238250" cy="1244600"/>
            </a:xfrm>
            <a:custGeom>
              <a:avLst/>
              <a:gdLst>
                <a:gd name="T0" fmla="*/ 0 w 780"/>
                <a:gd name="T1" fmla="*/ 784 h 784"/>
                <a:gd name="T2" fmla="*/ 0 w 780"/>
                <a:gd name="T3" fmla="*/ 784 h 784"/>
                <a:gd name="T4" fmla="*/ 0 w 780"/>
                <a:gd name="T5" fmla="*/ 0 h 784"/>
                <a:gd name="T6" fmla="*/ 780 w 780"/>
                <a:gd name="T7" fmla="*/ 0 h 784"/>
                <a:gd name="T8" fmla="*/ 780 w 780"/>
                <a:gd name="T9" fmla="*/ 0 h 784"/>
                <a:gd name="T10" fmla="*/ 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0" y="784"/>
                  </a:moveTo>
                  <a:lnTo>
                    <a:pt x="0" y="784"/>
                  </a:lnTo>
                  <a:lnTo>
                    <a:pt x="0" y="0"/>
                  </a:lnTo>
                  <a:lnTo>
                    <a:pt x="780" y="0"/>
                  </a:lnTo>
                  <a:lnTo>
                    <a:pt x="780" y="0"/>
                  </a:lnTo>
                  <a:lnTo>
                    <a:pt x="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7" name="Freeform 20"/>
            <p:cNvSpPr>
              <a:spLocks/>
            </p:cNvSpPr>
            <p:nvPr userDrawn="1"/>
          </p:nvSpPr>
          <p:spPr bwMode="auto">
            <a:xfrm>
              <a:off x="2994026" y="2806700"/>
              <a:ext cx="619125" cy="622300"/>
            </a:xfrm>
            <a:custGeom>
              <a:avLst/>
              <a:gdLst>
                <a:gd name="T0" fmla="*/ 390 w 390"/>
                <a:gd name="T1" fmla="*/ 0 h 392"/>
                <a:gd name="T2" fmla="*/ 390 w 390"/>
                <a:gd name="T3" fmla="*/ 0 h 392"/>
                <a:gd name="T4" fmla="*/ 390 w 390"/>
                <a:gd name="T5" fmla="*/ 392 h 392"/>
                <a:gd name="T6" fmla="*/ 0 w 390"/>
                <a:gd name="T7" fmla="*/ 392 h 392"/>
                <a:gd name="T8" fmla="*/ 0 w 390"/>
                <a:gd name="T9" fmla="*/ 392 h 392"/>
                <a:gd name="T10" fmla="*/ 39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390" y="0"/>
                  </a:moveTo>
                  <a:lnTo>
                    <a:pt x="390" y="0"/>
                  </a:lnTo>
                  <a:lnTo>
                    <a:pt x="390" y="392"/>
                  </a:lnTo>
                  <a:lnTo>
                    <a:pt x="0" y="392"/>
                  </a:lnTo>
                  <a:lnTo>
                    <a:pt x="0" y="392"/>
                  </a:lnTo>
                  <a:lnTo>
                    <a:pt x="39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8" name="Freeform 21"/>
            <p:cNvSpPr>
              <a:spLocks/>
            </p:cNvSpPr>
            <p:nvPr userDrawn="1"/>
          </p:nvSpPr>
          <p:spPr bwMode="auto">
            <a:xfrm>
              <a:off x="3613151" y="3429000"/>
              <a:ext cx="1239838" cy="1244600"/>
            </a:xfrm>
            <a:custGeom>
              <a:avLst/>
              <a:gdLst>
                <a:gd name="T0" fmla="*/ 0 w 781"/>
                <a:gd name="T1" fmla="*/ 0 h 784"/>
                <a:gd name="T2" fmla="*/ 0 w 781"/>
                <a:gd name="T3" fmla="*/ 0 h 784"/>
                <a:gd name="T4" fmla="*/ 781 w 781"/>
                <a:gd name="T5" fmla="*/ 0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781" y="0"/>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79" name="Freeform 22"/>
            <p:cNvSpPr>
              <a:spLocks/>
            </p:cNvSpPr>
            <p:nvPr userDrawn="1"/>
          </p:nvSpPr>
          <p:spPr bwMode="auto">
            <a:xfrm>
              <a:off x="3613151" y="4051300"/>
              <a:ext cx="620713" cy="622300"/>
            </a:xfrm>
            <a:custGeom>
              <a:avLst/>
              <a:gdLst>
                <a:gd name="T0" fmla="*/ 391 w 391"/>
                <a:gd name="T1" fmla="*/ 392 h 392"/>
                <a:gd name="T2" fmla="*/ 391 w 391"/>
                <a:gd name="T3" fmla="*/ 392 h 392"/>
                <a:gd name="T4" fmla="*/ 0 w 391"/>
                <a:gd name="T5" fmla="*/ 392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0" y="392"/>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0" name="Freeform 23"/>
            <p:cNvSpPr>
              <a:spLocks/>
            </p:cNvSpPr>
            <p:nvPr userDrawn="1"/>
          </p:nvSpPr>
          <p:spPr bwMode="auto">
            <a:xfrm>
              <a:off x="6092826" y="2184400"/>
              <a:ext cx="619125" cy="1244600"/>
            </a:xfrm>
            <a:custGeom>
              <a:avLst/>
              <a:gdLst>
                <a:gd name="T0" fmla="*/ 288 w 288"/>
                <a:gd name="T1" fmla="*/ 288 h 576"/>
                <a:gd name="T2" fmla="*/ 0 w 288"/>
                <a:gd name="T3" fmla="*/ 576 h 576"/>
                <a:gd name="T4" fmla="*/ 0 w 288"/>
                <a:gd name="T5" fmla="*/ 0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447"/>
                    <a:pt x="159" y="576"/>
                    <a:pt x="0" y="576"/>
                  </a:cubicBezTo>
                  <a:cubicBezTo>
                    <a:pt x="0" y="0"/>
                    <a:pt x="0" y="0"/>
                    <a:pt x="0" y="0"/>
                  </a:cubicBezTo>
                  <a:cubicBezTo>
                    <a:pt x="159" y="0"/>
                    <a:pt x="288" y="129"/>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2" name="Freeform 24"/>
            <p:cNvSpPr>
              <a:spLocks/>
            </p:cNvSpPr>
            <p:nvPr userDrawn="1"/>
          </p:nvSpPr>
          <p:spPr bwMode="auto">
            <a:xfrm>
              <a:off x="6711951" y="2184400"/>
              <a:ext cx="619125" cy="1244600"/>
            </a:xfrm>
            <a:custGeom>
              <a:avLst/>
              <a:gdLst>
                <a:gd name="T0" fmla="*/ 288 w 288"/>
                <a:gd name="T1" fmla="*/ 0 h 576"/>
                <a:gd name="T2" fmla="*/ 288 w 288"/>
                <a:gd name="T3" fmla="*/ 576 h 576"/>
                <a:gd name="T4" fmla="*/ 0 w 288"/>
                <a:gd name="T5" fmla="*/ 288 h 576"/>
                <a:gd name="T6" fmla="*/ 288 w 288"/>
                <a:gd name="T7" fmla="*/ 0 h 576"/>
              </a:gdLst>
              <a:ahLst/>
              <a:cxnLst>
                <a:cxn ang="0">
                  <a:pos x="T0" y="T1"/>
                </a:cxn>
                <a:cxn ang="0">
                  <a:pos x="T2" y="T3"/>
                </a:cxn>
                <a:cxn ang="0">
                  <a:pos x="T4" y="T5"/>
                </a:cxn>
                <a:cxn ang="0">
                  <a:pos x="T6" y="T7"/>
                </a:cxn>
              </a:cxnLst>
              <a:rect l="0" t="0" r="r" b="b"/>
              <a:pathLst>
                <a:path w="288" h="576">
                  <a:moveTo>
                    <a:pt x="288" y="0"/>
                  </a:moveTo>
                  <a:cubicBezTo>
                    <a:pt x="288" y="576"/>
                    <a:pt x="288" y="576"/>
                    <a:pt x="288" y="576"/>
                  </a:cubicBezTo>
                  <a:cubicBezTo>
                    <a:pt x="129" y="576"/>
                    <a:pt x="0" y="447"/>
                    <a:pt x="0" y="288"/>
                  </a:cubicBezTo>
                  <a:cubicBezTo>
                    <a:pt x="0" y="129"/>
                    <a:pt x="129" y="0"/>
                    <a:pt x="288" y="0"/>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3" name="Freeform 25"/>
            <p:cNvSpPr>
              <a:spLocks/>
            </p:cNvSpPr>
            <p:nvPr userDrawn="1"/>
          </p:nvSpPr>
          <p:spPr bwMode="auto">
            <a:xfrm>
              <a:off x="8570913" y="2184400"/>
              <a:ext cx="1239838" cy="1244600"/>
            </a:xfrm>
            <a:custGeom>
              <a:avLst/>
              <a:gdLst>
                <a:gd name="T0" fmla="*/ 0 w 781"/>
                <a:gd name="T1" fmla="*/ 0 h 784"/>
                <a:gd name="T2" fmla="*/ 0 w 781"/>
                <a:gd name="T3" fmla="*/ 0 h 784"/>
                <a:gd name="T4" fmla="*/ 0 w 781"/>
                <a:gd name="T5" fmla="*/ 784 h 784"/>
                <a:gd name="T6" fmla="*/ 781 w 781"/>
                <a:gd name="T7" fmla="*/ 784 h 784"/>
                <a:gd name="T8" fmla="*/ 781 w 781"/>
                <a:gd name="T9" fmla="*/ 784 h 784"/>
                <a:gd name="T10" fmla="*/ 0 w 781"/>
                <a:gd name="T11" fmla="*/ 0 h 784"/>
              </a:gdLst>
              <a:ahLst/>
              <a:cxnLst>
                <a:cxn ang="0">
                  <a:pos x="T0" y="T1"/>
                </a:cxn>
                <a:cxn ang="0">
                  <a:pos x="T2" y="T3"/>
                </a:cxn>
                <a:cxn ang="0">
                  <a:pos x="T4" y="T5"/>
                </a:cxn>
                <a:cxn ang="0">
                  <a:pos x="T6" y="T7"/>
                </a:cxn>
                <a:cxn ang="0">
                  <a:pos x="T8" y="T9"/>
                </a:cxn>
                <a:cxn ang="0">
                  <a:pos x="T10" y="T11"/>
                </a:cxn>
              </a:cxnLst>
              <a:rect l="0" t="0" r="r" b="b"/>
              <a:pathLst>
                <a:path w="781" h="784">
                  <a:moveTo>
                    <a:pt x="0" y="0"/>
                  </a:moveTo>
                  <a:lnTo>
                    <a:pt x="0" y="0"/>
                  </a:lnTo>
                  <a:lnTo>
                    <a:pt x="0" y="784"/>
                  </a:lnTo>
                  <a:lnTo>
                    <a:pt x="781" y="784"/>
                  </a:lnTo>
                  <a:lnTo>
                    <a:pt x="781" y="784"/>
                  </a:lnTo>
                  <a:lnTo>
                    <a:pt x="0" y="0"/>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4" name="Freeform 26"/>
            <p:cNvSpPr>
              <a:spLocks/>
            </p:cNvSpPr>
            <p:nvPr userDrawn="1"/>
          </p:nvSpPr>
          <p:spPr bwMode="auto">
            <a:xfrm>
              <a:off x="9190038" y="2184400"/>
              <a:ext cx="620713" cy="622300"/>
            </a:xfrm>
            <a:custGeom>
              <a:avLst/>
              <a:gdLst>
                <a:gd name="T0" fmla="*/ 391 w 391"/>
                <a:gd name="T1" fmla="*/ 392 h 392"/>
                <a:gd name="T2" fmla="*/ 391 w 391"/>
                <a:gd name="T3" fmla="*/ 392 h 392"/>
                <a:gd name="T4" fmla="*/ 391 w 391"/>
                <a:gd name="T5" fmla="*/ 0 h 392"/>
                <a:gd name="T6" fmla="*/ 0 w 391"/>
                <a:gd name="T7" fmla="*/ 0 h 392"/>
                <a:gd name="T8" fmla="*/ 0 w 391"/>
                <a:gd name="T9" fmla="*/ 0 h 392"/>
                <a:gd name="T10" fmla="*/ 391 w 391"/>
                <a:gd name="T11" fmla="*/ 392 h 392"/>
              </a:gdLst>
              <a:ahLst/>
              <a:cxnLst>
                <a:cxn ang="0">
                  <a:pos x="T0" y="T1"/>
                </a:cxn>
                <a:cxn ang="0">
                  <a:pos x="T2" y="T3"/>
                </a:cxn>
                <a:cxn ang="0">
                  <a:pos x="T4" y="T5"/>
                </a:cxn>
                <a:cxn ang="0">
                  <a:pos x="T6" y="T7"/>
                </a:cxn>
                <a:cxn ang="0">
                  <a:pos x="T8" y="T9"/>
                </a:cxn>
                <a:cxn ang="0">
                  <a:pos x="T10" y="T11"/>
                </a:cxn>
              </a:cxnLst>
              <a:rect l="0" t="0" r="r" b="b"/>
              <a:pathLst>
                <a:path w="391" h="392">
                  <a:moveTo>
                    <a:pt x="391" y="392"/>
                  </a:moveTo>
                  <a:lnTo>
                    <a:pt x="391" y="392"/>
                  </a:lnTo>
                  <a:lnTo>
                    <a:pt x="391" y="0"/>
                  </a:lnTo>
                  <a:lnTo>
                    <a:pt x="0" y="0"/>
                  </a:lnTo>
                  <a:lnTo>
                    <a:pt x="0" y="0"/>
                  </a:lnTo>
                  <a:lnTo>
                    <a:pt x="391" y="392"/>
                  </a:lnTo>
                  <a:close/>
                </a:path>
              </a:pathLst>
            </a:custGeom>
            <a:solidFill>
              <a:srgbClr val="4CC2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5" name="Freeform 27"/>
            <p:cNvSpPr>
              <a:spLocks/>
            </p:cNvSpPr>
            <p:nvPr userDrawn="1"/>
          </p:nvSpPr>
          <p:spPr bwMode="auto">
            <a:xfrm>
              <a:off x="7331076" y="3429000"/>
              <a:ext cx="1239838" cy="622300"/>
            </a:xfrm>
            <a:custGeom>
              <a:avLst/>
              <a:gdLst>
                <a:gd name="T0" fmla="*/ 288 w 576"/>
                <a:gd name="T1" fmla="*/ 288 h 288"/>
                <a:gd name="T2" fmla="*/ 0 w 576"/>
                <a:gd name="T3" fmla="*/ 0 h 288"/>
                <a:gd name="T4" fmla="*/ 576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129" y="288"/>
                    <a:pt x="0" y="159"/>
                    <a:pt x="0" y="0"/>
                  </a:cubicBezTo>
                  <a:cubicBezTo>
                    <a:pt x="576" y="0"/>
                    <a:pt x="576" y="0"/>
                    <a:pt x="576" y="0"/>
                  </a:cubicBezTo>
                  <a:cubicBezTo>
                    <a:pt x="576" y="159"/>
                    <a:pt x="447" y="288"/>
                    <a:pt x="288"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6" name="Freeform 28"/>
            <p:cNvSpPr>
              <a:spLocks/>
            </p:cNvSpPr>
            <p:nvPr userDrawn="1"/>
          </p:nvSpPr>
          <p:spPr bwMode="auto">
            <a:xfrm>
              <a:off x="7331076" y="4051300"/>
              <a:ext cx="1239838" cy="622300"/>
            </a:xfrm>
            <a:custGeom>
              <a:avLst/>
              <a:gdLst>
                <a:gd name="T0" fmla="*/ 576 w 576"/>
                <a:gd name="T1" fmla="*/ 288 h 288"/>
                <a:gd name="T2" fmla="*/ 0 w 576"/>
                <a:gd name="T3" fmla="*/ 288 h 288"/>
                <a:gd name="T4" fmla="*/ 288 w 576"/>
                <a:gd name="T5" fmla="*/ 0 h 288"/>
                <a:gd name="T6" fmla="*/ 576 w 576"/>
                <a:gd name="T7" fmla="*/ 288 h 288"/>
              </a:gdLst>
              <a:ahLst/>
              <a:cxnLst>
                <a:cxn ang="0">
                  <a:pos x="T0" y="T1"/>
                </a:cxn>
                <a:cxn ang="0">
                  <a:pos x="T2" y="T3"/>
                </a:cxn>
                <a:cxn ang="0">
                  <a:pos x="T4" y="T5"/>
                </a:cxn>
                <a:cxn ang="0">
                  <a:pos x="T6" y="T7"/>
                </a:cxn>
              </a:cxnLst>
              <a:rect l="0" t="0" r="r" b="b"/>
              <a:pathLst>
                <a:path w="576" h="288">
                  <a:moveTo>
                    <a:pt x="576" y="288"/>
                  </a:moveTo>
                  <a:cubicBezTo>
                    <a:pt x="0" y="288"/>
                    <a:pt x="0" y="288"/>
                    <a:pt x="0" y="288"/>
                  </a:cubicBezTo>
                  <a:cubicBezTo>
                    <a:pt x="0" y="129"/>
                    <a:pt x="129" y="0"/>
                    <a:pt x="288" y="0"/>
                  </a:cubicBezTo>
                  <a:cubicBezTo>
                    <a:pt x="447" y="0"/>
                    <a:pt x="576" y="129"/>
                    <a:pt x="576" y="288"/>
                  </a:cubicBezTo>
                  <a:close/>
                </a:path>
              </a:pathLst>
            </a:custGeom>
            <a:solidFill>
              <a:srgbClr val="498BC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7" name="Freeform 29"/>
            <p:cNvSpPr>
              <a:spLocks/>
            </p:cNvSpPr>
            <p:nvPr userDrawn="1"/>
          </p:nvSpPr>
          <p:spPr bwMode="auto">
            <a:xfrm>
              <a:off x="6092826" y="3429000"/>
              <a:ext cx="1238250" cy="1244600"/>
            </a:xfrm>
            <a:custGeom>
              <a:avLst/>
              <a:gdLst>
                <a:gd name="T0" fmla="*/ 780 w 780"/>
                <a:gd name="T1" fmla="*/ 784 h 784"/>
                <a:gd name="T2" fmla="*/ 780 w 780"/>
                <a:gd name="T3" fmla="*/ 784 h 784"/>
                <a:gd name="T4" fmla="*/ 0 w 780"/>
                <a:gd name="T5" fmla="*/ 784 h 784"/>
                <a:gd name="T6" fmla="*/ 0 w 780"/>
                <a:gd name="T7" fmla="*/ 0 h 784"/>
                <a:gd name="T8" fmla="*/ 0 w 780"/>
                <a:gd name="T9" fmla="*/ 0 h 784"/>
                <a:gd name="T10" fmla="*/ 780 w 780"/>
                <a:gd name="T11" fmla="*/ 784 h 784"/>
              </a:gdLst>
              <a:ahLst/>
              <a:cxnLst>
                <a:cxn ang="0">
                  <a:pos x="T0" y="T1"/>
                </a:cxn>
                <a:cxn ang="0">
                  <a:pos x="T2" y="T3"/>
                </a:cxn>
                <a:cxn ang="0">
                  <a:pos x="T4" y="T5"/>
                </a:cxn>
                <a:cxn ang="0">
                  <a:pos x="T6" y="T7"/>
                </a:cxn>
                <a:cxn ang="0">
                  <a:pos x="T8" y="T9"/>
                </a:cxn>
                <a:cxn ang="0">
                  <a:pos x="T10" y="T11"/>
                </a:cxn>
              </a:cxnLst>
              <a:rect l="0" t="0" r="r" b="b"/>
              <a:pathLst>
                <a:path w="780" h="784">
                  <a:moveTo>
                    <a:pt x="780" y="784"/>
                  </a:moveTo>
                  <a:lnTo>
                    <a:pt x="780" y="784"/>
                  </a:lnTo>
                  <a:lnTo>
                    <a:pt x="0" y="784"/>
                  </a:lnTo>
                  <a:lnTo>
                    <a:pt x="0" y="0"/>
                  </a:lnTo>
                  <a:lnTo>
                    <a:pt x="0" y="0"/>
                  </a:lnTo>
                  <a:lnTo>
                    <a:pt x="780"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8" name="Freeform 30"/>
            <p:cNvSpPr>
              <a:spLocks/>
            </p:cNvSpPr>
            <p:nvPr userDrawn="1"/>
          </p:nvSpPr>
          <p:spPr bwMode="auto">
            <a:xfrm>
              <a:off x="6711951" y="3429000"/>
              <a:ext cx="619125" cy="622300"/>
            </a:xfrm>
            <a:custGeom>
              <a:avLst/>
              <a:gdLst>
                <a:gd name="T0" fmla="*/ 0 w 390"/>
                <a:gd name="T1" fmla="*/ 0 h 392"/>
                <a:gd name="T2" fmla="*/ 0 w 390"/>
                <a:gd name="T3" fmla="*/ 0 h 392"/>
                <a:gd name="T4" fmla="*/ 390 w 390"/>
                <a:gd name="T5" fmla="*/ 0 h 392"/>
                <a:gd name="T6" fmla="*/ 390 w 390"/>
                <a:gd name="T7" fmla="*/ 392 h 392"/>
                <a:gd name="T8" fmla="*/ 390 w 390"/>
                <a:gd name="T9" fmla="*/ 392 h 392"/>
                <a:gd name="T10" fmla="*/ 0 w 390"/>
                <a:gd name="T11" fmla="*/ 0 h 392"/>
              </a:gdLst>
              <a:ahLst/>
              <a:cxnLst>
                <a:cxn ang="0">
                  <a:pos x="T0" y="T1"/>
                </a:cxn>
                <a:cxn ang="0">
                  <a:pos x="T2" y="T3"/>
                </a:cxn>
                <a:cxn ang="0">
                  <a:pos x="T4" y="T5"/>
                </a:cxn>
                <a:cxn ang="0">
                  <a:pos x="T6" y="T7"/>
                </a:cxn>
                <a:cxn ang="0">
                  <a:pos x="T8" y="T9"/>
                </a:cxn>
                <a:cxn ang="0">
                  <a:pos x="T10" y="T11"/>
                </a:cxn>
              </a:cxnLst>
              <a:rect l="0" t="0" r="r" b="b"/>
              <a:pathLst>
                <a:path w="390" h="392">
                  <a:moveTo>
                    <a:pt x="0" y="0"/>
                  </a:moveTo>
                  <a:lnTo>
                    <a:pt x="0" y="0"/>
                  </a:lnTo>
                  <a:lnTo>
                    <a:pt x="390" y="0"/>
                  </a:lnTo>
                  <a:lnTo>
                    <a:pt x="390" y="392"/>
                  </a:lnTo>
                  <a:lnTo>
                    <a:pt x="390"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9" name="Freeform 31"/>
            <p:cNvSpPr>
              <a:spLocks/>
            </p:cNvSpPr>
            <p:nvPr userDrawn="1"/>
          </p:nvSpPr>
          <p:spPr bwMode="auto">
            <a:xfrm>
              <a:off x="4852988" y="3429000"/>
              <a:ext cx="619125" cy="1244600"/>
            </a:xfrm>
            <a:custGeom>
              <a:avLst/>
              <a:gdLst>
                <a:gd name="T0" fmla="*/ 288 w 288"/>
                <a:gd name="T1" fmla="*/ 288 h 576"/>
                <a:gd name="T2" fmla="*/ 0 w 288"/>
                <a:gd name="T3" fmla="*/ 0 h 576"/>
                <a:gd name="T4" fmla="*/ 0 w 288"/>
                <a:gd name="T5" fmla="*/ 576 h 576"/>
                <a:gd name="T6" fmla="*/ 288 w 288"/>
                <a:gd name="T7" fmla="*/ 288 h 576"/>
              </a:gdLst>
              <a:ahLst/>
              <a:cxnLst>
                <a:cxn ang="0">
                  <a:pos x="T0" y="T1"/>
                </a:cxn>
                <a:cxn ang="0">
                  <a:pos x="T2" y="T3"/>
                </a:cxn>
                <a:cxn ang="0">
                  <a:pos x="T4" y="T5"/>
                </a:cxn>
                <a:cxn ang="0">
                  <a:pos x="T6" y="T7"/>
                </a:cxn>
              </a:cxnLst>
              <a:rect l="0" t="0" r="r" b="b"/>
              <a:pathLst>
                <a:path w="288" h="576">
                  <a:moveTo>
                    <a:pt x="288" y="288"/>
                  </a:moveTo>
                  <a:cubicBezTo>
                    <a:pt x="288" y="129"/>
                    <a:pt x="159" y="0"/>
                    <a:pt x="0" y="0"/>
                  </a:cubicBezTo>
                  <a:cubicBezTo>
                    <a:pt x="0" y="576"/>
                    <a:pt x="0" y="576"/>
                    <a:pt x="0" y="576"/>
                  </a:cubicBezTo>
                  <a:cubicBezTo>
                    <a:pt x="159" y="576"/>
                    <a:pt x="288" y="447"/>
                    <a:pt x="288" y="288"/>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0" name="Freeform 32"/>
            <p:cNvSpPr>
              <a:spLocks/>
            </p:cNvSpPr>
            <p:nvPr userDrawn="1"/>
          </p:nvSpPr>
          <p:spPr bwMode="auto">
            <a:xfrm>
              <a:off x="5472113" y="3429000"/>
              <a:ext cx="620713" cy="1244600"/>
            </a:xfrm>
            <a:custGeom>
              <a:avLst/>
              <a:gdLst>
                <a:gd name="T0" fmla="*/ 288 w 288"/>
                <a:gd name="T1" fmla="*/ 576 h 576"/>
                <a:gd name="T2" fmla="*/ 288 w 288"/>
                <a:gd name="T3" fmla="*/ 0 h 576"/>
                <a:gd name="T4" fmla="*/ 0 w 288"/>
                <a:gd name="T5" fmla="*/ 288 h 576"/>
                <a:gd name="T6" fmla="*/ 288 w 288"/>
                <a:gd name="T7" fmla="*/ 576 h 576"/>
              </a:gdLst>
              <a:ahLst/>
              <a:cxnLst>
                <a:cxn ang="0">
                  <a:pos x="T0" y="T1"/>
                </a:cxn>
                <a:cxn ang="0">
                  <a:pos x="T2" y="T3"/>
                </a:cxn>
                <a:cxn ang="0">
                  <a:pos x="T4" y="T5"/>
                </a:cxn>
                <a:cxn ang="0">
                  <a:pos x="T6" y="T7"/>
                </a:cxn>
              </a:cxnLst>
              <a:rect l="0" t="0" r="r" b="b"/>
              <a:pathLst>
                <a:path w="288" h="576">
                  <a:moveTo>
                    <a:pt x="288" y="576"/>
                  </a:moveTo>
                  <a:cubicBezTo>
                    <a:pt x="288" y="0"/>
                    <a:pt x="288" y="0"/>
                    <a:pt x="288" y="0"/>
                  </a:cubicBezTo>
                  <a:cubicBezTo>
                    <a:pt x="129" y="0"/>
                    <a:pt x="0" y="129"/>
                    <a:pt x="0" y="288"/>
                  </a:cubicBezTo>
                  <a:cubicBezTo>
                    <a:pt x="0" y="447"/>
                    <a:pt x="129" y="576"/>
                    <a:pt x="288" y="576"/>
                  </a:cubicBezTo>
                  <a:close/>
                </a:path>
              </a:pathLst>
            </a:custGeom>
            <a:solidFill>
              <a:srgbClr val="7F58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1" name="Freeform 33"/>
            <p:cNvSpPr>
              <a:spLocks/>
            </p:cNvSpPr>
            <p:nvPr userDrawn="1"/>
          </p:nvSpPr>
          <p:spPr bwMode="auto">
            <a:xfrm>
              <a:off x="3613151" y="2184400"/>
              <a:ext cx="1239838"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2" name="Freeform 34"/>
            <p:cNvSpPr>
              <a:spLocks/>
            </p:cNvSpPr>
            <p:nvPr userDrawn="1"/>
          </p:nvSpPr>
          <p:spPr bwMode="auto">
            <a:xfrm>
              <a:off x="3613151" y="2806700"/>
              <a:ext cx="1239838"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E747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3" name="Freeform 35"/>
            <p:cNvSpPr>
              <a:spLocks/>
            </p:cNvSpPr>
            <p:nvPr userDrawn="1"/>
          </p:nvSpPr>
          <p:spPr bwMode="auto">
            <a:xfrm>
              <a:off x="4852988" y="2184400"/>
              <a:ext cx="1239838" cy="1244600"/>
            </a:xfrm>
            <a:custGeom>
              <a:avLst/>
              <a:gdLst>
                <a:gd name="T0" fmla="*/ 781 w 781"/>
                <a:gd name="T1" fmla="*/ 784 h 784"/>
                <a:gd name="T2" fmla="*/ 781 w 781"/>
                <a:gd name="T3" fmla="*/ 784 h 784"/>
                <a:gd name="T4" fmla="*/ 0 w 781"/>
                <a:gd name="T5" fmla="*/ 784 h 784"/>
                <a:gd name="T6" fmla="*/ 0 w 781"/>
                <a:gd name="T7" fmla="*/ 0 h 784"/>
                <a:gd name="T8" fmla="*/ 0 w 781"/>
                <a:gd name="T9" fmla="*/ 0 h 784"/>
                <a:gd name="T10" fmla="*/ 781 w 781"/>
                <a:gd name="T11" fmla="*/ 784 h 784"/>
              </a:gdLst>
              <a:ahLst/>
              <a:cxnLst>
                <a:cxn ang="0">
                  <a:pos x="T0" y="T1"/>
                </a:cxn>
                <a:cxn ang="0">
                  <a:pos x="T2" y="T3"/>
                </a:cxn>
                <a:cxn ang="0">
                  <a:pos x="T4" y="T5"/>
                </a:cxn>
                <a:cxn ang="0">
                  <a:pos x="T6" y="T7"/>
                </a:cxn>
                <a:cxn ang="0">
                  <a:pos x="T8" y="T9"/>
                </a:cxn>
                <a:cxn ang="0">
                  <a:pos x="T10" y="T11"/>
                </a:cxn>
              </a:cxnLst>
              <a:rect l="0" t="0" r="r" b="b"/>
              <a:pathLst>
                <a:path w="781" h="784">
                  <a:moveTo>
                    <a:pt x="781" y="784"/>
                  </a:moveTo>
                  <a:lnTo>
                    <a:pt x="781" y="784"/>
                  </a:lnTo>
                  <a:lnTo>
                    <a:pt x="0" y="784"/>
                  </a:lnTo>
                  <a:lnTo>
                    <a:pt x="0" y="0"/>
                  </a:lnTo>
                  <a:lnTo>
                    <a:pt x="0" y="0"/>
                  </a:lnTo>
                  <a:lnTo>
                    <a:pt x="781" y="784"/>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4" name="Freeform 36"/>
            <p:cNvSpPr>
              <a:spLocks/>
            </p:cNvSpPr>
            <p:nvPr userDrawn="1"/>
          </p:nvSpPr>
          <p:spPr bwMode="auto">
            <a:xfrm>
              <a:off x="5472113" y="2184400"/>
              <a:ext cx="620713" cy="622300"/>
            </a:xfrm>
            <a:custGeom>
              <a:avLst/>
              <a:gdLst>
                <a:gd name="T0" fmla="*/ 0 w 391"/>
                <a:gd name="T1" fmla="*/ 0 h 392"/>
                <a:gd name="T2" fmla="*/ 0 w 391"/>
                <a:gd name="T3" fmla="*/ 0 h 392"/>
                <a:gd name="T4" fmla="*/ 391 w 391"/>
                <a:gd name="T5" fmla="*/ 0 h 392"/>
                <a:gd name="T6" fmla="*/ 391 w 391"/>
                <a:gd name="T7" fmla="*/ 392 h 392"/>
                <a:gd name="T8" fmla="*/ 391 w 391"/>
                <a:gd name="T9" fmla="*/ 392 h 392"/>
                <a:gd name="T10" fmla="*/ 0 w 391"/>
                <a:gd name="T11" fmla="*/ 0 h 392"/>
              </a:gdLst>
              <a:ahLst/>
              <a:cxnLst>
                <a:cxn ang="0">
                  <a:pos x="T0" y="T1"/>
                </a:cxn>
                <a:cxn ang="0">
                  <a:pos x="T2" y="T3"/>
                </a:cxn>
                <a:cxn ang="0">
                  <a:pos x="T4" y="T5"/>
                </a:cxn>
                <a:cxn ang="0">
                  <a:pos x="T6" y="T7"/>
                </a:cxn>
                <a:cxn ang="0">
                  <a:pos x="T8" y="T9"/>
                </a:cxn>
                <a:cxn ang="0">
                  <a:pos x="T10" y="T11"/>
                </a:cxn>
              </a:cxnLst>
              <a:rect l="0" t="0" r="r" b="b"/>
              <a:pathLst>
                <a:path w="391" h="392">
                  <a:moveTo>
                    <a:pt x="0" y="0"/>
                  </a:moveTo>
                  <a:lnTo>
                    <a:pt x="0" y="0"/>
                  </a:lnTo>
                  <a:lnTo>
                    <a:pt x="391" y="0"/>
                  </a:lnTo>
                  <a:lnTo>
                    <a:pt x="391" y="392"/>
                  </a:lnTo>
                  <a:lnTo>
                    <a:pt x="391" y="392"/>
                  </a:lnTo>
                  <a:lnTo>
                    <a:pt x="0" y="0"/>
                  </a:lnTo>
                  <a:close/>
                </a:path>
              </a:pathLst>
            </a:custGeom>
            <a:solidFill>
              <a:srgbClr val="E32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5" name="Freeform 37"/>
            <p:cNvSpPr>
              <a:spLocks/>
            </p:cNvSpPr>
            <p:nvPr userDrawn="1"/>
          </p:nvSpPr>
          <p:spPr bwMode="auto">
            <a:xfrm>
              <a:off x="2374901" y="3429000"/>
              <a:ext cx="1238250" cy="622300"/>
            </a:xfrm>
            <a:custGeom>
              <a:avLst/>
              <a:gdLst>
                <a:gd name="T0" fmla="*/ 288 w 576"/>
                <a:gd name="T1" fmla="*/ 288 h 288"/>
                <a:gd name="T2" fmla="*/ 576 w 576"/>
                <a:gd name="T3" fmla="*/ 0 h 288"/>
                <a:gd name="T4" fmla="*/ 0 w 576"/>
                <a:gd name="T5" fmla="*/ 0 h 288"/>
                <a:gd name="T6" fmla="*/ 288 w 576"/>
                <a:gd name="T7" fmla="*/ 288 h 288"/>
              </a:gdLst>
              <a:ahLst/>
              <a:cxnLst>
                <a:cxn ang="0">
                  <a:pos x="T0" y="T1"/>
                </a:cxn>
                <a:cxn ang="0">
                  <a:pos x="T2" y="T3"/>
                </a:cxn>
                <a:cxn ang="0">
                  <a:pos x="T4" y="T5"/>
                </a:cxn>
                <a:cxn ang="0">
                  <a:pos x="T6" y="T7"/>
                </a:cxn>
              </a:cxnLst>
              <a:rect l="0" t="0" r="r" b="b"/>
              <a:pathLst>
                <a:path w="576" h="288">
                  <a:moveTo>
                    <a:pt x="288" y="288"/>
                  </a:moveTo>
                  <a:cubicBezTo>
                    <a:pt x="447" y="288"/>
                    <a:pt x="576" y="159"/>
                    <a:pt x="576" y="0"/>
                  </a:cubicBezTo>
                  <a:cubicBezTo>
                    <a:pt x="0" y="0"/>
                    <a:pt x="0" y="0"/>
                    <a:pt x="0" y="0"/>
                  </a:cubicBezTo>
                  <a:cubicBezTo>
                    <a:pt x="0" y="159"/>
                    <a:pt x="129" y="288"/>
                    <a:pt x="288"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6" name="Freeform 38"/>
            <p:cNvSpPr>
              <a:spLocks/>
            </p:cNvSpPr>
            <p:nvPr userDrawn="1"/>
          </p:nvSpPr>
          <p:spPr bwMode="auto">
            <a:xfrm>
              <a:off x="2374901" y="4051300"/>
              <a:ext cx="1238250" cy="622300"/>
            </a:xfrm>
            <a:custGeom>
              <a:avLst/>
              <a:gdLst>
                <a:gd name="T0" fmla="*/ 0 w 576"/>
                <a:gd name="T1" fmla="*/ 288 h 288"/>
                <a:gd name="T2" fmla="*/ 576 w 576"/>
                <a:gd name="T3" fmla="*/ 288 h 288"/>
                <a:gd name="T4" fmla="*/ 288 w 576"/>
                <a:gd name="T5" fmla="*/ 0 h 288"/>
                <a:gd name="T6" fmla="*/ 0 w 576"/>
                <a:gd name="T7" fmla="*/ 288 h 288"/>
              </a:gdLst>
              <a:ahLst/>
              <a:cxnLst>
                <a:cxn ang="0">
                  <a:pos x="T0" y="T1"/>
                </a:cxn>
                <a:cxn ang="0">
                  <a:pos x="T2" y="T3"/>
                </a:cxn>
                <a:cxn ang="0">
                  <a:pos x="T4" y="T5"/>
                </a:cxn>
                <a:cxn ang="0">
                  <a:pos x="T6" y="T7"/>
                </a:cxn>
              </a:cxnLst>
              <a:rect l="0" t="0" r="r" b="b"/>
              <a:pathLst>
                <a:path w="576" h="288">
                  <a:moveTo>
                    <a:pt x="0" y="288"/>
                  </a:moveTo>
                  <a:cubicBezTo>
                    <a:pt x="576" y="288"/>
                    <a:pt x="576" y="288"/>
                    <a:pt x="576" y="288"/>
                  </a:cubicBezTo>
                  <a:cubicBezTo>
                    <a:pt x="576" y="129"/>
                    <a:pt x="447" y="0"/>
                    <a:pt x="288" y="0"/>
                  </a:cubicBezTo>
                  <a:cubicBezTo>
                    <a:pt x="129" y="0"/>
                    <a:pt x="0" y="129"/>
                    <a:pt x="0" y="288"/>
                  </a:cubicBezTo>
                  <a:close/>
                </a:path>
              </a:pathLst>
            </a:custGeom>
            <a:solidFill>
              <a:srgbClr val="7073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7" name="Freeform 39"/>
            <p:cNvSpPr>
              <a:spLocks/>
            </p:cNvSpPr>
            <p:nvPr userDrawn="1"/>
          </p:nvSpPr>
          <p:spPr bwMode="auto">
            <a:xfrm>
              <a:off x="9190038" y="3429000"/>
              <a:ext cx="620713" cy="1244600"/>
            </a:xfrm>
            <a:custGeom>
              <a:avLst/>
              <a:gdLst>
                <a:gd name="T0" fmla="*/ 0 w 288"/>
                <a:gd name="T1" fmla="*/ 288 h 576"/>
                <a:gd name="T2" fmla="*/ 288 w 288"/>
                <a:gd name="T3" fmla="*/ 576 h 576"/>
                <a:gd name="T4" fmla="*/ 288 w 288"/>
                <a:gd name="T5" fmla="*/ 0 h 576"/>
                <a:gd name="T6" fmla="*/ 0 w 288"/>
                <a:gd name="T7" fmla="*/ 288 h 576"/>
              </a:gdLst>
              <a:ahLst/>
              <a:cxnLst>
                <a:cxn ang="0">
                  <a:pos x="T0" y="T1"/>
                </a:cxn>
                <a:cxn ang="0">
                  <a:pos x="T2" y="T3"/>
                </a:cxn>
                <a:cxn ang="0">
                  <a:pos x="T4" y="T5"/>
                </a:cxn>
                <a:cxn ang="0">
                  <a:pos x="T6" y="T7"/>
                </a:cxn>
              </a:cxnLst>
              <a:rect l="0" t="0" r="r" b="b"/>
              <a:pathLst>
                <a:path w="288" h="576">
                  <a:moveTo>
                    <a:pt x="0" y="288"/>
                  </a:moveTo>
                  <a:cubicBezTo>
                    <a:pt x="0" y="447"/>
                    <a:pt x="129" y="576"/>
                    <a:pt x="288" y="576"/>
                  </a:cubicBezTo>
                  <a:cubicBezTo>
                    <a:pt x="288" y="0"/>
                    <a:pt x="288" y="0"/>
                    <a:pt x="288" y="0"/>
                  </a:cubicBezTo>
                  <a:cubicBezTo>
                    <a:pt x="129" y="0"/>
                    <a:pt x="0" y="129"/>
                    <a:pt x="0" y="288"/>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8" name="Freeform 40"/>
            <p:cNvSpPr>
              <a:spLocks/>
            </p:cNvSpPr>
            <p:nvPr userDrawn="1"/>
          </p:nvSpPr>
          <p:spPr bwMode="auto">
            <a:xfrm>
              <a:off x="8570913" y="3429000"/>
              <a:ext cx="619125" cy="1244600"/>
            </a:xfrm>
            <a:custGeom>
              <a:avLst/>
              <a:gdLst>
                <a:gd name="T0" fmla="*/ 0 w 288"/>
                <a:gd name="T1" fmla="*/ 0 h 576"/>
                <a:gd name="T2" fmla="*/ 0 w 288"/>
                <a:gd name="T3" fmla="*/ 576 h 576"/>
                <a:gd name="T4" fmla="*/ 288 w 288"/>
                <a:gd name="T5" fmla="*/ 288 h 576"/>
                <a:gd name="T6" fmla="*/ 0 w 288"/>
                <a:gd name="T7" fmla="*/ 0 h 576"/>
              </a:gdLst>
              <a:ahLst/>
              <a:cxnLst>
                <a:cxn ang="0">
                  <a:pos x="T0" y="T1"/>
                </a:cxn>
                <a:cxn ang="0">
                  <a:pos x="T2" y="T3"/>
                </a:cxn>
                <a:cxn ang="0">
                  <a:pos x="T4" y="T5"/>
                </a:cxn>
                <a:cxn ang="0">
                  <a:pos x="T6" y="T7"/>
                </a:cxn>
              </a:cxnLst>
              <a:rect l="0" t="0" r="r" b="b"/>
              <a:pathLst>
                <a:path w="288" h="576">
                  <a:moveTo>
                    <a:pt x="0" y="0"/>
                  </a:moveTo>
                  <a:cubicBezTo>
                    <a:pt x="0" y="576"/>
                    <a:pt x="0" y="576"/>
                    <a:pt x="0" y="576"/>
                  </a:cubicBezTo>
                  <a:cubicBezTo>
                    <a:pt x="159" y="576"/>
                    <a:pt x="288" y="447"/>
                    <a:pt x="288" y="288"/>
                  </a:cubicBezTo>
                  <a:cubicBezTo>
                    <a:pt x="288" y="129"/>
                    <a:pt x="159" y="0"/>
                    <a:pt x="0" y="0"/>
                  </a:cubicBezTo>
                  <a:close/>
                </a:path>
              </a:pathLst>
            </a:custGeom>
            <a:solidFill>
              <a:srgbClr val="6EBE4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9" name="Freeform 41"/>
            <p:cNvSpPr>
              <a:spLocks/>
            </p:cNvSpPr>
            <p:nvPr userDrawn="1"/>
          </p:nvSpPr>
          <p:spPr bwMode="auto">
            <a:xfrm>
              <a:off x="5040313" y="3022600"/>
              <a:ext cx="962025" cy="974725"/>
            </a:xfrm>
            <a:custGeom>
              <a:avLst/>
              <a:gdLst>
                <a:gd name="T0" fmla="*/ 267 w 447"/>
                <a:gd name="T1" fmla="*/ 0 h 451"/>
                <a:gd name="T2" fmla="*/ 122 w 447"/>
                <a:gd name="T3" fmla="*/ 71 h 451"/>
                <a:gd name="T4" fmla="*/ 122 w 447"/>
                <a:gd name="T5" fmla="*/ 71 h 451"/>
                <a:gd name="T6" fmla="*/ 122 w 447"/>
                <a:gd name="T7" fmla="*/ 71 h 451"/>
                <a:gd name="T8" fmla="*/ 122 w 447"/>
                <a:gd name="T9" fmla="*/ 8 h 451"/>
                <a:gd name="T10" fmla="*/ 0 w 447"/>
                <a:gd name="T11" fmla="*/ 8 h 451"/>
                <a:gd name="T12" fmla="*/ 0 w 447"/>
                <a:gd name="T13" fmla="*/ 451 h 451"/>
                <a:gd name="T14" fmla="*/ 122 w 447"/>
                <a:gd name="T15" fmla="*/ 451 h 451"/>
                <a:gd name="T16" fmla="*/ 122 w 447"/>
                <a:gd name="T17" fmla="*/ 199 h 451"/>
                <a:gd name="T18" fmla="*/ 222 w 447"/>
                <a:gd name="T19" fmla="*/ 105 h 451"/>
                <a:gd name="T20" fmla="*/ 325 w 447"/>
                <a:gd name="T21" fmla="*/ 199 h 451"/>
                <a:gd name="T22" fmla="*/ 325 w 447"/>
                <a:gd name="T23" fmla="*/ 451 h 451"/>
                <a:gd name="T24" fmla="*/ 447 w 447"/>
                <a:gd name="T25" fmla="*/ 451 h 451"/>
                <a:gd name="T26" fmla="*/ 447 w 447"/>
                <a:gd name="T27" fmla="*/ 176 h 451"/>
                <a:gd name="T28" fmla="*/ 267 w 447"/>
                <a:gd name="T29" fmla="*/ 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7" h="451">
                  <a:moveTo>
                    <a:pt x="267" y="0"/>
                  </a:moveTo>
                  <a:cubicBezTo>
                    <a:pt x="216" y="0"/>
                    <a:pt x="158" y="24"/>
                    <a:pt x="122" y="71"/>
                  </a:cubicBezTo>
                  <a:cubicBezTo>
                    <a:pt x="122" y="71"/>
                    <a:pt x="122" y="71"/>
                    <a:pt x="122" y="71"/>
                  </a:cubicBezTo>
                  <a:cubicBezTo>
                    <a:pt x="122" y="71"/>
                    <a:pt x="122" y="71"/>
                    <a:pt x="122" y="71"/>
                  </a:cubicBezTo>
                  <a:cubicBezTo>
                    <a:pt x="122" y="8"/>
                    <a:pt x="122" y="8"/>
                    <a:pt x="122" y="8"/>
                  </a:cubicBezTo>
                  <a:cubicBezTo>
                    <a:pt x="0" y="8"/>
                    <a:pt x="0" y="8"/>
                    <a:pt x="0" y="8"/>
                  </a:cubicBezTo>
                  <a:cubicBezTo>
                    <a:pt x="0" y="451"/>
                    <a:pt x="0" y="451"/>
                    <a:pt x="0" y="451"/>
                  </a:cubicBezTo>
                  <a:cubicBezTo>
                    <a:pt x="122" y="451"/>
                    <a:pt x="122" y="451"/>
                    <a:pt x="122" y="451"/>
                  </a:cubicBezTo>
                  <a:cubicBezTo>
                    <a:pt x="122" y="199"/>
                    <a:pt x="122" y="199"/>
                    <a:pt x="122" y="199"/>
                  </a:cubicBezTo>
                  <a:cubicBezTo>
                    <a:pt x="122" y="153"/>
                    <a:pt x="157" y="105"/>
                    <a:pt x="222" y="105"/>
                  </a:cubicBezTo>
                  <a:cubicBezTo>
                    <a:pt x="273" y="105"/>
                    <a:pt x="325" y="140"/>
                    <a:pt x="325" y="199"/>
                  </a:cubicBezTo>
                  <a:cubicBezTo>
                    <a:pt x="325" y="451"/>
                    <a:pt x="325" y="451"/>
                    <a:pt x="325" y="451"/>
                  </a:cubicBezTo>
                  <a:cubicBezTo>
                    <a:pt x="447" y="451"/>
                    <a:pt x="447" y="451"/>
                    <a:pt x="447" y="451"/>
                  </a:cubicBezTo>
                  <a:cubicBezTo>
                    <a:pt x="447" y="176"/>
                    <a:pt x="447" y="176"/>
                    <a:pt x="447" y="176"/>
                  </a:cubicBezTo>
                  <a:cubicBezTo>
                    <a:pt x="447" y="74"/>
                    <a:pt x="374" y="0"/>
                    <a:pt x="267"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0" name="Freeform 42"/>
            <p:cNvSpPr>
              <a:spLocks/>
            </p:cNvSpPr>
            <p:nvPr userDrawn="1"/>
          </p:nvSpPr>
          <p:spPr bwMode="auto">
            <a:xfrm>
              <a:off x="7091363" y="3040063"/>
              <a:ext cx="1069975" cy="957263"/>
            </a:xfrm>
            <a:custGeom>
              <a:avLst/>
              <a:gdLst>
                <a:gd name="T0" fmla="*/ 486 w 674"/>
                <a:gd name="T1" fmla="*/ 0 h 603"/>
                <a:gd name="T2" fmla="*/ 337 w 674"/>
                <a:gd name="T3" fmla="*/ 411 h 603"/>
                <a:gd name="T4" fmla="*/ 188 w 674"/>
                <a:gd name="T5" fmla="*/ 0 h 603"/>
                <a:gd name="T6" fmla="*/ 0 w 674"/>
                <a:gd name="T7" fmla="*/ 0 h 603"/>
                <a:gd name="T8" fmla="*/ 246 w 674"/>
                <a:gd name="T9" fmla="*/ 603 h 603"/>
                <a:gd name="T10" fmla="*/ 428 w 674"/>
                <a:gd name="T11" fmla="*/ 603 h 603"/>
                <a:gd name="T12" fmla="*/ 674 w 674"/>
                <a:gd name="T13" fmla="*/ 0 h 603"/>
                <a:gd name="T14" fmla="*/ 486 w 674"/>
                <a:gd name="T15" fmla="*/ 0 h 6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4" h="603">
                  <a:moveTo>
                    <a:pt x="486" y="0"/>
                  </a:moveTo>
                  <a:lnTo>
                    <a:pt x="337" y="411"/>
                  </a:lnTo>
                  <a:lnTo>
                    <a:pt x="188" y="0"/>
                  </a:lnTo>
                  <a:lnTo>
                    <a:pt x="0" y="0"/>
                  </a:lnTo>
                  <a:lnTo>
                    <a:pt x="246" y="603"/>
                  </a:lnTo>
                  <a:lnTo>
                    <a:pt x="428" y="603"/>
                  </a:lnTo>
                  <a:lnTo>
                    <a:pt x="674" y="0"/>
                  </a:lnTo>
                  <a:lnTo>
                    <a:pt x="48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1" name="Freeform 43"/>
            <p:cNvSpPr>
              <a:spLocks noEditPoints="1"/>
            </p:cNvSpPr>
            <p:nvPr userDrawn="1"/>
          </p:nvSpPr>
          <p:spPr bwMode="auto">
            <a:xfrm>
              <a:off x="3949701" y="3022600"/>
              <a:ext cx="998538" cy="992188"/>
            </a:xfrm>
            <a:custGeom>
              <a:avLst/>
              <a:gdLst>
                <a:gd name="T0" fmla="*/ 378 w 464"/>
                <a:gd name="T1" fmla="*/ 315 h 459"/>
                <a:gd name="T2" fmla="*/ 250 w 464"/>
                <a:gd name="T3" fmla="*/ 362 h 459"/>
                <a:gd name="T4" fmla="*/ 152 w 464"/>
                <a:gd name="T5" fmla="*/ 326 h 459"/>
                <a:gd name="T6" fmla="*/ 464 w 464"/>
                <a:gd name="T7" fmla="*/ 197 h 459"/>
                <a:gd name="T8" fmla="*/ 410 w 464"/>
                <a:gd name="T9" fmla="*/ 73 h 459"/>
                <a:gd name="T10" fmla="*/ 235 w 464"/>
                <a:gd name="T11" fmla="*/ 0 h 459"/>
                <a:gd name="T12" fmla="*/ 0 w 464"/>
                <a:gd name="T13" fmla="*/ 229 h 459"/>
                <a:gd name="T14" fmla="*/ 249 w 464"/>
                <a:gd name="T15" fmla="*/ 459 h 459"/>
                <a:gd name="T16" fmla="*/ 455 w 464"/>
                <a:gd name="T17" fmla="*/ 374 h 459"/>
                <a:gd name="T18" fmla="*/ 378 w 464"/>
                <a:gd name="T19" fmla="*/ 315 h 459"/>
                <a:gd name="T20" fmla="*/ 144 w 464"/>
                <a:gd name="T21" fmla="*/ 141 h 459"/>
                <a:gd name="T22" fmla="*/ 237 w 464"/>
                <a:gd name="T23" fmla="*/ 97 h 459"/>
                <a:gd name="T24" fmla="*/ 332 w 464"/>
                <a:gd name="T25" fmla="*/ 159 h 459"/>
                <a:gd name="T26" fmla="*/ 119 w 464"/>
                <a:gd name="T27" fmla="*/ 247 h 459"/>
                <a:gd name="T28" fmla="*/ 144 w 464"/>
                <a:gd name="T29" fmla="*/ 141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4" h="459">
                  <a:moveTo>
                    <a:pt x="378" y="315"/>
                  </a:moveTo>
                  <a:cubicBezTo>
                    <a:pt x="326" y="353"/>
                    <a:pt x="297" y="362"/>
                    <a:pt x="250" y="362"/>
                  </a:cubicBezTo>
                  <a:cubicBezTo>
                    <a:pt x="208" y="362"/>
                    <a:pt x="176" y="349"/>
                    <a:pt x="152" y="326"/>
                  </a:cubicBezTo>
                  <a:cubicBezTo>
                    <a:pt x="464" y="197"/>
                    <a:pt x="464" y="197"/>
                    <a:pt x="464" y="197"/>
                  </a:cubicBezTo>
                  <a:cubicBezTo>
                    <a:pt x="457" y="149"/>
                    <a:pt x="439" y="106"/>
                    <a:pt x="410" y="73"/>
                  </a:cubicBezTo>
                  <a:cubicBezTo>
                    <a:pt x="370" y="25"/>
                    <a:pt x="309" y="0"/>
                    <a:pt x="235" y="0"/>
                  </a:cubicBezTo>
                  <a:cubicBezTo>
                    <a:pt x="101" y="0"/>
                    <a:pt x="0" y="99"/>
                    <a:pt x="0" y="229"/>
                  </a:cubicBezTo>
                  <a:cubicBezTo>
                    <a:pt x="0" y="363"/>
                    <a:pt x="102" y="459"/>
                    <a:pt x="249" y="459"/>
                  </a:cubicBezTo>
                  <a:cubicBezTo>
                    <a:pt x="331" y="459"/>
                    <a:pt x="415" y="420"/>
                    <a:pt x="455" y="374"/>
                  </a:cubicBezTo>
                  <a:lnTo>
                    <a:pt x="378" y="315"/>
                  </a:lnTo>
                  <a:close/>
                  <a:moveTo>
                    <a:pt x="144" y="141"/>
                  </a:moveTo>
                  <a:cubicBezTo>
                    <a:pt x="165" y="113"/>
                    <a:pt x="198" y="97"/>
                    <a:pt x="237" y="97"/>
                  </a:cubicBezTo>
                  <a:cubicBezTo>
                    <a:pt x="281" y="97"/>
                    <a:pt x="315" y="122"/>
                    <a:pt x="332" y="159"/>
                  </a:cubicBezTo>
                  <a:cubicBezTo>
                    <a:pt x="119" y="247"/>
                    <a:pt x="119" y="247"/>
                    <a:pt x="119" y="247"/>
                  </a:cubicBezTo>
                  <a:cubicBezTo>
                    <a:pt x="113" y="202"/>
                    <a:pt x="125" y="167"/>
                    <a:pt x="144" y="14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2" name="Freeform 44"/>
            <p:cNvSpPr>
              <a:spLocks/>
            </p:cNvSpPr>
            <p:nvPr userDrawn="1"/>
          </p:nvSpPr>
          <p:spPr bwMode="auto">
            <a:xfrm>
              <a:off x="3065463" y="2752725"/>
              <a:ext cx="860425" cy="1244600"/>
            </a:xfrm>
            <a:custGeom>
              <a:avLst/>
              <a:gdLst>
                <a:gd name="T0" fmla="*/ 542 w 542"/>
                <a:gd name="T1" fmla="*/ 632 h 784"/>
                <a:gd name="T2" fmla="*/ 166 w 542"/>
                <a:gd name="T3" fmla="*/ 632 h 784"/>
                <a:gd name="T4" fmla="*/ 166 w 542"/>
                <a:gd name="T5" fmla="*/ 0 h 784"/>
                <a:gd name="T6" fmla="*/ 0 w 542"/>
                <a:gd name="T7" fmla="*/ 0 h 784"/>
                <a:gd name="T8" fmla="*/ 0 w 542"/>
                <a:gd name="T9" fmla="*/ 784 h 784"/>
                <a:gd name="T10" fmla="*/ 542 w 542"/>
                <a:gd name="T11" fmla="*/ 784 h 784"/>
                <a:gd name="T12" fmla="*/ 542 w 542"/>
                <a:gd name="T13" fmla="*/ 632 h 784"/>
              </a:gdLst>
              <a:ahLst/>
              <a:cxnLst>
                <a:cxn ang="0">
                  <a:pos x="T0" y="T1"/>
                </a:cxn>
                <a:cxn ang="0">
                  <a:pos x="T2" y="T3"/>
                </a:cxn>
                <a:cxn ang="0">
                  <a:pos x="T4" y="T5"/>
                </a:cxn>
                <a:cxn ang="0">
                  <a:pos x="T6" y="T7"/>
                </a:cxn>
                <a:cxn ang="0">
                  <a:pos x="T8" y="T9"/>
                </a:cxn>
                <a:cxn ang="0">
                  <a:pos x="T10" y="T11"/>
                </a:cxn>
                <a:cxn ang="0">
                  <a:pos x="T12" y="T13"/>
                </a:cxn>
              </a:cxnLst>
              <a:rect l="0" t="0" r="r" b="b"/>
              <a:pathLst>
                <a:path w="542" h="784">
                  <a:moveTo>
                    <a:pt x="542" y="632"/>
                  </a:moveTo>
                  <a:lnTo>
                    <a:pt x="166" y="632"/>
                  </a:lnTo>
                  <a:lnTo>
                    <a:pt x="166" y="0"/>
                  </a:lnTo>
                  <a:lnTo>
                    <a:pt x="0" y="0"/>
                  </a:lnTo>
                  <a:lnTo>
                    <a:pt x="0" y="784"/>
                  </a:lnTo>
                  <a:lnTo>
                    <a:pt x="542" y="784"/>
                  </a:lnTo>
                  <a:lnTo>
                    <a:pt x="542" y="6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3" name="Freeform 45"/>
            <p:cNvSpPr>
              <a:spLocks noEditPoints="1"/>
            </p:cNvSpPr>
            <p:nvPr userDrawn="1"/>
          </p:nvSpPr>
          <p:spPr bwMode="auto">
            <a:xfrm>
              <a:off x="8121651" y="3022600"/>
              <a:ext cx="1025525" cy="992188"/>
            </a:xfrm>
            <a:custGeom>
              <a:avLst/>
              <a:gdLst>
                <a:gd name="T0" fmla="*/ 238 w 477"/>
                <a:gd name="T1" fmla="*/ 459 h 459"/>
                <a:gd name="T2" fmla="*/ 0 w 477"/>
                <a:gd name="T3" fmla="*/ 229 h 459"/>
                <a:gd name="T4" fmla="*/ 239 w 477"/>
                <a:gd name="T5" fmla="*/ 0 h 459"/>
                <a:gd name="T6" fmla="*/ 477 w 477"/>
                <a:gd name="T7" fmla="*/ 229 h 459"/>
                <a:gd name="T8" fmla="*/ 238 w 477"/>
                <a:gd name="T9" fmla="*/ 459 h 459"/>
                <a:gd name="T10" fmla="*/ 238 w 477"/>
                <a:gd name="T11" fmla="*/ 105 h 459"/>
                <a:gd name="T12" fmla="*/ 120 w 477"/>
                <a:gd name="T13" fmla="*/ 229 h 459"/>
                <a:gd name="T14" fmla="*/ 239 w 477"/>
                <a:gd name="T15" fmla="*/ 354 h 459"/>
                <a:gd name="T16" fmla="*/ 357 w 477"/>
                <a:gd name="T17" fmla="*/ 229 h 459"/>
                <a:gd name="T18" fmla="*/ 238 w 477"/>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7" h="459">
                  <a:moveTo>
                    <a:pt x="238" y="459"/>
                  </a:moveTo>
                  <a:cubicBezTo>
                    <a:pt x="105" y="459"/>
                    <a:pt x="0" y="359"/>
                    <a:pt x="0" y="229"/>
                  </a:cubicBezTo>
                  <a:cubicBezTo>
                    <a:pt x="0" y="101"/>
                    <a:pt x="105" y="0"/>
                    <a:pt x="239" y="0"/>
                  </a:cubicBezTo>
                  <a:cubicBezTo>
                    <a:pt x="372" y="0"/>
                    <a:pt x="477" y="99"/>
                    <a:pt x="477" y="229"/>
                  </a:cubicBezTo>
                  <a:cubicBezTo>
                    <a:pt x="477" y="358"/>
                    <a:pt x="372" y="459"/>
                    <a:pt x="238" y="459"/>
                  </a:cubicBezTo>
                  <a:moveTo>
                    <a:pt x="238" y="105"/>
                  </a:moveTo>
                  <a:cubicBezTo>
                    <a:pt x="170" y="105"/>
                    <a:pt x="120" y="156"/>
                    <a:pt x="120" y="229"/>
                  </a:cubicBezTo>
                  <a:cubicBezTo>
                    <a:pt x="120" y="299"/>
                    <a:pt x="173" y="354"/>
                    <a:pt x="239" y="354"/>
                  </a:cubicBezTo>
                  <a:cubicBezTo>
                    <a:pt x="307" y="354"/>
                    <a:pt x="357" y="301"/>
                    <a:pt x="357" y="229"/>
                  </a:cubicBezTo>
                  <a:cubicBezTo>
                    <a:pt x="357" y="159"/>
                    <a:pt x="304" y="105"/>
                    <a:pt x="238"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4" name="Freeform 46"/>
            <p:cNvSpPr>
              <a:spLocks noEditPoints="1"/>
            </p:cNvSpPr>
            <p:nvPr userDrawn="1"/>
          </p:nvSpPr>
          <p:spPr bwMode="auto">
            <a:xfrm>
              <a:off x="6105526" y="3022600"/>
              <a:ext cx="1023938" cy="992188"/>
            </a:xfrm>
            <a:custGeom>
              <a:avLst/>
              <a:gdLst>
                <a:gd name="T0" fmla="*/ 237 w 476"/>
                <a:gd name="T1" fmla="*/ 459 h 459"/>
                <a:gd name="T2" fmla="*/ 0 w 476"/>
                <a:gd name="T3" fmla="*/ 229 h 459"/>
                <a:gd name="T4" fmla="*/ 239 w 476"/>
                <a:gd name="T5" fmla="*/ 0 h 459"/>
                <a:gd name="T6" fmla="*/ 476 w 476"/>
                <a:gd name="T7" fmla="*/ 229 h 459"/>
                <a:gd name="T8" fmla="*/ 237 w 476"/>
                <a:gd name="T9" fmla="*/ 459 h 459"/>
                <a:gd name="T10" fmla="*/ 237 w 476"/>
                <a:gd name="T11" fmla="*/ 105 h 459"/>
                <a:gd name="T12" fmla="*/ 120 w 476"/>
                <a:gd name="T13" fmla="*/ 229 h 459"/>
                <a:gd name="T14" fmla="*/ 239 w 476"/>
                <a:gd name="T15" fmla="*/ 354 h 459"/>
                <a:gd name="T16" fmla="*/ 356 w 476"/>
                <a:gd name="T17" fmla="*/ 229 h 459"/>
                <a:gd name="T18" fmla="*/ 237 w 476"/>
                <a:gd name="T19" fmla="*/ 105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 h="459">
                  <a:moveTo>
                    <a:pt x="237" y="459"/>
                  </a:moveTo>
                  <a:cubicBezTo>
                    <a:pt x="104" y="459"/>
                    <a:pt x="0" y="359"/>
                    <a:pt x="0" y="229"/>
                  </a:cubicBezTo>
                  <a:cubicBezTo>
                    <a:pt x="0" y="101"/>
                    <a:pt x="105" y="0"/>
                    <a:pt x="239" y="0"/>
                  </a:cubicBezTo>
                  <a:cubicBezTo>
                    <a:pt x="372" y="0"/>
                    <a:pt x="476" y="99"/>
                    <a:pt x="476" y="229"/>
                  </a:cubicBezTo>
                  <a:cubicBezTo>
                    <a:pt x="476" y="358"/>
                    <a:pt x="371" y="459"/>
                    <a:pt x="237" y="459"/>
                  </a:cubicBezTo>
                  <a:moveTo>
                    <a:pt x="237" y="105"/>
                  </a:moveTo>
                  <a:cubicBezTo>
                    <a:pt x="169" y="105"/>
                    <a:pt x="120" y="156"/>
                    <a:pt x="120" y="229"/>
                  </a:cubicBezTo>
                  <a:cubicBezTo>
                    <a:pt x="120" y="299"/>
                    <a:pt x="172" y="354"/>
                    <a:pt x="239" y="354"/>
                  </a:cubicBezTo>
                  <a:cubicBezTo>
                    <a:pt x="307" y="354"/>
                    <a:pt x="356" y="301"/>
                    <a:pt x="356" y="229"/>
                  </a:cubicBezTo>
                  <a:cubicBezTo>
                    <a:pt x="356" y="159"/>
                    <a:pt x="304" y="105"/>
                    <a:pt x="237" y="1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grpSp>
        <p:nvGrpSpPr>
          <p:cNvPr id="81" name="Group 80"/>
          <p:cNvGrpSpPr/>
          <p:nvPr userDrawn="1"/>
        </p:nvGrpSpPr>
        <p:grpSpPr>
          <a:xfrm>
            <a:off x="541190" y="2649538"/>
            <a:ext cx="9288143" cy="2092325"/>
            <a:chOff x="541049" y="2649538"/>
            <a:chExt cx="9285724" cy="2092325"/>
          </a:xfrm>
          <a:solidFill>
            <a:schemeClr val="tx1"/>
          </a:solidFill>
        </p:grpSpPr>
        <p:sp>
          <p:nvSpPr>
            <p:cNvPr id="5" name="Freeform 5"/>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Freeform 6"/>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 name="Freeform 7"/>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 name="Freeform 8"/>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 name="Freeform 9"/>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4" name="Freeform 10"/>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6" name="Oval 11"/>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3396762449"/>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 and Content - With Background">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621" rtl="0" eaLnBrk="1" latinLnBrk="0" hangingPunct="1">
              <a:lnSpc>
                <a:spcPct val="100000"/>
              </a:lnSpc>
              <a:spcBef>
                <a:spcPct val="0"/>
              </a:spcBef>
              <a:buNone/>
              <a:tabLst>
                <a:tab pos="1218621" algn="l"/>
              </a:tabLst>
              <a:defRPr lang="en-US" sz="3599" kern="1200" cap="none" spc="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2" name="Freeform 5"/>
          <p:cNvSpPr>
            <a:spLocks noChangeAspect="1" noEditPoints="1"/>
          </p:cNvSpPr>
          <p:nvPr userDrawn="1"/>
        </p:nvSpPr>
        <p:spPr bwMode="black">
          <a:xfrm>
            <a:off x="205470" y="423411"/>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en-US" sz="2399">
              <a:solidFill>
                <a:srgbClr val="000000"/>
              </a:solidFill>
            </a:endParaRPr>
          </a:p>
        </p:txBody>
      </p:sp>
      <p:sp>
        <p:nvSpPr>
          <p:cNvPr id="16" name="Content Placeholder 2"/>
          <p:cNvSpPr>
            <a:spLocks noGrp="1"/>
          </p:cNvSpPr>
          <p:nvPr>
            <p:ph sz="half" idx="1"/>
          </p:nvPr>
        </p:nvSpPr>
        <p:spPr bwMode="gray">
          <a:xfrm>
            <a:off x="548783" y="1179577"/>
            <a:ext cx="11076268" cy="5211699"/>
          </a:xfrm>
          <a:prstGeom prst="rect">
            <a:avLst/>
          </a:prstGeom>
        </p:spPr>
        <p:txBody>
          <a:bodyPr lIns="0" tIns="0" rIns="0" bIns="0"/>
          <a:lstStyle>
            <a:lvl1pPr marL="171399" indent="-171399">
              <a:lnSpc>
                <a:spcPct val="90000"/>
              </a:lnSpc>
              <a:spcBef>
                <a:spcPts val="500"/>
              </a:spcBef>
              <a:buClrTx/>
              <a:buFont typeface="Arial" panose="020B0604020202020204" pitchFamily="34" charset="0"/>
              <a:buChar char="•"/>
              <a:defRPr sz="2399">
                <a:solidFill>
                  <a:schemeClr val="tx1"/>
                </a:solidFill>
                <a:latin typeface="Arial" pitchFamily="34" charset="0"/>
                <a:cs typeface="Arial" pitchFamily="34" charset="0"/>
              </a:defRPr>
            </a:lvl1pPr>
            <a:lvl2pPr marL="609310" indent="-228491">
              <a:lnSpc>
                <a:spcPct val="90000"/>
              </a:lnSpc>
              <a:spcBef>
                <a:spcPts val="500"/>
              </a:spcBef>
              <a:buClrTx/>
              <a:buFont typeface="Arial" pitchFamily="34" charset="0"/>
              <a:buChar char="–"/>
              <a:defRPr sz="1999">
                <a:solidFill>
                  <a:schemeClr val="tx1"/>
                </a:solidFill>
                <a:latin typeface="Arial" pitchFamily="34" charset="0"/>
                <a:cs typeface="Arial" pitchFamily="34" charset="0"/>
              </a:defRPr>
            </a:lvl2pPr>
            <a:lvl3pPr marL="835687" indent="-150213">
              <a:lnSpc>
                <a:spcPct val="90000"/>
              </a:lnSpc>
              <a:spcBef>
                <a:spcPts val="500"/>
              </a:spcBef>
              <a:buClrTx/>
              <a:buFont typeface="Arial" panose="020B0604020202020204" pitchFamily="34" charset="0"/>
              <a:buChar char="-"/>
              <a:defRPr sz="1999">
                <a:solidFill>
                  <a:schemeClr val="tx1"/>
                </a:solidFill>
                <a:latin typeface="Arial" pitchFamily="34" charset="0"/>
                <a:cs typeface="Arial" pitchFamily="34" charset="0"/>
              </a:defRPr>
            </a:lvl3pPr>
            <a:lvl4pPr marL="1146689" indent="-156559">
              <a:lnSpc>
                <a:spcPct val="90000"/>
              </a:lnSpc>
              <a:spcBef>
                <a:spcPts val="500"/>
              </a:spcBef>
              <a:buClrTx/>
              <a:buFont typeface="Arial" panose="020B0604020202020204" pitchFamily="34" charset="0"/>
              <a:buChar char="-"/>
              <a:defRPr sz="1999">
                <a:solidFill>
                  <a:schemeClr val="tx1"/>
                </a:solidFill>
                <a:latin typeface="Arial" pitchFamily="34" charset="0"/>
                <a:cs typeface="Arial" pitchFamily="34" charset="0"/>
              </a:defRPr>
            </a:lvl4pPr>
            <a:lvl5pPr marL="1444997" indent="-150213">
              <a:lnSpc>
                <a:spcPct val="90000"/>
              </a:lnSpc>
              <a:spcBef>
                <a:spcPts val="500"/>
              </a:spcBef>
              <a:buClrTx/>
              <a:buFont typeface="Arial" panose="020B0604020202020204" pitchFamily="34" charset="0"/>
              <a:buChar char="-"/>
              <a:defRPr sz="1999">
                <a:solidFill>
                  <a:schemeClr val="tx1"/>
                </a:solidFill>
                <a:latin typeface="Arial" pitchFamily="34" charset="0"/>
                <a:cs typeface="Arial" pitchFamily="34" charset="0"/>
              </a:defRPr>
            </a:lvl5pPr>
            <a:lvl6pPr>
              <a:defRPr sz="2399"/>
            </a:lvl6pPr>
            <a:lvl7pPr>
              <a:defRPr sz="2399"/>
            </a:lvl7pPr>
            <a:lvl8pPr>
              <a:defRPr sz="2399"/>
            </a:lvl8pPr>
            <a:lvl9pPr>
              <a:defRPr sz="2399"/>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040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2" name="图片 4" descr="联想质量宣传PPT-内页-02.jp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 y="0"/>
            <a:ext cx="121920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5"/>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8654129" y="6194426"/>
            <a:ext cx="3366377"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758990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Title and Content - With Background">
    <p:spTree>
      <p:nvGrpSpPr>
        <p:cNvPr id="1" name=""/>
        <p:cNvGrpSpPr/>
        <p:nvPr/>
      </p:nvGrpSpPr>
      <p:grpSpPr>
        <a:xfrm>
          <a:off x="0" y="0"/>
          <a:ext cx="0" cy="0"/>
          <a:chOff x="0" y="0"/>
          <a:chExt cx="0" cy="0"/>
        </a:xfrm>
      </p:grpSpPr>
      <p:sp>
        <p:nvSpPr>
          <p:cNvPr id="2" name="文本框 6"/>
          <p:cNvSpPr txBox="1">
            <a:spLocks noChangeArrowheads="1"/>
          </p:cNvSpPr>
          <p:nvPr userDrawn="1"/>
        </p:nvSpPr>
        <p:spPr bwMode="auto">
          <a:xfrm>
            <a:off x="669925" y="1166813"/>
            <a:ext cx="1125855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zh-CN" sz="2399"/>
          </a:p>
          <a:p>
            <a:endParaRPr lang="en-US" altLang="zh-CN" sz="2399"/>
          </a:p>
          <a:p>
            <a:endParaRPr lang="en-US" altLang="zh-CN" sz="2399"/>
          </a:p>
          <a:p>
            <a:endParaRPr lang="en-US" altLang="zh-CN" sz="2399"/>
          </a:p>
          <a:p>
            <a:endParaRPr lang="en-US" altLang="zh-CN" sz="2399"/>
          </a:p>
          <a:p>
            <a:endParaRPr lang="en-US" altLang="zh-CN" sz="2399"/>
          </a:p>
          <a:p>
            <a:endParaRPr lang="en-US" altLang="zh-CN" sz="2399"/>
          </a:p>
          <a:p>
            <a:endParaRPr lang="en-US" altLang="zh-CN" sz="2399"/>
          </a:p>
          <a:p>
            <a:endParaRPr lang="en-US" altLang="zh-CN" sz="2399"/>
          </a:p>
          <a:p>
            <a:endParaRPr lang="en-US" altLang="zh-CN" sz="2399"/>
          </a:p>
          <a:p>
            <a:endParaRPr lang="en-US" altLang="zh-CN" sz="2399"/>
          </a:p>
          <a:p>
            <a:endParaRPr lang="en-US" altLang="zh-CN" sz="2399"/>
          </a:p>
          <a:p>
            <a:endParaRPr lang="en-US" altLang="zh-CN" sz="2399"/>
          </a:p>
          <a:p>
            <a:endParaRPr lang="en-US" altLang="zh-CN" sz="2399"/>
          </a:p>
          <a:p>
            <a:endParaRPr lang="zh-CN" altLang="en-US" sz="2399"/>
          </a:p>
        </p:txBody>
      </p:sp>
      <p:sp>
        <p:nvSpPr>
          <p:cNvPr id="3" name="Rectangle 1"/>
          <p:cNvSpPr/>
          <p:nvPr userDrawn="1"/>
        </p:nvSpPr>
        <p:spPr>
          <a:xfrm>
            <a:off x="1" y="179390"/>
            <a:ext cx="12192000" cy="5794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398" dirty="0"/>
          </a:p>
        </p:txBody>
      </p:sp>
      <p:sp>
        <p:nvSpPr>
          <p:cNvPr id="4" name="Rectangle 7"/>
          <p:cNvSpPr>
            <a:spLocks noChangeArrowheads="1"/>
          </p:cNvSpPr>
          <p:nvPr userDrawn="1"/>
        </p:nvSpPr>
        <p:spPr bwMode="invGray">
          <a:xfrm flipH="1">
            <a:off x="1" y="6501799"/>
            <a:ext cx="502743" cy="191767"/>
          </a:xfrm>
          <a:prstGeom prst="rect">
            <a:avLst/>
          </a:prstGeom>
          <a:gradFill flip="none" rotWithShape="0">
            <a:gsLst>
              <a:gs pos="100000">
                <a:srgbClr val="FF1313"/>
              </a:gs>
              <a:gs pos="0">
                <a:srgbClr val="EC2225"/>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121867" tIns="60933" rIns="121867" bIns="60933" anchor="ctr"/>
          <a:lstStyle/>
          <a:p>
            <a:pPr algn="ctr" eaLnBrk="1" fontAlgn="auto" hangingPunct="1">
              <a:spcBef>
                <a:spcPts val="0"/>
              </a:spcBef>
              <a:spcAft>
                <a:spcPts val="0"/>
              </a:spcAft>
              <a:defRPr/>
            </a:pPr>
            <a:endParaRPr lang="en-US" sz="1500" dirty="0">
              <a:solidFill>
                <a:prstClr val="white"/>
              </a:solidFill>
              <a:latin typeface="Foundry Gridnik Medium" pitchFamily="50" charset="0"/>
            </a:endParaRPr>
          </a:p>
        </p:txBody>
      </p:sp>
      <p:sp>
        <p:nvSpPr>
          <p:cNvPr id="5" name="Rectangle 17"/>
          <p:cNvSpPr>
            <a:spLocks noChangeArrowheads="1"/>
          </p:cNvSpPr>
          <p:nvPr userDrawn="1"/>
        </p:nvSpPr>
        <p:spPr bwMode="invGray">
          <a:xfrm>
            <a:off x="100013" y="6518275"/>
            <a:ext cx="4032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867" tIns="0" rIns="121867" bIns="0" anchor="ctr">
            <a:spAutoFit/>
          </a:bodyPr>
          <a:lstStyle/>
          <a:p>
            <a:pPr algn="ctr" eaLnBrk="1" hangingPunct="1"/>
            <a:fld id="{68DA92A4-345A-41C0-8DFE-C3D9CF0E41F6}" type="slidenum">
              <a:rPr lang="en-US" altLang="zh-CN" sz="1000">
                <a:solidFill>
                  <a:srgbClr val="FFFFFF"/>
                </a:solidFill>
                <a:cs typeface="Arial" panose="020B0604020202020204" pitchFamily="34" charset="0"/>
              </a:rPr>
              <a:pPr algn="ctr" eaLnBrk="1" hangingPunct="1"/>
              <a:t>‹#›</a:t>
            </a:fld>
            <a:endParaRPr lang="en-US" altLang="zh-CN" sz="1000">
              <a:solidFill>
                <a:srgbClr val="FFFFFF"/>
              </a:solidFill>
              <a:cs typeface="Arial" panose="020B0604020202020204" pitchFamily="34" charset="0"/>
            </a:endParaRPr>
          </a:p>
        </p:txBody>
      </p:sp>
      <p:pic>
        <p:nvPicPr>
          <p:cNvPr id="6" name="Picture 4" descr="C:\Users\Administrator\Desktop\11月-联想质量宣传\PPT-邮件签名档\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929689" y="6196015"/>
            <a:ext cx="30908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0023559"/>
      </p:ext>
    </p:extLst>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Title with Subtitle Content - No Background">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48783" y="1591056"/>
            <a:ext cx="11076268" cy="4798202"/>
          </a:xfrm>
          <a:prstGeom prst="rect">
            <a:avLst/>
          </a:prstGeom>
        </p:spPr>
        <p:txBody>
          <a:bodyPr lIns="0" tIns="0" rIns="0" bIns="0"/>
          <a:lstStyle>
            <a:lvl1pPr marL="171399" indent="-171399">
              <a:lnSpc>
                <a:spcPct val="90000"/>
              </a:lnSpc>
              <a:spcBef>
                <a:spcPts val="500"/>
              </a:spcBef>
              <a:buClrTx/>
              <a:buFont typeface="Arial" panose="020B0604020202020204" pitchFamily="34" charset="0"/>
              <a:buChar char="•"/>
              <a:defRPr sz="2399">
                <a:solidFill>
                  <a:schemeClr val="tx1"/>
                </a:solidFill>
                <a:latin typeface="メイリオ" panose="020B0604030504040204" pitchFamily="50" charset="-128"/>
                <a:ea typeface="メイリオ" panose="020B0604030504040204" pitchFamily="50" charset="-128"/>
                <a:cs typeface="Arial" pitchFamily="34" charset="0"/>
              </a:defRPr>
            </a:lvl1pPr>
            <a:lvl2pPr marL="609310" indent="-228491">
              <a:lnSpc>
                <a:spcPct val="90000"/>
              </a:lnSpc>
              <a:spcBef>
                <a:spcPts val="500"/>
              </a:spcBef>
              <a:buClrTx/>
              <a:buFont typeface="Arial" pitchFamily="34" charset="0"/>
              <a:buChar char="–"/>
              <a:defRPr sz="1999">
                <a:solidFill>
                  <a:schemeClr val="tx1"/>
                </a:solidFill>
                <a:latin typeface="メイリオ" panose="020B0604030504040204" pitchFamily="50" charset="-128"/>
                <a:ea typeface="メイリオ" panose="020B0604030504040204" pitchFamily="50" charset="-128"/>
                <a:cs typeface="Arial" pitchFamily="34" charset="0"/>
              </a:defRPr>
            </a:lvl2pPr>
            <a:lvl3pPr marL="835687" indent="-150213">
              <a:lnSpc>
                <a:spcPct val="90000"/>
              </a:lnSpc>
              <a:spcBef>
                <a:spcPts val="500"/>
              </a:spcBef>
              <a:buClrTx/>
              <a:buFont typeface="Arial" panose="020B0604020202020204" pitchFamily="34" charset="0"/>
              <a:buChar char="-"/>
              <a:defRPr sz="1999">
                <a:solidFill>
                  <a:schemeClr val="tx1"/>
                </a:solidFill>
                <a:latin typeface="メイリオ" panose="020B0604030504040204" pitchFamily="50" charset="-128"/>
                <a:ea typeface="メイリオ" panose="020B0604030504040204" pitchFamily="50" charset="-128"/>
                <a:cs typeface="Arial" pitchFamily="34" charset="0"/>
              </a:defRPr>
            </a:lvl3pPr>
            <a:lvl4pPr marL="1146689" indent="-156559">
              <a:lnSpc>
                <a:spcPct val="90000"/>
              </a:lnSpc>
              <a:spcBef>
                <a:spcPts val="500"/>
              </a:spcBef>
              <a:buClrTx/>
              <a:buFont typeface="Arial" panose="020B0604020202020204" pitchFamily="34" charset="0"/>
              <a:buChar char="-"/>
              <a:defRPr sz="1999">
                <a:solidFill>
                  <a:schemeClr val="tx1"/>
                </a:solidFill>
                <a:latin typeface="メイリオ" panose="020B0604030504040204" pitchFamily="50" charset="-128"/>
                <a:ea typeface="メイリオ" panose="020B0604030504040204" pitchFamily="50" charset="-128"/>
                <a:cs typeface="Arial" pitchFamily="34" charset="0"/>
              </a:defRPr>
            </a:lvl4pPr>
            <a:lvl5pPr marL="1444997" indent="-150213">
              <a:lnSpc>
                <a:spcPct val="90000"/>
              </a:lnSpc>
              <a:spcBef>
                <a:spcPts val="500"/>
              </a:spcBef>
              <a:buClrTx/>
              <a:buFont typeface="Arial" panose="020B0604020202020204" pitchFamily="34" charset="0"/>
              <a:buChar char="-"/>
              <a:defRPr sz="1999">
                <a:solidFill>
                  <a:schemeClr val="tx1"/>
                </a:solidFill>
                <a:latin typeface="メイリオ" panose="020B0604030504040204" pitchFamily="50" charset="-128"/>
                <a:ea typeface="メイリオ" panose="020B0604030504040204" pitchFamily="50" charset="-128"/>
                <a:cs typeface="Arial" pitchFamily="34" charset="0"/>
              </a:defRPr>
            </a:lvl5pPr>
            <a:lvl6pPr>
              <a:defRPr sz="2399"/>
            </a:lvl6pPr>
            <a:lvl7pPr>
              <a:defRPr sz="2399"/>
            </a:lvl7pPr>
            <a:lvl8pPr>
              <a:defRPr sz="2399"/>
            </a:lvl8pPr>
            <a:lvl9pPr>
              <a:defRPr sz="2399"/>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
          <p:cNvSpPr>
            <a:spLocks noGrp="1"/>
          </p:cNvSpPr>
          <p:nvPr>
            <p:ph type="body" idx="10"/>
          </p:nvPr>
        </p:nvSpPr>
        <p:spPr bwMode="gray">
          <a:xfrm>
            <a:off x="557930" y="914400"/>
            <a:ext cx="11076268" cy="292608"/>
          </a:xfrm>
          <a:prstGeom prst="rect">
            <a:avLst/>
          </a:prstGeom>
        </p:spPr>
        <p:txBody>
          <a:bodyPr lIns="0" tIns="0" rIns="0" bIns="0" anchor="ctr" anchorCtr="0">
            <a:normAutofit/>
          </a:bodyPr>
          <a:lstStyle>
            <a:lvl1pPr marL="0" indent="0">
              <a:buNone/>
              <a:defRPr sz="2399" b="0">
                <a:solidFill>
                  <a:schemeClr val="tx1"/>
                </a:solidFill>
                <a:latin typeface="メイリオ" panose="020B0604030504040204" pitchFamily="50" charset="-128"/>
                <a:ea typeface="メイリオ" panose="020B0604030504040204" pitchFamily="50" charset="-128"/>
                <a:cs typeface="Arial" pitchFamily="34" charset="0"/>
              </a:defRPr>
            </a:lvl1pPr>
            <a:lvl2pPr marL="609310" indent="0">
              <a:buNone/>
              <a:defRPr sz="2699" b="1"/>
            </a:lvl2pPr>
            <a:lvl3pPr marL="1218621" indent="0">
              <a:buNone/>
              <a:defRPr sz="2399" b="1"/>
            </a:lvl3pPr>
            <a:lvl4pPr marL="1827931" indent="0">
              <a:buNone/>
              <a:defRPr sz="2099" b="1"/>
            </a:lvl4pPr>
            <a:lvl5pPr marL="2437242" indent="0">
              <a:buNone/>
              <a:defRPr sz="2099" b="1"/>
            </a:lvl5pPr>
            <a:lvl6pPr marL="3046553" indent="0">
              <a:buNone/>
              <a:defRPr sz="2099" b="1"/>
            </a:lvl6pPr>
            <a:lvl7pPr marL="3655863" indent="0">
              <a:buNone/>
              <a:defRPr sz="2099" b="1"/>
            </a:lvl7pPr>
            <a:lvl8pPr marL="4265173" indent="0">
              <a:buNone/>
              <a:defRPr sz="2099" b="1"/>
            </a:lvl8pPr>
            <a:lvl9pPr marL="4874484" indent="0">
              <a:buNone/>
              <a:defRPr sz="2099" b="1"/>
            </a:lvl9pPr>
          </a:lstStyle>
          <a:p>
            <a:pPr lvl="0"/>
            <a:r>
              <a:rPr lang="en-US"/>
              <a:t>Click to edit Master text styles</a:t>
            </a:r>
          </a:p>
        </p:txBody>
      </p:sp>
      <p:sp>
        <p:nvSpPr>
          <p:cNvPr id="15" name="Footer Placeholder 14"/>
          <p:cNvSpPr>
            <a:spLocks noGrp="1"/>
          </p:cNvSpPr>
          <p:nvPr>
            <p:ph type="ftr" sz="quarter" idx="11"/>
          </p:nvPr>
        </p:nvSpPr>
        <p:spPr>
          <a:xfrm>
            <a:off x="548783" y="6397011"/>
            <a:ext cx="2413972" cy="307777"/>
          </a:xfrm>
        </p:spPr>
        <p:txBody>
          <a:bodyPr/>
          <a:lstStyle>
            <a:lvl1pPr>
              <a:defRPr>
                <a:latin typeface="メイリオ" panose="020B0604030504040204" pitchFamily="50" charset="-128"/>
                <a:ea typeface="メイリオ" panose="020B0604030504040204" pitchFamily="50" charset="-128"/>
              </a:defRPr>
            </a:lvl1pPr>
          </a:lstStyle>
          <a:p>
            <a:r>
              <a:rPr lang="en-US" sz="1000" dirty="0">
                <a:solidFill>
                  <a:srgbClr val="939598"/>
                </a:solidFill>
                <a:cs typeface="Arial" pitchFamily="34" charset="0"/>
              </a:rPr>
              <a:t>2017 Lenovo Internal. All rights reserved.</a:t>
            </a:r>
          </a:p>
        </p:txBody>
      </p:sp>
      <p:sp>
        <p:nvSpPr>
          <p:cNvPr id="11" name="Title 28"/>
          <p:cNvSpPr>
            <a:spLocks noGrp="1"/>
          </p:cNvSpPr>
          <p:nvPr>
            <p:ph type="title" hasCustomPrompt="1"/>
          </p:nvPr>
        </p:nvSpPr>
        <p:spPr bwMode="gray">
          <a:xfrm>
            <a:off x="548783" y="274320"/>
            <a:ext cx="11076268" cy="521208"/>
          </a:xfrm>
          <a:prstGeom prst="rect">
            <a:avLst/>
          </a:prstGeom>
        </p:spPr>
        <p:txBody>
          <a:bodyPr wrap="square" lIns="0" tIns="0" rIns="0" bIns="0" anchor="ctr" anchorCtr="0"/>
          <a:lstStyle>
            <a:lvl1pPr marL="0" algn="l" defTabSz="1218621" rtl="0" eaLnBrk="1" latinLnBrk="0" hangingPunct="1">
              <a:lnSpc>
                <a:spcPct val="100000"/>
              </a:lnSpc>
              <a:spcBef>
                <a:spcPct val="0"/>
              </a:spcBef>
              <a:buNone/>
              <a:tabLst>
                <a:tab pos="1218621" algn="l"/>
              </a:tabLst>
              <a:defRPr lang="en-US" sz="3599" kern="1200" cap="none" spc="0" baseline="0" dirty="0">
                <a:solidFill>
                  <a:schemeClr val="tx1"/>
                </a:solidFill>
                <a:latin typeface="メイリオ" panose="020B0604030504040204" pitchFamily="50" charset="-128"/>
                <a:ea typeface="メイリオ" panose="020B0604030504040204" pitchFamily="50" charset="-128"/>
                <a:cs typeface="Arial" pitchFamily="34" charset="0"/>
              </a:defRPr>
            </a:lvl1pPr>
          </a:lstStyle>
          <a:p>
            <a:r>
              <a:rPr lang="en-US" dirty="0"/>
              <a:t>Click To Edit Master Title</a:t>
            </a:r>
          </a:p>
        </p:txBody>
      </p:sp>
      <p:sp>
        <p:nvSpPr>
          <p:cNvPr id="12" name="Freeform 5"/>
          <p:cNvSpPr>
            <a:spLocks noChangeAspect="1" noEditPoints="1"/>
          </p:cNvSpPr>
          <p:nvPr userDrawn="1"/>
        </p:nvSpPr>
        <p:spPr bwMode="black">
          <a:xfrm>
            <a:off x="205409" y="423409"/>
            <a:ext cx="200639" cy="200587"/>
          </a:xfrm>
          <a:custGeom>
            <a:avLst/>
            <a:gdLst>
              <a:gd name="T0" fmla="*/ 684 w 1368"/>
              <a:gd name="T1" fmla="*/ 0 h 1368"/>
              <a:gd name="T2" fmla="*/ 0 w 1368"/>
              <a:gd name="T3" fmla="*/ 684 h 1368"/>
              <a:gd name="T4" fmla="*/ 684 w 1368"/>
              <a:gd name="T5" fmla="*/ 1368 h 1368"/>
              <a:gd name="T6" fmla="*/ 1368 w 1368"/>
              <a:gd name="T7" fmla="*/ 684 h 1368"/>
              <a:gd name="T8" fmla="*/ 684 w 1368"/>
              <a:gd name="T9" fmla="*/ 0 h 1368"/>
              <a:gd name="T10" fmla="*/ 1068 w 1368"/>
              <a:gd name="T11" fmla="*/ 698 h 1368"/>
              <a:gd name="T12" fmla="*/ 973 w 1368"/>
              <a:gd name="T13" fmla="*/ 793 h 1368"/>
              <a:gd name="T14" fmla="*/ 793 w 1368"/>
              <a:gd name="T15" fmla="*/ 793 h 1368"/>
              <a:gd name="T16" fmla="*/ 793 w 1368"/>
              <a:gd name="T17" fmla="*/ 973 h 1368"/>
              <a:gd name="T18" fmla="*/ 698 w 1368"/>
              <a:gd name="T19" fmla="*/ 1068 h 1368"/>
              <a:gd name="T20" fmla="*/ 670 w 1368"/>
              <a:gd name="T21" fmla="*/ 1068 h 1368"/>
              <a:gd name="T22" fmla="*/ 576 w 1368"/>
              <a:gd name="T23" fmla="*/ 973 h 1368"/>
              <a:gd name="T24" fmla="*/ 576 w 1368"/>
              <a:gd name="T25" fmla="*/ 793 h 1368"/>
              <a:gd name="T26" fmla="*/ 396 w 1368"/>
              <a:gd name="T27" fmla="*/ 793 h 1368"/>
              <a:gd name="T28" fmla="*/ 301 w 1368"/>
              <a:gd name="T29" fmla="*/ 698 h 1368"/>
              <a:gd name="T30" fmla="*/ 301 w 1368"/>
              <a:gd name="T31" fmla="*/ 671 h 1368"/>
              <a:gd name="T32" fmla="*/ 396 w 1368"/>
              <a:gd name="T33" fmla="*/ 576 h 1368"/>
              <a:gd name="T34" fmla="*/ 576 w 1368"/>
              <a:gd name="T35" fmla="*/ 576 h 1368"/>
              <a:gd name="T36" fmla="*/ 576 w 1368"/>
              <a:gd name="T37" fmla="*/ 396 h 1368"/>
              <a:gd name="T38" fmla="*/ 670 w 1368"/>
              <a:gd name="T39" fmla="*/ 301 h 1368"/>
              <a:gd name="T40" fmla="*/ 698 w 1368"/>
              <a:gd name="T41" fmla="*/ 301 h 1368"/>
              <a:gd name="T42" fmla="*/ 793 w 1368"/>
              <a:gd name="T43" fmla="*/ 396 h 1368"/>
              <a:gd name="T44" fmla="*/ 793 w 1368"/>
              <a:gd name="T45" fmla="*/ 576 h 1368"/>
              <a:gd name="T46" fmla="*/ 973 w 1368"/>
              <a:gd name="T47" fmla="*/ 576 h 1368"/>
              <a:gd name="T48" fmla="*/ 1068 w 1368"/>
              <a:gd name="T49" fmla="*/ 671 h 1368"/>
              <a:gd name="T50" fmla="*/ 1068 w 1368"/>
              <a:gd name="T51" fmla="*/ 698 h 1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68" h="1368">
                <a:moveTo>
                  <a:pt x="684" y="0"/>
                </a:moveTo>
                <a:cubicBezTo>
                  <a:pt x="307" y="0"/>
                  <a:pt x="0" y="307"/>
                  <a:pt x="0" y="684"/>
                </a:cubicBezTo>
                <a:cubicBezTo>
                  <a:pt x="0" y="1062"/>
                  <a:pt x="307" y="1368"/>
                  <a:pt x="684" y="1368"/>
                </a:cubicBezTo>
                <a:cubicBezTo>
                  <a:pt x="1062" y="1368"/>
                  <a:pt x="1368" y="1062"/>
                  <a:pt x="1368" y="684"/>
                </a:cubicBezTo>
                <a:cubicBezTo>
                  <a:pt x="1368" y="307"/>
                  <a:pt x="1062" y="0"/>
                  <a:pt x="684" y="0"/>
                </a:cubicBezTo>
                <a:close/>
                <a:moveTo>
                  <a:pt x="1068" y="698"/>
                </a:moveTo>
                <a:cubicBezTo>
                  <a:pt x="1068" y="751"/>
                  <a:pt x="1025" y="793"/>
                  <a:pt x="973" y="793"/>
                </a:cubicBezTo>
                <a:cubicBezTo>
                  <a:pt x="793" y="793"/>
                  <a:pt x="793" y="793"/>
                  <a:pt x="793" y="793"/>
                </a:cubicBezTo>
                <a:cubicBezTo>
                  <a:pt x="793" y="973"/>
                  <a:pt x="793" y="973"/>
                  <a:pt x="793" y="973"/>
                </a:cubicBezTo>
                <a:cubicBezTo>
                  <a:pt x="793" y="1025"/>
                  <a:pt x="750" y="1068"/>
                  <a:pt x="698" y="1068"/>
                </a:cubicBezTo>
                <a:cubicBezTo>
                  <a:pt x="670" y="1068"/>
                  <a:pt x="670" y="1068"/>
                  <a:pt x="670" y="1068"/>
                </a:cubicBezTo>
                <a:cubicBezTo>
                  <a:pt x="618" y="1068"/>
                  <a:pt x="576" y="1025"/>
                  <a:pt x="576" y="973"/>
                </a:cubicBezTo>
                <a:cubicBezTo>
                  <a:pt x="576" y="793"/>
                  <a:pt x="576" y="793"/>
                  <a:pt x="576" y="793"/>
                </a:cubicBezTo>
                <a:cubicBezTo>
                  <a:pt x="396" y="793"/>
                  <a:pt x="396" y="793"/>
                  <a:pt x="396" y="793"/>
                </a:cubicBezTo>
                <a:cubicBezTo>
                  <a:pt x="344" y="793"/>
                  <a:pt x="301" y="751"/>
                  <a:pt x="301" y="698"/>
                </a:cubicBezTo>
                <a:cubicBezTo>
                  <a:pt x="301" y="671"/>
                  <a:pt x="301" y="671"/>
                  <a:pt x="301" y="671"/>
                </a:cubicBezTo>
                <a:cubicBezTo>
                  <a:pt x="301" y="618"/>
                  <a:pt x="344" y="576"/>
                  <a:pt x="396" y="576"/>
                </a:cubicBezTo>
                <a:cubicBezTo>
                  <a:pt x="576" y="576"/>
                  <a:pt x="576" y="576"/>
                  <a:pt x="576" y="576"/>
                </a:cubicBezTo>
                <a:cubicBezTo>
                  <a:pt x="576" y="396"/>
                  <a:pt x="576" y="396"/>
                  <a:pt x="576" y="396"/>
                </a:cubicBezTo>
                <a:cubicBezTo>
                  <a:pt x="576" y="344"/>
                  <a:pt x="618" y="301"/>
                  <a:pt x="670" y="301"/>
                </a:cubicBezTo>
                <a:cubicBezTo>
                  <a:pt x="698" y="301"/>
                  <a:pt x="698" y="301"/>
                  <a:pt x="698" y="301"/>
                </a:cubicBezTo>
                <a:cubicBezTo>
                  <a:pt x="750" y="301"/>
                  <a:pt x="793" y="344"/>
                  <a:pt x="793" y="396"/>
                </a:cubicBezTo>
                <a:cubicBezTo>
                  <a:pt x="793" y="576"/>
                  <a:pt x="793" y="576"/>
                  <a:pt x="793" y="576"/>
                </a:cubicBezTo>
                <a:cubicBezTo>
                  <a:pt x="973" y="576"/>
                  <a:pt x="973" y="576"/>
                  <a:pt x="973" y="576"/>
                </a:cubicBezTo>
                <a:cubicBezTo>
                  <a:pt x="1025" y="576"/>
                  <a:pt x="1068" y="618"/>
                  <a:pt x="1068" y="671"/>
                </a:cubicBezTo>
                <a:lnTo>
                  <a:pt x="1068" y="698"/>
                </a:lnTo>
                <a:close/>
              </a:path>
            </a:pathLst>
          </a:custGeom>
          <a:solidFill>
            <a:schemeClr val="accent1"/>
          </a:solidFill>
          <a:ln>
            <a:noFill/>
          </a:ln>
        </p:spPr>
        <p:txBody>
          <a:bodyPr vert="horz" wrap="square" lIns="91416" tIns="45708" rIns="91416" bIns="45708" numCol="1" anchor="t" anchorCtr="0" compatLnSpc="1">
            <a:prstTxWarp prst="textNoShape">
              <a:avLst/>
            </a:prstTxWarp>
          </a:bodyPr>
          <a:lstStyle/>
          <a:p>
            <a:endParaRPr lang="en-US" sz="1799">
              <a:latin typeface="メイリオ" panose="020B0604030504040204" pitchFamily="50" charset="-128"/>
              <a:ea typeface="メイリオ" panose="020B0604030504040204" pitchFamily="50" charset="-128"/>
            </a:endParaRPr>
          </a:p>
        </p:txBody>
      </p:sp>
      <p:sp>
        <p:nvSpPr>
          <p:cNvPr id="14" name="Rectangle 13"/>
          <p:cNvSpPr/>
          <p:nvPr userDrawn="1"/>
        </p:nvSpPr>
        <p:spPr bwMode="gray">
          <a:xfrm>
            <a:off x="11751760" y="6395717"/>
            <a:ext cx="443416" cy="322249"/>
          </a:xfrm>
          <a:prstGeom prst="rect">
            <a:avLst/>
          </a:prstGeom>
          <a:solidFill>
            <a:schemeClr val="tx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latin typeface="メイリオ" panose="020B0604030504040204" pitchFamily="50" charset="-128"/>
              <a:ea typeface="メイリオ" panose="020B0604030504040204" pitchFamily="50" charset="-128"/>
            </a:endParaRPr>
          </a:p>
        </p:txBody>
      </p:sp>
      <p:sp>
        <p:nvSpPr>
          <p:cNvPr id="20" name="TextBox slide number"/>
          <p:cNvSpPr txBox="1"/>
          <p:nvPr userDrawn="1"/>
        </p:nvSpPr>
        <p:spPr bwMode="white">
          <a:xfrm>
            <a:off x="11751760" y="6389261"/>
            <a:ext cx="450462" cy="246221"/>
          </a:xfrm>
          <a:prstGeom prst="rect">
            <a:avLst/>
          </a:prstGeom>
        </p:spPr>
        <p:txBody>
          <a:bodyPr vert="horz" lIns="0" tIns="0" rIns="0" bIns="0" rtlCol="0" anchor="b"/>
          <a:lstStyle>
            <a:defPPr>
              <a:defRPr lang="en-US"/>
            </a:defPPr>
            <a:lvl1pPr algn="ctr">
              <a:defRPr sz="1000">
                <a:solidFill>
                  <a:schemeClr val="bg1"/>
                </a:solidFill>
              </a:defRPr>
            </a:lvl1pPr>
          </a:lstStyle>
          <a:p>
            <a:pPr lvl="0" algn="ctr"/>
            <a:fld id="{6EA5B71A-1B18-4E34-A48F-65DC4937AA99}" type="slidenum">
              <a:rPr lang="en-US" sz="1000" smtClean="0">
                <a:latin typeface="メイリオ" panose="020B0604030504040204" pitchFamily="50" charset="-128"/>
                <a:ea typeface="メイリオ" panose="020B0604030504040204" pitchFamily="50" charset="-128"/>
              </a:rPr>
              <a:pPr lvl="0" algn="ctr"/>
              <a:t>‹#›</a:t>
            </a:fld>
            <a:endParaRPr lang="en-US" sz="1000" dirty="0">
              <a:latin typeface="メイリオ" panose="020B0604030504040204" pitchFamily="50" charset="-128"/>
              <a:ea typeface="メイリオ" panose="020B0604030504040204" pitchFamily="50" charset="-128"/>
            </a:endParaRPr>
          </a:p>
        </p:txBody>
      </p:sp>
      <p:pic>
        <p:nvPicPr>
          <p:cNvPr id="21" name="Picture 2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6200000">
            <a:off x="11308102" y="5505385"/>
            <a:ext cx="1330737" cy="443416"/>
          </a:xfrm>
          <a:prstGeom prst="rect">
            <a:avLst/>
          </a:prstGeom>
        </p:spPr>
      </p:pic>
    </p:spTree>
    <p:extLst>
      <p:ext uri="{BB962C8B-B14F-4D97-AF65-F5344CB8AC3E}">
        <p14:creationId xmlns:p14="http://schemas.microsoft.com/office/powerpoint/2010/main" val="409287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34" Type="http://schemas.openxmlformats.org/officeDocument/2006/relationships/theme" Target="../theme/theme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390885E-1995-4BF4-83D7-6FD853DCBE42}" type="datetimeFigureOut">
              <a:rPr lang="en-US"/>
              <a:pPr>
                <a:defRPr/>
              </a:pPr>
              <a:t>1/3/2024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8BCB6B3B-1855-404F-93DB-D46DC2FFA22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426" r:id="rId1"/>
    <p:sldLayoutId id="2147484428" r:id="rId2"/>
    <p:sldLayoutId id="2147484429" r:id="rId3"/>
    <p:sldLayoutId id="2147484430" r:id="rId4"/>
    <p:sldLayoutId id="2147484431" r:id="rId5"/>
  </p:sldLayoutIdLst>
  <p:hf hdr="0" ftr="0" dt="0"/>
  <p:txStyles>
    <p:title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7013" indent="-227013" algn="l" defTabSz="912813"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F930E7D1-CC7E-49D5-B34E-0E057D44965B}" type="datetimeFigureOut">
              <a:rPr lang="en-US" altLang="en-US"/>
              <a:pPr>
                <a:defRPr/>
              </a:pPr>
              <a:t>1/3/2024</a:t>
            </a:fld>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defRPr>
            </a:lvl1pPr>
          </a:lstStyle>
          <a:p>
            <a:pPr>
              <a:defRPr/>
            </a:pPr>
            <a:endParaRPr lang="en-U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E1496500-AD30-4BF7-992A-5725CE8C72A7}" type="slidenum">
              <a:rPr lang="en-US" altLang="zh-CN"/>
              <a:pPr>
                <a:defRPr/>
              </a:pPr>
              <a:t>‹#›</a:t>
            </a:fld>
            <a:endParaRPr lang="en-US" altLang="zh-CN"/>
          </a:p>
        </p:txBody>
      </p:sp>
    </p:spTree>
    <p:extLst>
      <p:ext uri="{BB962C8B-B14F-4D97-AF65-F5344CB8AC3E}">
        <p14:creationId xmlns:p14="http://schemas.microsoft.com/office/powerpoint/2010/main" val="309758942"/>
      </p:ext>
    </p:extLst>
  </p:cSld>
  <p:clrMap bg1="lt1" tx1="dk1" bg2="lt2" tx2="dk2" accent1="accent1" accent2="accent2" accent3="accent3" accent4="accent4" accent5="accent5" accent6="accent6" hlink="hlink" folHlink="folHlink"/>
  <p:sldLayoutIdLst>
    <p:sldLayoutId id="2147484434" r:id="rId1"/>
    <p:sldLayoutId id="2147484435" r:id="rId2"/>
    <p:sldLayoutId id="2147484436" r:id="rId3"/>
    <p:sldLayoutId id="2147484437" r:id="rId4"/>
    <p:sldLayoutId id="2147484438" r:id="rId5"/>
    <p:sldLayoutId id="2147484439" r:id="rId6"/>
    <p:sldLayoutId id="2147484440" r:id="rId7"/>
  </p:sldLayoutIdLst>
  <p:hf hdr="0" ftr="0" dt="0"/>
  <p:txStyles>
    <p:title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7013" indent="-227013" algn="l" defTabSz="912813"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Box 1"/>
          <p:cNvSpPr txBox="1"/>
          <p:nvPr userDrawn="1"/>
        </p:nvSpPr>
        <p:spPr>
          <a:xfrm>
            <a:off x="1396578" y="6473952"/>
            <a:ext cx="4115872" cy="153888"/>
          </a:xfrm>
          <a:prstGeom prst="rect">
            <a:avLst/>
          </a:prstGeom>
          <a:noFill/>
        </p:spPr>
        <p:txBody>
          <a:bodyPr wrap="square" lIns="0" tIns="0" rIns="0" bIns="0" rtlCol="0">
            <a:spAutoFit/>
          </a:bodyPr>
          <a:lstStyle/>
          <a:p>
            <a:r>
              <a:rPr lang="en-US" sz="1000" dirty="0">
                <a:latin typeface="Arial" pitchFamily="34" charset="0"/>
                <a:cs typeface="Arial" pitchFamily="34" charset="0"/>
              </a:rPr>
              <a:t>2019 Lenovo Internal. All rights reserved.</a:t>
            </a:r>
          </a:p>
        </p:txBody>
      </p:sp>
      <p:sp>
        <p:nvSpPr>
          <p:cNvPr id="4" name="Slide Number Placeholder 5"/>
          <p:cNvSpPr>
            <a:spLocks noGrp="1"/>
          </p:cNvSpPr>
          <p:nvPr>
            <p:ph type="sldNum" sz="quarter" idx="4"/>
          </p:nvPr>
        </p:nvSpPr>
        <p:spPr>
          <a:xfrm>
            <a:off x="11752974" y="6473952"/>
            <a:ext cx="439026"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grpSp>
        <p:nvGrpSpPr>
          <p:cNvPr id="5" name="Group 4"/>
          <p:cNvGrpSpPr/>
          <p:nvPr userDrawn="1"/>
        </p:nvGrpSpPr>
        <p:grpSpPr>
          <a:xfrm>
            <a:off x="554483" y="6421482"/>
            <a:ext cx="734547" cy="245008"/>
            <a:chOff x="547688" y="952500"/>
            <a:chExt cx="12190413" cy="4067175"/>
          </a:xfrm>
        </p:grpSpPr>
        <p:sp>
          <p:nvSpPr>
            <p:cNvPr id="6" name="Rectangle 5"/>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Freeform 7"/>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 name="Freeform 8"/>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 name="Freeform 9"/>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 name="Freeform 10"/>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2"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3"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1810424481"/>
      </p:ext>
    </p:extLst>
  </p:cSld>
  <p:clrMap bg1="lt1" tx1="dk1" bg2="lt2" tx2="dk2" accent1="accent1" accent2="accent2" accent3="accent3" accent4="accent4" accent5="accent5" accent6="accent6" hlink="hlink" folHlink="folHlink"/>
  <p:sldLayoutIdLst>
    <p:sldLayoutId id="2147484442" r:id="rId1"/>
    <p:sldLayoutId id="2147484443" r:id="rId2"/>
    <p:sldLayoutId id="2147484444" r:id="rId3"/>
    <p:sldLayoutId id="2147484445" r:id="rId4"/>
    <p:sldLayoutId id="2147484446" r:id="rId5"/>
    <p:sldLayoutId id="2147484447" r:id="rId6"/>
    <p:sldLayoutId id="2147484448" r:id="rId7"/>
    <p:sldLayoutId id="2147484449" r:id="rId8"/>
    <p:sldLayoutId id="2147484450" r:id="rId9"/>
    <p:sldLayoutId id="2147484451" r:id="rId10"/>
    <p:sldLayoutId id="2147484452" r:id="rId11"/>
    <p:sldLayoutId id="2147484453" r:id="rId12"/>
    <p:sldLayoutId id="2147484454" r:id="rId13"/>
    <p:sldLayoutId id="2147484455" r:id="rId14"/>
    <p:sldLayoutId id="2147484456" r:id="rId15"/>
    <p:sldLayoutId id="2147484457" r:id="rId16"/>
    <p:sldLayoutId id="2147484458" r:id="rId17"/>
    <p:sldLayoutId id="2147484459" r:id="rId18"/>
    <p:sldLayoutId id="2147484460" r:id="rId19"/>
    <p:sldLayoutId id="2147484461" r:id="rId20"/>
    <p:sldLayoutId id="2147484462" r:id="rId21"/>
    <p:sldLayoutId id="2147484463" r:id="rId22"/>
    <p:sldLayoutId id="2147484464" r:id="rId23"/>
    <p:sldLayoutId id="2147484465" r:id="rId24"/>
    <p:sldLayoutId id="2147484466" r:id="rId25"/>
    <p:sldLayoutId id="2147484467" r:id="rId26"/>
    <p:sldLayoutId id="2147484468" r:id="rId27"/>
    <p:sldLayoutId id="2147484469" r:id="rId28"/>
    <p:sldLayoutId id="2147484470" r:id="rId29"/>
    <p:sldLayoutId id="2147484471" r:id="rId30"/>
    <p:sldLayoutId id="2147484473" r:id="rId31"/>
    <p:sldLayoutId id="2147484475" r:id="rId32"/>
    <p:sldLayoutId id="2147484476" r:id="rId33"/>
  </p:sldLayoutIdLst>
  <p:transition spd="med"/>
  <p:hf hdr="0" dt="0"/>
  <p:txStyles>
    <p:titleStyle>
      <a:lvl1pPr algn="ctr" defTabSz="1218987" rtl="0" eaLnBrk="1" latinLnBrk="0" hangingPunct="1">
        <a:spcBef>
          <a:spcPct val="0"/>
        </a:spcBef>
        <a:buNone/>
        <a:defRPr sz="4300" kern="1200" cap="all" baseline="0">
          <a:solidFill>
            <a:schemeClr val="tx1"/>
          </a:solidFill>
          <a:latin typeface="Arial" pitchFamily="34" charset="0"/>
          <a:ea typeface="+mj-ea"/>
          <a:cs typeface="Arial" pitchFamily="34" charset="0"/>
        </a:defRPr>
      </a:lvl1pPr>
    </p:titleStyle>
    <p:bodyStyle>
      <a:lvl1pPr marL="457120" indent="-457120" algn="l" defTabSz="1218987" rtl="0" eaLnBrk="1" latinLnBrk="0" hangingPunct="1">
        <a:spcBef>
          <a:spcPct val="20000"/>
        </a:spcBef>
        <a:buClr>
          <a:schemeClr val="tx2"/>
        </a:buClr>
        <a:buFont typeface="Wingdings" pitchFamily="2" charset="2"/>
        <a:buChar char="§"/>
        <a:defRPr sz="4300" kern="1200">
          <a:solidFill>
            <a:schemeClr val="tx1"/>
          </a:solidFill>
          <a:latin typeface="Arial" pitchFamily="34" charset="0"/>
          <a:ea typeface="+mn-ea"/>
          <a:cs typeface="Arial" pitchFamily="34" charset="0"/>
        </a:defRPr>
      </a:lvl1pPr>
      <a:lvl2pPr marL="990427" indent="-380933" algn="l" defTabSz="1218987" rtl="0" eaLnBrk="1" latinLnBrk="0" hangingPunct="1">
        <a:spcBef>
          <a:spcPct val="20000"/>
        </a:spcBef>
        <a:buClr>
          <a:schemeClr val="tx2"/>
        </a:buClr>
        <a:buFont typeface="Wingdings" pitchFamily="2" charset="2"/>
        <a:buChar char="§"/>
        <a:defRPr sz="3700" kern="1200">
          <a:solidFill>
            <a:schemeClr val="tx1"/>
          </a:solidFill>
          <a:latin typeface="Arial" pitchFamily="34" charset="0"/>
          <a:ea typeface="+mn-ea"/>
          <a:cs typeface="Arial" pitchFamily="34" charset="0"/>
        </a:defRPr>
      </a:lvl2pPr>
      <a:lvl3pPr marL="1523733" indent="-304747" algn="l" defTabSz="1218987" rtl="0" eaLnBrk="1" latinLnBrk="0" hangingPunct="1">
        <a:spcBef>
          <a:spcPct val="20000"/>
        </a:spcBef>
        <a:buClr>
          <a:schemeClr val="tx2"/>
        </a:buClr>
        <a:buFont typeface="Wingdings" pitchFamily="2" charset="2"/>
        <a:buChar char="§"/>
        <a:defRPr sz="3200" kern="1200">
          <a:solidFill>
            <a:schemeClr val="tx1"/>
          </a:solidFill>
          <a:latin typeface="Arial" pitchFamily="34" charset="0"/>
          <a:ea typeface="+mn-ea"/>
          <a:cs typeface="Arial" pitchFamily="34" charset="0"/>
        </a:defRPr>
      </a:lvl3pPr>
      <a:lvl4pPr marL="2133227" indent="-304747" algn="l" defTabSz="1218987" rtl="0" eaLnBrk="1" latinLnBrk="0" hangingPunct="1">
        <a:spcBef>
          <a:spcPct val="20000"/>
        </a:spcBef>
        <a:buClr>
          <a:schemeClr val="tx2"/>
        </a:buClr>
        <a:buFont typeface="Wingdings" pitchFamily="2" charset="2"/>
        <a:buChar char="§"/>
        <a:defRPr sz="2700" kern="1200">
          <a:solidFill>
            <a:schemeClr val="tx1"/>
          </a:solidFill>
          <a:latin typeface="Arial" pitchFamily="34" charset="0"/>
          <a:ea typeface="+mn-ea"/>
          <a:cs typeface="Arial" pitchFamily="34" charset="0"/>
        </a:defRPr>
      </a:lvl4pPr>
      <a:lvl5pPr marL="2742720" indent="-304747" algn="l" defTabSz="1218987" rtl="0" eaLnBrk="1" latinLnBrk="0" hangingPunct="1">
        <a:spcBef>
          <a:spcPct val="20000"/>
        </a:spcBef>
        <a:buClr>
          <a:schemeClr val="tx2"/>
        </a:buClr>
        <a:buFont typeface="Wingdings" pitchFamily="2" charset="2"/>
        <a:buChar char="§"/>
        <a:defRPr sz="27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slide" Target="slide10.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 Target="slide1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 Target="slide11.xml"/><Relationship Id="rId5" Type="http://schemas.openxmlformats.org/officeDocument/2006/relationships/tags" Target="../tags/tag5.xml"/><Relationship Id="rId10" Type="http://schemas.openxmlformats.org/officeDocument/2006/relationships/slide" Target="slide14.xml"/><Relationship Id="rId4" Type="http://schemas.openxmlformats.org/officeDocument/2006/relationships/tags" Target="../tags/tag4.xml"/><Relationship Id="rId9"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8.xml"/><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package" Target="../embeddings/Microsoft_Excel_Worksheet.xlsx"/></Relationships>
</file>

<file path=ppt/slides/_rels/slide11.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emf"/><Relationship Id="rId2" Type="http://schemas.openxmlformats.org/officeDocument/2006/relationships/slide" Target="slide8.xml"/><Relationship Id="rId1" Type="http://schemas.openxmlformats.org/officeDocument/2006/relationships/slideLayout" Target="../slideLayouts/slideLayout2.xml"/><Relationship Id="rId6" Type="http://schemas.openxmlformats.org/officeDocument/2006/relationships/package" Target="../embeddings/Microsoft_Excel_Worksheet1.xlsx"/><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image" Target="../media/image16.png"/><Relationship Id="rId7" Type="http://schemas.openxmlformats.org/officeDocument/2006/relationships/package" Target="../embeddings/Microsoft_Excel_Worksheet2.xlsx"/><Relationship Id="rId2" Type="http://schemas.openxmlformats.org/officeDocument/2006/relationships/slide" Target="slide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tags" Target="../tags/tag10.xml"/><Relationship Id="rId7" Type="http://schemas.openxmlformats.org/officeDocument/2006/relationships/package" Target="../embeddings/Microsoft_Excel_Worksheet3.xlsx"/><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 Target="slide8.xml"/><Relationship Id="rId5" Type="http://schemas.openxmlformats.org/officeDocument/2006/relationships/slideLayout" Target="../slideLayouts/slideLayout2.xml"/><Relationship Id="rId4"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a:grpSpLocks/>
          </p:cNvGrpSpPr>
          <p:nvPr/>
        </p:nvGrpSpPr>
        <p:grpSpPr bwMode="auto">
          <a:xfrm>
            <a:off x="-566738" y="0"/>
            <a:ext cx="12758738" cy="7180263"/>
            <a:chOff x="-511175" y="-322263"/>
            <a:chExt cx="12758738" cy="7180263"/>
          </a:xfrm>
        </p:grpSpPr>
        <p:grpSp>
          <p:nvGrpSpPr>
            <p:cNvPr id="3" name="组合 1"/>
            <p:cNvGrpSpPr>
              <a:grpSpLocks/>
            </p:cNvGrpSpPr>
            <p:nvPr/>
          </p:nvGrpSpPr>
          <p:grpSpPr bwMode="auto">
            <a:xfrm>
              <a:off x="-511175" y="-322263"/>
              <a:ext cx="12758738" cy="7180263"/>
              <a:chOff x="-511175" y="-322263"/>
              <a:chExt cx="12758738" cy="7180263"/>
            </a:xfrm>
          </p:grpSpPr>
          <p:pic>
            <p:nvPicPr>
              <p:cNvPr id="5" name="图片 5" descr="联想质量宣传PPT-内页-0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1175" y="-322263"/>
                <a:ext cx="12758738" cy="718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平行四边形 5"/>
              <p:cNvSpPr/>
              <p:nvPr/>
            </p:nvSpPr>
            <p:spPr>
              <a:xfrm>
                <a:off x="-511175" y="-322263"/>
                <a:ext cx="9729788" cy="7180263"/>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7613" rtl="0" eaLnBrk="1" fontAlgn="base" latinLnBrk="0" hangingPunct="1">
                  <a:lnSpc>
                    <a:spcPct val="100000"/>
                  </a:lnSpc>
                  <a:spcBef>
                    <a:spcPct val="0"/>
                  </a:spcBef>
                  <a:spcAft>
                    <a:spcPct val="0"/>
                  </a:spcAft>
                  <a:buClrTx/>
                  <a:buSzTx/>
                  <a:buFontTx/>
                  <a:buNone/>
                  <a:tabLst/>
                  <a:defRPr/>
                </a:pPr>
                <a:endParaRPr kumimoji="0" lang="zh-CN" altLang="en-US" sz="23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grpSp>
        <p:sp>
          <p:nvSpPr>
            <p:cNvPr id="4" name="矩形 3"/>
            <p:cNvSpPr/>
            <p:nvPr/>
          </p:nvSpPr>
          <p:spPr>
            <a:xfrm>
              <a:off x="-511175" y="-322263"/>
              <a:ext cx="6505576" cy="7180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7613" rtl="0" eaLnBrk="1" fontAlgn="base" latinLnBrk="0" hangingPunct="1">
                <a:lnSpc>
                  <a:spcPct val="100000"/>
                </a:lnSpc>
                <a:spcBef>
                  <a:spcPct val="0"/>
                </a:spcBef>
                <a:spcAft>
                  <a:spcPct val="0"/>
                </a:spcAft>
                <a:buClrTx/>
                <a:buSzTx/>
                <a:buFontTx/>
                <a:buNone/>
                <a:tabLst/>
                <a:defRPr/>
              </a:pPr>
              <a:endParaRPr kumimoji="0" lang="zh-CN" altLang="en-US" sz="23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mn-cs"/>
              </a:endParaRPr>
            </a:p>
          </p:txBody>
        </p:sp>
      </p:grpSp>
      <p:pic>
        <p:nvPicPr>
          <p:cNvPr id="7" name="图片 12" descr="悦动.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6738" y="3979069"/>
            <a:ext cx="8924926"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10" descr="togeth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62962" y="3140868"/>
            <a:ext cx="3624263" cy="247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3"/>
          <p:cNvSpPr txBox="1">
            <a:spLocks/>
          </p:cNvSpPr>
          <p:nvPr/>
        </p:nvSpPr>
        <p:spPr>
          <a:xfrm>
            <a:off x="309993" y="2054459"/>
            <a:ext cx="7840663" cy="973558"/>
          </a:xfrm>
          <a:prstGeom prst="rect">
            <a:avLst/>
          </a:prstGeom>
        </p:spPr>
        <p:txBody>
          <a:bodyPr anchor="ctr">
            <a:normAutofit/>
          </a:bodyPr>
          <a:lstStyle/>
          <a:p>
            <a:pPr marL="457200" indent="-457200" defTabSz="1218565" eaLnBrk="1" fontAlgn="auto" hangingPunct="1">
              <a:lnSpc>
                <a:spcPct val="80000"/>
              </a:lnSpc>
              <a:spcBef>
                <a:spcPct val="20000"/>
              </a:spcBef>
              <a:spcAft>
                <a:spcPts val="0"/>
              </a:spcAft>
              <a:buClr>
                <a:srgbClr val="44546A"/>
              </a:buClr>
              <a:defRPr/>
            </a:pPr>
            <a:r>
              <a:rPr lang="en-US" altLang="zh-CN" sz="3600" b="1" dirty="0"/>
              <a:t>WFB (Win First Battle) process </a:t>
            </a:r>
            <a:endParaRPr lang="zh-CN" altLang="zh-CN" sz="3600" b="1" dirty="0"/>
          </a:p>
        </p:txBody>
      </p:sp>
      <p:sp>
        <p:nvSpPr>
          <p:cNvPr id="10" name="Subtitle 4"/>
          <p:cNvSpPr txBox="1">
            <a:spLocks/>
          </p:cNvSpPr>
          <p:nvPr/>
        </p:nvSpPr>
        <p:spPr bwMode="auto">
          <a:xfrm>
            <a:off x="259141" y="2992368"/>
            <a:ext cx="6562725" cy="172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5613" indent="-455613">
              <a:defRPr sz="2400">
                <a:solidFill>
                  <a:schemeClr val="tx1"/>
                </a:solidFill>
                <a:latin typeface="Arial" panose="020B0604020202020204" pitchFamily="34" charset="0"/>
                <a:ea typeface="SimSun" panose="02010600030101010101" pitchFamily="2" charset="-122"/>
              </a:defRPr>
            </a:lvl1pPr>
            <a:lvl2pPr>
              <a:defRPr sz="2400">
                <a:solidFill>
                  <a:schemeClr val="tx1"/>
                </a:solidFill>
                <a:latin typeface="Arial" panose="020B0604020202020204" pitchFamily="34" charset="0"/>
                <a:ea typeface="SimSun" panose="02010600030101010101" pitchFamily="2" charset="-122"/>
              </a:defRPr>
            </a:lvl2pPr>
            <a:lvl3pPr>
              <a:defRPr sz="2400">
                <a:solidFill>
                  <a:schemeClr val="tx1"/>
                </a:solidFill>
                <a:latin typeface="Arial" panose="020B0604020202020204" pitchFamily="34" charset="0"/>
                <a:ea typeface="SimSun" panose="02010600030101010101" pitchFamily="2" charset="-122"/>
              </a:defRPr>
            </a:lvl3pPr>
            <a:lvl4pPr>
              <a:defRPr sz="2400">
                <a:solidFill>
                  <a:schemeClr val="tx1"/>
                </a:solidFill>
                <a:latin typeface="Arial" panose="020B0604020202020204" pitchFamily="34" charset="0"/>
                <a:ea typeface="SimSun" panose="02010600030101010101" pitchFamily="2" charset="-122"/>
              </a:defRPr>
            </a:lvl4pPr>
            <a:lvl5pPr>
              <a:defRPr sz="2400">
                <a:solidFill>
                  <a:schemeClr val="tx1"/>
                </a:solidFill>
                <a:latin typeface="Arial" panose="020B0604020202020204" pitchFamily="34" charset="0"/>
                <a:ea typeface="SimSun" panose="02010600030101010101" pitchFamily="2" charset="-122"/>
              </a:defRPr>
            </a:lvl5pPr>
            <a:lvl6pPr marL="2894013" indent="-608013" defTabSz="1217613"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6pPr>
            <a:lvl7pPr marL="3351213" indent="-608013" defTabSz="1217613"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7pPr>
            <a:lvl8pPr marL="3808413" indent="-608013" defTabSz="1217613"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8pPr>
            <a:lvl9pPr marL="4265613" indent="-608013" defTabSz="1217613" eaLnBrk="0" fontAlgn="base" hangingPunct="0">
              <a:spcBef>
                <a:spcPct val="0"/>
              </a:spcBef>
              <a:spcAft>
                <a:spcPct val="0"/>
              </a:spcAft>
              <a:defRPr sz="2400">
                <a:solidFill>
                  <a:schemeClr val="tx1"/>
                </a:solidFill>
                <a:latin typeface="Arial" panose="020B0604020202020204" pitchFamily="34" charset="0"/>
                <a:ea typeface="SimSun" panose="02010600030101010101" pitchFamily="2" charset="-122"/>
              </a:defRPr>
            </a:lvl9pPr>
          </a:lstStyle>
          <a:p>
            <a:pPr marL="455613" marR="0" lvl="0" indent="-455613" algn="l" defTabSz="1217613"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SimSun" panose="02010600030101010101" pitchFamily="2" charset="-122"/>
                <a:cs typeface="+mn-cs"/>
              </a:rPr>
              <a:t>PQM: Tim Luo</a:t>
            </a:r>
          </a:p>
          <a:p>
            <a:pPr marL="455613" marR="0" lvl="0" indent="-455613" algn="l" defTabSz="1217613" rtl="0" eaLnBrk="0" fontAlgn="base" latinLnBrk="0" hangingPunct="0">
              <a:lnSpc>
                <a:spcPct val="100000"/>
              </a:lnSpc>
              <a:spcBef>
                <a:spcPct val="0"/>
              </a:spcBef>
              <a:spcAft>
                <a:spcPct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SimSun" panose="02010600030101010101" pitchFamily="2" charset="-122"/>
              <a:cs typeface="+mn-cs"/>
            </a:endParaRPr>
          </a:p>
          <a:p>
            <a:pPr marL="455613" marR="0" lvl="0" indent="-455613" algn="l" defTabSz="1217613"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SimSun" panose="02010600030101010101" pitchFamily="2" charset="-122"/>
                <a:cs typeface="+mn-cs"/>
              </a:rPr>
              <a:t>V1.2</a:t>
            </a:r>
          </a:p>
          <a:p>
            <a:pPr marL="455613" marR="0" lvl="0" indent="-455613" algn="l" defTabSz="1217613" rtl="0" eaLnBrk="0" fontAlgn="base" latinLnBrk="0" hangingPunct="0">
              <a:lnSpc>
                <a:spcPct val="100000"/>
              </a:lnSpc>
              <a:spcBef>
                <a:spcPct val="0"/>
              </a:spcBef>
              <a:spcAft>
                <a:spcPct val="0"/>
              </a:spcAft>
              <a:buClrTx/>
              <a:buSzTx/>
              <a:buFontTx/>
              <a:buNone/>
              <a:tabLst/>
              <a:defRPr/>
            </a:pP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SimSun" panose="02010600030101010101" pitchFamily="2" charset="-122"/>
              <a:cs typeface="+mn-cs"/>
            </a:endParaRPr>
          </a:p>
          <a:p>
            <a:pPr marL="455613" marR="0" lvl="0" indent="-455613" algn="l" defTabSz="1217613"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SimSun" panose="02010600030101010101" pitchFamily="2" charset="-122"/>
                <a:cs typeface="+mn-cs"/>
              </a:rPr>
              <a:t>2023/12/20</a:t>
            </a:r>
          </a:p>
        </p:txBody>
      </p:sp>
      <p:grpSp>
        <p:nvGrpSpPr>
          <p:cNvPr id="16" name="组合 15">
            <a:extLst>
              <a:ext uri="{FF2B5EF4-FFF2-40B4-BE49-F238E27FC236}">
                <a16:creationId xmlns:a16="http://schemas.microsoft.com/office/drawing/2014/main" id="{6DE7329C-3F32-4BE7-84E3-996EC4C8294B}"/>
              </a:ext>
            </a:extLst>
          </p:cNvPr>
          <p:cNvGrpSpPr/>
          <p:nvPr/>
        </p:nvGrpSpPr>
        <p:grpSpPr>
          <a:xfrm>
            <a:off x="309994" y="4545136"/>
            <a:ext cx="7840662" cy="170293"/>
            <a:chOff x="-134471" y="4231371"/>
            <a:chExt cx="8238565" cy="70427"/>
          </a:xfrm>
        </p:grpSpPr>
        <p:cxnSp>
          <p:nvCxnSpPr>
            <p:cNvPr id="12" name="直接连接符 11">
              <a:extLst>
                <a:ext uri="{FF2B5EF4-FFF2-40B4-BE49-F238E27FC236}">
                  <a16:creationId xmlns:a16="http://schemas.microsoft.com/office/drawing/2014/main" id="{1DF35057-0089-4383-8AB1-50A8B3B3802D}"/>
                </a:ext>
              </a:extLst>
            </p:cNvPr>
            <p:cNvCxnSpPr>
              <a:cxnSpLocks/>
            </p:cNvCxnSpPr>
            <p:nvPr/>
          </p:nvCxnSpPr>
          <p:spPr>
            <a:xfrm>
              <a:off x="-134471" y="4301798"/>
              <a:ext cx="8238565"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6BDFB4DC-0429-48C5-9B8E-6CA1BFD76488}"/>
                </a:ext>
              </a:extLst>
            </p:cNvPr>
            <p:cNvSpPr/>
            <p:nvPr/>
          </p:nvSpPr>
          <p:spPr>
            <a:xfrm>
              <a:off x="-134471" y="4231371"/>
              <a:ext cx="1604683" cy="70427"/>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6973818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5B6AEAE2-C25E-4FE4-8A79-96C9D7959D3F}"/>
              </a:ext>
            </a:extLst>
          </p:cNvPr>
          <p:cNvSpPr txBox="1">
            <a:spLocks/>
          </p:cNvSpPr>
          <p:nvPr/>
        </p:nvSpPr>
        <p:spPr>
          <a:xfrm>
            <a:off x="0" y="198260"/>
            <a:ext cx="10412504" cy="533676"/>
          </a:xfrm>
          <a:prstGeom prst="rect">
            <a:avLst/>
          </a:prstGeom>
        </p:spPr>
        <p:txBody>
          <a:bodyPr vert="horz" lIns="91440" tIns="45720" rIns="91440" bIns="45720" rtlCol="0" anchor="b">
            <a:normAutofit/>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914400" eaLnBrk="1" hangingPunct="1">
              <a:spcAft>
                <a:spcPts val="600"/>
              </a:spcAft>
            </a:pPr>
            <a:r>
              <a:rPr lang="en-US" sz="3200" kern="1200" dirty="0">
                <a:solidFill>
                  <a:schemeClr val="tx1"/>
                </a:solidFill>
                <a:latin typeface="+mj-lt"/>
                <a:ea typeface="+mj-ea"/>
                <a:cs typeface="+mj-cs"/>
              </a:rPr>
              <a:t>Document Ownership &amp; Control</a:t>
            </a:r>
          </a:p>
        </p:txBody>
      </p:sp>
      <p:graphicFrame>
        <p:nvGraphicFramePr>
          <p:cNvPr id="3" name="表格 2">
            <a:extLst>
              <a:ext uri="{FF2B5EF4-FFF2-40B4-BE49-F238E27FC236}">
                <a16:creationId xmlns:a16="http://schemas.microsoft.com/office/drawing/2014/main" id="{44959520-532A-4FFD-B98E-2B4D31E03E0D}"/>
              </a:ext>
            </a:extLst>
          </p:cNvPr>
          <p:cNvGraphicFramePr>
            <a:graphicFrameLocks noGrp="1"/>
          </p:cNvGraphicFramePr>
          <p:nvPr>
            <p:extLst>
              <p:ext uri="{D42A27DB-BD31-4B8C-83A1-F6EECF244321}">
                <p14:modId xmlns:p14="http://schemas.microsoft.com/office/powerpoint/2010/main" val="2847640116"/>
              </p:ext>
            </p:extLst>
          </p:nvPr>
        </p:nvGraphicFramePr>
        <p:xfrm>
          <a:off x="0" y="1255378"/>
          <a:ext cx="12192000" cy="3693141"/>
        </p:xfrm>
        <a:graphic>
          <a:graphicData uri="http://schemas.openxmlformats.org/drawingml/2006/table">
            <a:tbl>
              <a:tblPr firstRow="1" bandRow="1">
                <a:tableStyleId>{5C22544A-7EE6-4342-B048-85BDC9FD1C3A}</a:tableStyleId>
              </a:tblPr>
              <a:tblGrid>
                <a:gridCol w="1523965">
                  <a:extLst>
                    <a:ext uri="{9D8B030D-6E8A-4147-A177-3AD203B41FA5}">
                      <a16:colId xmlns:a16="http://schemas.microsoft.com/office/drawing/2014/main" val="226996033"/>
                    </a:ext>
                  </a:extLst>
                </a:gridCol>
                <a:gridCol w="1703062">
                  <a:extLst>
                    <a:ext uri="{9D8B030D-6E8A-4147-A177-3AD203B41FA5}">
                      <a16:colId xmlns:a16="http://schemas.microsoft.com/office/drawing/2014/main" val="3674072548"/>
                    </a:ext>
                  </a:extLst>
                </a:gridCol>
                <a:gridCol w="1432221">
                  <a:extLst>
                    <a:ext uri="{9D8B030D-6E8A-4147-A177-3AD203B41FA5}">
                      <a16:colId xmlns:a16="http://schemas.microsoft.com/office/drawing/2014/main" val="349587560"/>
                    </a:ext>
                  </a:extLst>
                </a:gridCol>
                <a:gridCol w="241846">
                  <a:extLst>
                    <a:ext uri="{9D8B030D-6E8A-4147-A177-3AD203B41FA5}">
                      <a16:colId xmlns:a16="http://schemas.microsoft.com/office/drawing/2014/main" val="2968471031"/>
                    </a:ext>
                  </a:extLst>
                </a:gridCol>
                <a:gridCol w="1643608">
                  <a:extLst>
                    <a:ext uri="{9D8B030D-6E8A-4147-A177-3AD203B41FA5}">
                      <a16:colId xmlns:a16="http://schemas.microsoft.com/office/drawing/2014/main" val="3385633485"/>
                    </a:ext>
                  </a:extLst>
                </a:gridCol>
                <a:gridCol w="897404">
                  <a:extLst>
                    <a:ext uri="{9D8B030D-6E8A-4147-A177-3AD203B41FA5}">
                      <a16:colId xmlns:a16="http://schemas.microsoft.com/office/drawing/2014/main" val="3076846909"/>
                    </a:ext>
                  </a:extLst>
                </a:gridCol>
                <a:gridCol w="809860">
                  <a:extLst>
                    <a:ext uri="{9D8B030D-6E8A-4147-A177-3AD203B41FA5}">
                      <a16:colId xmlns:a16="http://schemas.microsoft.com/office/drawing/2014/main" val="252221764"/>
                    </a:ext>
                  </a:extLst>
                </a:gridCol>
                <a:gridCol w="1980487">
                  <a:extLst>
                    <a:ext uri="{9D8B030D-6E8A-4147-A177-3AD203B41FA5}">
                      <a16:colId xmlns:a16="http://schemas.microsoft.com/office/drawing/2014/main" val="1468003520"/>
                    </a:ext>
                  </a:extLst>
                </a:gridCol>
                <a:gridCol w="1959547">
                  <a:extLst>
                    <a:ext uri="{9D8B030D-6E8A-4147-A177-3AD203B41FA5}">
                      <a16:colId xmlns:a16="http://schemas.microsoft.com/office/drawing/2014/main" val="3091778779"/>
                    </a:ext>
                  </a:extLst>
                </a:gridCol>
              </a:tblGrid>
              <a:tr h="445138">
                <a:tc gridSpan="3">
                  <a:txBody>
                    <a:bodyPr/>
                    <a:lstStyle/>
                    <a:p>
                      <a:pPr algn="just">
                        <a:tabLst>
                          <a:tab pos="3200400" algn="l"/>
                        </a:tabLst>
                      </a:pPr>
                      <a:r>
                        <a:rPr lang="en-US" sz="1700" kern="100" dirty="0">
                          <a:effectLst/>
                        </a:rPr>
                        <a:t>File No.: </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hMerge="1">
                  <a:txBody>
                    <a:bodyPr/>
                    <a:lstStyle/>
                    <a:p>
                      <a:endParaRPr lang="zh-CN" altLang="en-US"/>
                    </a:p>
                  </a:txBody>
                  <a:tcPr/>
                </a:tc>
                <a:tc hMerge="1">
                  <a:txBody>
                    <a:bodyPr/>
                    <a:lstStyle/>
                    <a:p>
                      <a:endParaRPr lang="zh-CN" altLang="en-US" dirty="0"/>
                    </a:p>
                  </a:txBody>
                  <a:tcPr marL="80618" marR="80618" marT="0" marB="0" anchor="ctr"/>
                </a:tc>
                <a:tc gridSpan="6">
                  <a:txBody>
                    <a:bodyPr/>
                    <a:lstStyle/>
                    <a:p>
                      <a:r>
                        <a:rPr lang="en-US" sz="1700" kern="100" dirty="0">
                          <a:effectLst/>
                        </a:rPr>
                        <a:t>Version Number: Rev 1.0</a:t>
                      </a:r>
                      <a:endParaRPr lang="zh-CN" altLang="en-US" dirty="0"/>
                    </a:p>
                  </a:txBody>
                  <a:tcPr marL="80618" marR="80618" marT="0" marB="0" anchor="ctr"/>
                </a:tc>
                <a:tc hMerge="1">
                  <a:txBody>
                    <a:bodyPr/>
                    <a:lstStyle/>
                    <a:p>
                      <a:endParaRPr lang="zh-CN" altLang="en-US"/>
                    </a:p>
                  </a:txBody>
                  <a:tcPr/>
                </a:tc>
                <a:tc hMerge="1">
                  <a:txBody>
                    <a:bodyPr/>
                    <a:lstStyle/>
                    <a:p>
                      <a:r>
                        <a:rPr lang="en-US" sz="1700" kern="100">
                          <a:effectLst/>
                        </a:rPr>
                        <a:t>Version Number: Rev1.1</a:t>
                      </a:r>
                      <a:endParaRPr lang="zh-CN" altLang="en-US"/>
                    </a:p>
                  </a:txBody>
                  <a:tcPr marL="80618" marR="80618"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98949555"/>
                  </a:ext>
                </a:extLst>
              </a:tr>
              <a:tr h="431629">
                <a:tc rowSpan="4" gridSpan="3">
                  <a:txBody>
                    <a:bodyPr/>
                    <a:lstStyle/>
                    <a:p>
                      <a:pPr algn="just">
                        <a:lnSpc>
                          <a:spcPct val="150000"/>
                        </a:lnSpc>
                        <a:tabLst>
                          <a:tab pos="3200400" algn="l"/>
                        </a:tabLst>
                      </a:pPr>
                      <a:r>
                        <a:rPr lang="en-US" sz="1700" kern="100" dirty="0">
                          <a:effectLst/>
                        </a:rPr>
                        <a:t>Process File Name: </a:t>
                      </a:r>
                      <a:endParaRPr lang="zh-CN" sz="1600" kern="100" dirty="0">
                        <a:effectLst/>
                      </a:endParaRPr>
                    </a:p>
                    <a:p>
                      <a:pPr indent="509905" algn="just">
                        <a:lnSpc>
                          <a:spcPct val="150000"/>
                        </a:lnSpc>
                        <a:tabLst>
                          <a:tab pos="3200400" algn="l"/>
                        </a:tabLst>
                      </a:pPr>
                      <a:r>
                        <a:rPr lang="en-US" sz="1700" kern="100" dirty="0">
                          <a:effectLst/>
                        </a:rPr>
                        <a:t>WFB (</a:t>
                      </a:r>
                      <a:r>
                        <a:rPr lang="en-US" sz="1700" kern="100">
                          <a:effectLst/>
                        </a:rPr>
                        <a:t>Win First </a:t>
                      </a:r>
                      <a:r>
                        <a:rPr lang="en-US" sz="1700" kern="100" dirty="0">
                          <a:effectLst/>
                        </a:rPr>
                        <a:t>Battle) process </a:t>
                      </a:r>
                      <a:endParaRPr lang="zh-CN" sz="1600" kern="100" dirty="0">
                        <a:effectLst/>
                      </a:endParaRPr>
                    </a:p>
                    <a:p>
                      <a:pPr algn="just">
                        <a:lnSpc>
                          <a:spcPct val="150000"/>
                        </a:lnSpc>
                        <a:tabLst>
                          <a:tab pos="3200400" algn="l"/>
                        </a:tabLst>
                      </a:pPr>
                      <a:r>
                        <a:rPr lang="en-US" sz="1700" u="none" strike="noStrike" kern="100" dirty="0">
                          <a:effectLst/>
                        </a:rPr>
                        <a:t> </a:t>
                      </a:r>
                      <a:endParaRPr lang="zh-CN" sz="1600" b="1" kern="100" dirty="0">
                        <a:effectLst/>
                        <a:latin typeface="Arial" panose="020B0604020202020204" pitchFamily="34" charset="0"/>
                        <a:ea typeface="黑体" panose="02010609060101010101" pitchFamily="49" charset="-122"/>
                      </a:endParaRPr>
                    </a:p>
                  </a:txBody>
                  <a:tcPr marL="80618" marR="80618" marT="0" marB="0"/>
                </a:tc>
                <a:tc rowSpan="4" hMerge="1">
                  <a:txBody>
                    <a:bodyPr/>
                    <a:lstStyle/>
                    <a:p>
                      <a:endParaRPr lang="zh-CN" altLang="en-US"/>
                    </a:p>
                  </a:txBody>
                  <a:tcPr/>
                </a:tc>
                <a:tc rowSpan="4" hMerge="1">
                  <a:txBody>
                    <a:bodyPr/>
                    <a:lstStyle/>
                    <a:p>
                      <a:endParaRPr lang="zh-CN" altLang="en-US"/>
                    </a:p>
                  </a:txBody>
                  <a:tcPr/>
                </a:tc>
                <a:tc gridSpan="3">
                  <a:txBody>
                    <a:bodyPr/>
                    <a:lstStyle/>
                    <a:p>
                      <a:r>
                        <a:rPr lang="en-US" sz="1700" kern="100" dirty="0">
                          <a:effectLst/>
                        </a:rPr>
                        <a:t>Owner:</a:t>
                      </a:r>
                      <a:endParaRPr lang="zh-CN" altLang="en-US" dirty="0"/>
                    </a:p>
                  </a:txBody>
                  <a:tcPr marL="80618" marR="80618" marT="0" marB="0" anchor="b"/>
                </a:tc>
                <a:tc hMerge="1">
                  <a:txBody>
                    <a:bodyPr/>
                    <a:lstStyle/>
                    <a:p>
                      <a:endParaRPr lang="zh-CN" altLang="en-US"/>
                    </a:p>
                  </a:txBody>
                  <a:tcPr/>
                </a:tc>
                <a:tc hMerge="1">
                  <a:txBody>
                    <a:bodyPr/>
                    <a:lstStyle/>
                    <a:p>
                      <a:r>
                        <a:rPr lang="en-US" sz="1700" kern="100">
                          <a:effectLst/>
                        </a:rPr>
                        <a:t>Owner</a:t>
                      </a:r>
                      <a:endParaRPr lang="zh-CN" altLang="en-US"/>
                    </a:p>
                  </a:txBody>
                  <a:tcPr marL="80618" marR="80618" marT="0" marB="0" anchor="b"/>
                </a:tc>
                <a:tc gridSpan="3">
                  <a:txBody>
                    <a:bodyPr/>
                    <a:lstStyle/>
                    <a:p>
                      <a:r>
                        <a:rPr lang="en-US" sz="1700" kern="100" dirty="0">
                          <a:effectLst/>
                        </a:rPr>
                        <a:t> T</a:t>
                      </a:r>
                      <a:r>
                        <a:rPr lang="en-US" altLang="zh-CN" sz="1700" kern="100" dirty="0">
                          <a:effectLst/>
                        </a:rPr>
                        <a:t>im.Luo</a:t>
                      </a:r>
                      <a:endParaRPr lang="zh-CN" altLang="en-US" dirty="0"/>
                    </a:p>
                  </a:txBody>
                  <a:tcPr marL="80618" marR="80618" marT="0"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64453580"/>
                  </a:ext>
                </a:extLst>
              </a:tr>
              <a:tr h="341383">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gridSpan="3">
                  <a:txBody>
                    <a:bodyPr/>
                    <a:lstStyle/>
                    <a:p>
                      <a:r>
                        <a:rPr lang="en-US" sz="1700" kern="100" dirty="0">
                          <a:effectLst/>
                        </a:rPr>
                        <a:t>Owner’s e-mail Address:</a:t>
                      </a:r>
                      <a:endParaRPr lang="zh-CN" altLang="en-US" dirty="0"/>
                    </a:p>
                  </a:txBody>
                  <a:tcPr marL="80618" marR="80618" marT="0" marB="0" anchor="b"/>
                </a:tc>
                <a:tc hMerge="1">
                  <a:txBody>
                    <a:bodyPr/>
                    <a:lstStyle/>
                    <a:p>
                      <a:endParaRPr lang="zh-CN" altLang="en-US"/>
                    </a:p>
                  </a:txBody>
                  <a:tcPr/>
                </a:tc>
                <a:tc hMerge="1">
                  <a:txBody>
                    <a:bodyPr/>
                    <a:lstStyle/>
                    <a:p>
                      <a:r>
                        <a:rPr lang="en-US" sz="1700" kern="100">
                          <a:effectLst/>
                        </a:rPr>
                        <a:t>Owner’s e-mail Address</a:t>
                      </a:r>
                      <a:endParaRPr lang="zh-CN" altLang="en-US"/>
                    </a:p>
                  </a:txBody>
                  <a:tcPr marL="80618" marR="80618" marT="0" marB="0" anchor="b"/>
                </a:tc>
                <a:tc gridSpan="3">
                  <a:txBody>
                    <a:bodyPr/>
                    <a:lstStyle/>
                    <a:p>
                      <a:r>
                        <a:rPr lang="en-US" altLang="zh-CN" dirty="0"/>
                        <a:t>luowei9@lenovo.com</a:t>
                      </a:r>
                      <a:endParaRPr lang="zh-CN" altLang="en-US" dirty="0"/>
                    </a:p>
                  </a:txBody>
                  <a:tcPr marL="80618" marR="80618" marT="0"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24837889"/>
                  </a:ext>
                </a:extLst>
              </a:tr>
              <a:tr h="512154">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gridSpan="3">
                  <a:txBody>
                    <a:bodyPr/>
                    <a:lstStyle/>
                    <a:p>
                      <a:r>
                        <a:rPr lang="en-US" sz="1700" kern="100" dirty="0">
                          <a:effectLst/>
                        </a:rPr>
                        <a:t>Owner’s City, Country:</a:t>
                      </a:r>
                      <a:endParaRPr lang="zh-CN" altLang="en-US" dirty="0"/>
                    </a:p>
                  </a:txBody>
                  <a:tcPr marL="80618" marR="80618" marT="0" marB="0" anchor="b"/>
                </a:tc>
                <a:tc hMerge="1">
                  <a:txBody>
                    <a:bodyPr/>
                    <a:lstStyle/>
                    <a:p>
                      <a:endParaRPr lang="zh-CN" altLang="en-US"/>
                    </a:p>
                  </a:txBody>
                  <a:tcPr/>
                </a:tc>
                <a:tc hMerge="1">
                  <a:txBody>
                    <a:bodyPr/>
                    <a:lstStyle/>
                    <a:p>
                      <a:r>
                        <a:rPr lang="en-US" sz="1700" kern="100">
                          <a:effectLst/>
                        </a:rPr>
                        <a:t>Owner’s City, Country</a:t>
                      </a:r>
                      <a:endParaRPr lang="zh-CN" altLang="en-US"/>
                    </a:p>
                  </a:txBody>
                  <a:tcPr marL="80618" marR="80618" marT="0" marB="0" anchor="b"/>
                </a:tc>
                <a:tc gridSpan="3">
                  <a:txBody>
                    <a:bodyPr/>
                    <a:lstStyle/>
                    <a:p>
                      <a:r>
                        <a:rPr lang="en-US" sz="1700" kern="100" dirty="0">
                          <a:effectLst/>
                        </a:rPr>
                        <a:t> Shanghai. China</a:t>
                      </a:r>
                      <a:endParaRPr lang="zh-CN" altLang="en-US" dirty="0"/>
                    </a:p>
                  </a:txBody>
                  <a:tcPr marL="80618" marR="80618" marT="0"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97877125"/>
                  </a:ext>
                </a:extLst>
              </a:tr>
              <a:tr h="322418">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tc gridSpan="3">
                  <a:txBody>
                    <a:bodyPr/>
                    <a:lstStyle/>
                    <a:p>
                      <a:r>
                        <a:rPr lang="en-US" sz="1700" kern="100" dirty="0">
                          <a:effectLst/>
                        </a:rPr>
                        <a:t>Reviewed By:</a:t>
                      </a:r>
                      <a:endParaRPr lang="zh-CN" altLang="en-US" dirty="0"/>
                    </a:p>
                  </a:txBody>
                  <a:tcPr marL="80618" marR="80618" marT="0" marB="0" anchor="b"/>
                </a:tc>
                <a:tc hMerge="1">
                  <a:txBody>
                    <a:bodyPr/>
                    <a:lstStyle/>
                    <a:p>
                      <a:endParaRPr lang="zh-CN" altLang="en-US"/>
                    </a:p>
                  </a:txBody>
                  <a:tcPr/>
                </a:tc>
                <a:tc hMerge="1">
                  <a:txBody>
                    <a:bodyPr/>
                    <a:lstStyle/>
                    <a:p>
                      <a:r>
                        <a:rPr lang="en-US" sz="1700" kern="100">
                          <a:effectLst/>
                        </a:rPr>
                        <a:t>Reviewed By</a:t>
                      </a:r>
                      <a:endParaRPr lang="zh-CN" altLang="en-US"/>
                    </a:p>
                  </a:txBody>
                  <a:tcPr marL="80618" marR="80618" marT="0" marB="0" anchor="b"/>
                </a:tc>
                <a:tc gridSpan="3">
                  <a:txBody>
                    <a:bodyPr/>
                    <a:lstStyle/>
                    <a:p>
                      <a:r>
                        <a:rPr lang="en-US" sz="1700" kern="100" dirty="0">
                          <a:effectLst/>
                        </a:rPr>
                        <a:t> Andrew.Liu</a:t>
                      </a:r>
                      <a:endParaRPr lang="zh-CN" altLang="en-US" dirty="0"/>
                    </a:p>
                  </a:txBody>
                  <a:tcPr marL="80618" marR="80618" marT="0"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34016621"/>
                  </a:ext>
                </a:extLst>
              </a:tr>
              <a:tr h="431629">
                <a:tc>
                  <a:txBody>
                    <a:bodyPr/>
                    <a:lstStyle/>
                    <a:p>
                      <a:pPr algn="just">
                        <a:lnSpc>
                          <a:spcPct val="150000"/>
                        </a:lnSpc>
                        <a:tabLst>
                          <a:tab pos="3200400" algn="l"/>
                        </a:tabLst>
                      </a:pPr>
                      <a:r>
                        <a:rPr lang="en-US" sz="1700" kern="100" dirty="0">
                          <a:effectLst/>
                        </a:rPr>
                        <a:t>Date of Issue:</a:t>
                      </a:r>
                      <a:endParaRPr lang="zh-CN" sz="1600" b="1" kern="100" dirty="0">
                        <a:effectLst/>
                        <a:latin typeface="Arial" panose="020B0604020202020204" pitchFamily="34" charset="0"/>
                        <a:ea typeface="黑体" panose="02010609060101010101" pitchFamily="49" charset="-122"/>
                      </a:endParaRPr>
                    </a:p>
                  </a:txBody>
                  <a:tcPr marL="80618" marR="80618" marT="0" marB="0" anchor="b"/>
                </a:tc>
                <a:tc gridSpan="2">
                  <a:txBody>
                    <a:bodyPr/>
                    <a:lstStyle/>
                    <a:p>
                      <a:r>
                        <a:rPr lang="en-US" sz="1700" u="none" strike="noStrike" kern="100" dirty="0">
                          <a:effectLst/>
                        </a:rPr>
                        <a:t> 2021/06/01</a:t>
                      </a:r>
                      <a:endParaRPr lang="zh-CN" altLang="en-US" dirty="0"/>
                    </a:p>
                  </a:txBody>
                  <a:tcPr marL="80618" marR="80618" marT="0" marB="0" anchor="b"/>
                </a:tc>
                <a:tc hMerge="1">
                  <a:txBody>
                    <a:bodyPr/>
                    <a:lstStyle/>
                    <a:p>
                      <a:endParaRPr lang="zh-CN" altLang="en-US"/>
                    </a:p>
                  </a:txBody>
                  <a:tcPr/>
                </a:tc>
                <a:tc gridSpan="3">
                  <a:txBody>
                    <a:bodyPr/>
                    <a:lstStyle/>
                    <a:p>
                      <a:r>
                        <a:rPr lang="en-US" sz="1700" kern="100" dirty="0">
                          <a:effectLst/>
                        </a:rPr>
                        <a:t>Approved By:</a:t>
                      </a:r>
                      <a:endParaRPr lang="zh-CN" altLang="en-US" dirty="0"/>
                    </a:p>
                  </a:txBody>
                  <a:tcPr marL="80618" marR="80618" marT="0" marB="0" anchor="b"/>
                </a:tc>
                <a:tc hMerge="1">
                  <a:txBody>
                    <a:bodyPr/>
                    <a:lstStyle/>
                    <a:p>
                      <a:endParaRPr lang="zh-CN" altLang="en-US"/>
                    </a:p>
                  </a:txBody>
                  <a:tcPr/>
                </a:tc>
                <a:tc hMerge="1">
                  <a:txBody>
                    <a:bodyPr/>
                    <a:lstStyle/>
                    <a:p>
                      <a:r>
                        <a:rPr lang="en-US" sz="1700" kern="100" dirty="0">
                          <a:effectLst/>
                        </a:rPr>
                        <a:t>Approved By:</a:t>
                      </a:r>
                      <a:endParaRPr lang="zh-CN" altLang="en-US" dirty="0"/>
                    </a:p>
                  </a:txBody>
                  <a:tcPr marL="80618" marR="80618" marT="0" marB="0" anchor="b"/>
                </a:tc>
                <a:tc gridSpan="3">
                  <a:txBody>
                    <a:bodyPr/>
                    <a:lstStyle/>
                    <a:p>
                      <a:r>
                        <a:rPr lang="en-US" sz="1700" kern="100" dirty="0">
                          <a:effectLst/>
                        </a:rPr>
                        <a:t> Jason. Chen</a:t>
                      </a:r>
                      <a:endParaRPr lang="zh-CN" altLang="en-US" dirty="0"/>
                    </a:p>
                  </a:txBody>
                  <a:tcPr marL="80618" marR="80618" marT="0"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09420592"/>
                  </a:ext>
                </a:extLst>
              </a:tr>
              <a:tr h="402930">
                <a:tc rowSpan="3">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kern="100" dirty="0">
                          <a:effectLst/>
                        </a:rPr>
                        <a:t>SIGNATURE</a:t>
                      </a:r>
                      <a:endParaRPr lang="zh-CN" altLang="zh-CN" sz="1400" b="1" kern="100" dirty="0">
                        <a:effectLst/>
                        <a:latin typeface="Arial" panose="020B0604020202020204" pitchFamily="34" charset="0"/>
                        <a:ea typeface="黑体" panose="02010609060101010101" pitchFamily="49" charset="-122"/>
                      </a:endParaRPr>
                    </a:p>
                  </a:txBody>
                  <a:tcPr vert="vert" anchor="ctr"/>
                </a:tc>
                <a:tc>
                  <a:txBody>
                    <a:bodyPr/>
                    <a:lstStyle/>
                    <a:p>
                      <a:pPr algn="just"/>
                      <a:r>
                        <a:rPr lang="en-US" sz="1700" kern="100" dirty="0">
                          <a:effectLst/>
                        </a:rPr>
                        <a:t>Co-Reviewer:</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gridSpan="2">
                  <a:txBody>
                    <a:bodyPr/>
                    <a:lstStyle/>
                    <a:p>
                      <a:pPr algn="just"/>
                      <a:r>
                        <a:rPr lang="en-US" sz="1700" kern="100">
                          <a:effectLst/>
                        </a:rPr>
                        <a:t> </a:t>
                      </a:r>
                      <a:endParaRPr lang="zh-CN" sz="1600" b="1" kern="100">
                        <a:effectLst/>
                        <a:latin typeface="Arial" panose="020B0604020202020204" pitchFamily="34" charset="0"/>
                        <a:ea typeface="黑体" panose="02010609060101010101" pitchFamily="49" charset="-122"/>
                      </a:endParaRPr>
                    </a:p>
                  </a:txBody>
                  <a:tcPr marL="80618" marR="80618" marT="0" marB="0" anchor="ctr"/>
                </a:tc>
                <a:tc hMerge="1">
                  <a:txBody>
                    <a:bodyPr/>
                    <a:lstStyle/>
                    <a:p>
                      <a:pPr algn="just"/>
                      <a:endParaRPr lang="zh-CN" sz="1600" b="1" kern="100">
                        <a:effectLst/>
                        <a:latin typeface="Arial" panose="020B0604020202020204" pitchFamily="34" charset="0"/>
                        <a:ea typeface="黑体" panose="02010609060101010101" pitchFamily="49" charset="-122"/>
                      </a:endParaRPr>
                    </a:p>
                  </a:txBody>
                  <a:tcPr marL="80618" marR="80618" marT="0" marB="0" anchor="ctr"/>
                </a:tc>
                <a:tc>
                  <a:txBody>
                    <a:bodyPr/>
                    <a:lstStyle/>
                    <a:p>
                      <a:pPr algn="just"/>
                      <a:r>
                        <a:rPr lang="en-US" sz="1700" kern="100">
                          <a:effectLst/>
                        </a:rPr>
                        <a:t> </a:t>
                      </a:r>
                      <a:endParaRPr lang="zh-CN" sz="1600" b="1" kern="100">
                        <a:effectLst/>
                        <a:latin typeface="Arial" panose="020B0604020202020204" pitchFamily="34" charset="0"/>
                        <a:ea typeface="黑体" panose="02010609060101010101" pitchFamily="49" charset="-122"/>
                      </a:endParaRPr>
                    </a:p>
                  </a:txBody>
                  <a:tcPr marL="80618" marR="80618" marT="0" marB="0" anchor="ctr"/>
                </a:tc>
                <a:tc gridSpan="2">
                  <a:txBody>
                    <a:bodyPr/>
                    <a:lstStyle/>
                    <a:p>
                      <a:pPr algn="just"/>
                      <a:r>
                        <a:rPr lang="en-US" sz="1700" kern="100" dirty="0">
                          <a:effectLst/>
                        </a:rPr>
                        <a:t> </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hMerge="1">
                  <a:txBody>
                    <a:bodyPr/>
                    <a:lstStyle/>
                    <a:p>
                      <a:pPr algn="just"/>
                      <a:endParaRPr lang="zh-CN" sz="1600" b="1" kern="100">
                        <a:effectLst/>
                        <a:latin typeface="Arial" panose="020B0604020202020204" pitchFamily="34" charset="0"/>
                        <a:ea typeface="黑体" panose="02010609060101010101" pitchFamily="49" charset="-122"/>
                      </a:endParaRPr>
                    </a:p>
                  </a:txBody>
                  <a:tcPr marL="80618" marR="80618" marT="0" marB="0" anchor="ctr"/>
                </a:tc>
                <a:tc>
                  <a:txBody>
                    <a:bodyPr/>
                    <a:lstStyle/>
                    <a:p>
                      <a:pPr algn="just"/>
                      <a:r>
                        <a:rPr lang="en-US" sz="1700" kern="100" dirty="0">
                          <a:effectLst/>
                        </a:rPr>
                        <a:t> </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a:txBody>
                    <a:bodyPr/>
                    <a:lstStyle/>
                    <a:p>
                      <a:pPr algn="just"/>
                      <a:r>
                        <a:rPr lang="en-US" sz="1700" kern="100" dirty="0">
                          <a:effectLst/>
                        </a:rPr>
                        <a:t> </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extLst>
                  <a:ext uri="{0D108BD9-81ED-4DB2-BD59-A6C34878D82A}">
                    <a16:rowId xmlns:a16="http://schemas.microsoft.com/office/drawing/2014/main" val="622200230"/>
                  </a:ext>
                </a:extLst>
              </a:tr>
              <a:tr h="402930">
                <a:tc vMerge="1">
                  <a:txBody>
                    <a:bodyPr/>
                    <a:lstStyle/>
                    <a:p>
                      <a:endParaRPr lang="zh-CN" altLang="en-US"/>
                    </a:p>
                  </a:txBody>
                  <a:tcPr/>
                </a:tc>
                <a:tc>
                  <a:txBody>
                    <a:bodyPr/>
                    <a:lstStyle/>
                    <a:p>
                      <a:pPr algn="just"/>
                      <a:r>
                        <a:rPr lang="en-US" sz="1700" kern="100" dirty="0">
                          <a:effectLst/>
                        </a:rPr>
                        <a:t>Co-Review Dept.:</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gridSpan="2">
                  <a:txBody>
                    <a:bodyPr/>
                    <a:lstStyle/>
                    <a:p>
                      <a:pPr algn="just"/>
                      <a:r>
                        <a:rPr lang="en-US" sz="1700" kern="100">
                          <a:effectLst/>
                        </a:rPr>
                        <a:t> </a:t>
                      </a:r>
                      <a:endParaRPr lang="zh-CN" sz="1600" b="1" kern="100">
                        <a:effectLst/>
                        <a:latin typeface="Arial" panose="020B0604020202020204" pitchFamily="34" charset="0"/>
                        <a:ea typeface="黑体" panose="02010609060101010101" pitchFamily="49" charset="-122"/>
                      </a:endParaRPr>
                    </a:p>
                  </a:txBody>
                  <a:tcPr marL="80618" marR="80618" marT="0" marB="0" anchor="ctr"/>
                </a:tc>
                <a:tc hMerge="1">
                  <a:txBody>
                    <a:bodyPr/>
                    <a:lstStyle/>
                    <a:p>
                      <a:pPr algn="just"/>
                      <a:endParaRPr lang="zh-CN" sz="1600" b="1" kern="100">
                        <a:effectLst/>
                        <a:latin typeface="Arial" panose="020B0604020202020204" pitchFamily="34" charset="0"/>
                        <a:ea typeface="黑体" panose="02010609060101010101" pitchFamily="49" charset="-122"/>
                      </a:endParaRPr>
                    </a:p>
                  </a:txBody>
                  <a:tcPr marL="80618" marR="80618" marT="0" marB="0" anchor="ctr"/>
                </a:tc>
                <a:tc>
                  <a:txBody>
                    <a:bodyPr/>
                    <a:lstStyle/>
                    <a:p>
                      <a:pPr algn="just"/>
                      <a:r>
                        <a:rPr lang="en-US" sz="1700" kern="100">
                          <a:effectLst/>
                        </a:rPr>
                        <a:t> </a:t>
                      </a:r>
                      <a:endParaRPr lang="zh-CN" sz="1600" b="1" kern="100">
                        <a:effectLst/>
                        <a:latin typeface="Arial" panose="020B0604020202020204" pitchFamily="34" charset="0"/>
                        <a:ea typeface="黑体" panose="02010609060101010101" pitchFamily="49" charset="-122"/>
                      </a:endParaRPr>
                    </a:p>
                  </a:txBody>
                  <a:tcPr marL="80618" marR="80618" marT="0" marB="0" anchor="ctr"/>
                </a:tc>
                <a:tc gridSpan="2">
                  <a:txBody>
                    <a:bodyPr/>
                    <a:lstStyle/>
                    <a:p>
                      <a:pPr algn="just"/>
                      <a:r>
                        <a:rPr lang="en-US" sz="1700" kern="100" dirty="0">
                          <a:effectLst/>
                        </a:rPr>
                        <a:t> </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hMerge="1">
                  <a:txBody>
                    <a:bodyPr/>
                    <a:lstStyle/>
                    <a:p>
                      <a:pPr algn="just"/>
                      <a:endParaRPr lang="zh-CN" sz="1600" b="1" kern="100">
                        <a:effectLst/>
                        <a:latin typeface="Arial" panose="020B0604020202020204" pitchFamily="34" charset="0"/>
                        <a:ea typeface="黑体" panose="02010609060101010101" pitchFamily="49" charset="-122"/>
                      </a:endParaRPr>
                    </a:p>
                  </a:txBody>
                  <a:tcPr marL="80618" marR="80618" marT="0" marB="0" anchor="ctr"/>
                </a:tc>
                <a:tc>
                  <a:txBody>
                    <a:bodyPr/>
                    <a:lstStyle/>
                    <a:p>
                      <a:pPr algn="just"/>
                      <a:r>
                        <a:rPr lang="en-US" sz="1700" kern="100" dirty="0">
                          <a:effectLst/>
                        </a:rPr>
                        <a:t> </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a:txBody>
                    <a:bodyPr/>
                    <a:lstStyle/>
                    <a:p>
                      <a:pPr algn="just"/>
                      <a:r>
                        <a:rPr lang="en-US" sz="1700" kern="100">
                          <a:effectLst/>
                        </a:rPr>
                        <a:t> </a:t>
                      </a:r>
                      <a:endParaRPr lang="zh-CN" sz="1600" b="1" kern="100">
                        <a:effectLst/>
                        <a:latin typeface="Arial" panose="020B0604020202020204" pitchFamily="34" charset="0"/>
                        <a:ea typeface="黑体" panose="02010609060101010101" pitchFamily="49" charset="-122"/>
                      </a:endParaRPr>
                    </a:p>
                  </a:txBody>
                  <a:tcPr marL="80618" marR="80618" marT="0" marB="0" anchor="ctr"/>
                </a:tc>
                <a:extLst>
                  <a:ext uri="{0D108BD9-81ED-4DB2-BD59-A6C34878D82A}">
                    <a16:rowId xmlns:a16="http://schemas.microsoft.com/office/drawing/2014/main" val="2206387538"/>
                  </a:ext>
                </a:extLst>
              </a:tr>
              <a:tr h="402930">
                <a:tc vMerge="1">
                  <a:txBody>
                    <a:bodyPr/>
                    <a:lstStyle/>
                    <a:p>
                      <a:endParaRPr lang="zh-CN" altLang="en-US"/>
                    </a:p>
                  </a:txBody>
                  <a:tcPr/>
                </a:tc>
                <a:tc>
                  <a:txBody>
                    <a:bodyPr/>
                    <a:lstStyle/>
                    <a:p>
                      <a:pPr algn="just"/>
                      <a:r>
                        <a:rPr lang="en-US" sz="1700" kern="100" dirty="0">
                          <a:effectLst/>
                        </a:rPr>
                        <a:t>Date:</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gridSpan="2">
                  <a:txBody>
                    <a:bodyPr/>
                    <a:lstStyle/>
                    <a:p>
                      <a:pPr algn="just"/>
                      <a:r>
                        <a:rPr lang="en-US" sz="1700" kern="100">
                          <a:effectLst/>
                        </a:rPr>
                        <a:t> </a:t>
                      </a:r>
                      <a:endParaRPr lang="zh-CN" sz="1600" b="1" kern="100">
                        <a:effectLst/>
                        <a:latin typeface="Arial" panose="020B0604020202020204" pitchFamily="34" charset="0"/>
                        <a:ea typeface="黑体" panose="02010609060101010101" pitchFamily="49" charset="-122"/>
                      </a:endParaRPr>
                    </a:p>
                  </a:txBody>
                  <a:tcPr marL="80618" marR="80618" marT="0" marB="0" anchor="ctr"/>
                </a:tc>
                <a:tc hMerge="1">
                  <a:txBody>
                    <a:bodyPr/>
                    <a:lstStyle/>
                    <a:p>
                      <a:pPr algn="just"/>
                      <a:endParaRPr lang="zh-CN" sz="1600" b="1" kern="100">
                        <a:effectLst/>
                        <a:latin typeface="Arial" panose="020B0604020202020204" pitchFamily="34" charset="0"/>
                        <a:ea typeface="黑体" panose="02010609060101010101" pitchFamily="49" charset="-122"/>
                      </a:endParaRPr>
                    </a:p>
                  </a:txBody>
                  <a:tcPr marL="80618" marR="80618" marT="0" marB="0" anchor="ctr"/>
                </a:tc>
                <a:tc>
                  <a:txBody>
                    <a:bodyPr/>
                    <a:lstStyle/>
                    <a:p>
                      <a:pPr algn="just"/>
                      <a:r>
                        <a:rPr lang="en-US" sz="1700" kern="100" dirty="0">
                          <a:effectLst/>
                        </a:rPr>
                        <a:t> </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gridSpan="2">
                  <a:txBody>
                    <a:bodyPr/>
                    <a:lstStyle/>
                    <a:p>
                      <a:pPr algn="just"/>
                      <a:r>
                        <a:rPr lang="en-US" sz="1700" kern="100" dirty="0">
                          <a:effectLst/>
                        </a:rPr>
                        <a:t> </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tc hMerge="1">
                  <a:txBody>
                    <a:bodyPr/>
                    <a:lstStyle/>
                    <a:p>
                      <a:pPr algn="just"/>
                      <a:endParaRPr lang="zh-CN" sz="1600" b="1" kern="100" dirty="0">
                        <a:effectLst/>
                        <a:latin typeface="Arial" panose="020B0604020202020204" pitchFamily="34" charset="0"/>
                        <a:ea typeface="黑体" panose="02010609060101010101" pitchFamily="49" charset="-122"/>
                      </a:endParaRPr>
                    </a:p>
                  </a:txBody>
                  <a:tcPr marL="80618" marR="80618" marT="0" marB="0" anchor="ctr"/>
                </a:tc>
                <a:tc>
                  <a:txBody>
                    <a:bodyPr/>
                    <a:lstStyle/>
                    <a:p>
                      <a:pPr algn="just"/>
                      <a:r>
                        <a:rPr lang="en-US" sz="1700" kern="100">
                          <a:effectLst/>
                        </a:rPr>
                        <a:t> </a:t>
                      </a:r>
                      <a:endParaRPr lang="zh-CN" sz="1600" b="1" kern="100">
                        <a:effectLst/>
                        <a:latin typeface="Arial" panose="020B0604020202020204" pitchFamily="34" charset="0"/>
                        <a:ea typeface="黑体" panose="02010609060101010101" pitchFamily="49" charset="-122"/>
                      </a:endParaRPr>
                    </a:p>
                  </a:txBody>
                  <a:tcPr marL="80618" marR="80618" marT="0" marB="0" anchor="ctr"/>
                </a:tc>
                <a:tc>
                  <a:txBody>
                    <a:bodyPr/>
                    <a:lstStyle/>
                    <a:p>
                      <a:pPr algn="just"/>
                      <a:r>
                        <a:rPr lang="en-US" sz="1700" kern="100" dirty="0">
                          <a:effectLst/>
                        </a:rPr>
                        <a:t> </a:t>
                      </a:r>
                      <a:endParaRPr lang="zh-CN" sz="1600" b="1" kern="100" dirty="0">
                        <a:effectLst/>
                        <a:latin typeface="Arial" panose="020B0604020202020204" pitchFamily="34" charset="0"/>
                        <a:ea typeface="黑体" panose="02010609060101010101" pitchFamily="49" charset="-122"/>
                      </a:endParaRPr>
                    </a:p>
                  </a:txBody>
                  <a:tcPr marL="80618" marR="80618" marT="0" marB="0" anchor="ctr"/>
                </a:tc>
                <a:extLst>
                  <a:ext uri="{0D108BD9-81ED-4DB2-BD59-A6C34878D82A}">
                    <a16:rowId xmlns:a16="http://schemas.microsoft.com/office/drawing/2014/main" val="737970482"/>
                  </a:ext>
                </a:extLst>
              </a:tr>
            </a:tbl>
          </a:graphicData>
        </a:graphic>
      </p:graphicFrame>
    </p:spTree>
    <p:extLst>
      <p:ext uri="{BB962C8B-B14F-4D97-AF65-F5344CB8AC3E}">
        <p14:creationId xmlns:p14="http://schemas.microsoft.com/office/powerpoint/2010/main" val="1605853409"/>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70">
            <a:extLst>
              <a:ext uri="{FF2B5EF4-FFF2-40B4-BE49-F238E27FC236}">
                <a16:creationId xmlns:a16="http://schemas.microsoft.com/office/drawing/2014/main" id="{420EF86F-670F-43BC-AFF3-86A15B385222}"/>
              </a:ext>
            </a:extLst>
          </p:cNvPr>
          <p:cNvGraphicFramePr>
            <a:graphicFrameLocks noGrp="1"/>
          </p:cNvGraphicFramePr>
          <p:nvPr>
            <p:extLst>
              <p:ext uri="{D42A27DB-BD31-4B8C-83A1-F6EECF244321}">
                <p14:modId xmlns:p14="http://schemas.microsoft.com/office/powerpoint/2010/main" val="1809593822"/>
              </p:ext>
            </p:extLst>
          </p:nvPr>
        </p:nvGraphicFramePr>
        <p:xfrm>
          <a:off x="0" y="1235543"/>
          <a:ext cx="11774847" cy="3375137"/>
        </p:xfrm>
        <a:graphic>
          <a:graphicData uri="http://schemas.openxmlformats.org/drawingml/2006/table">
            <a:tbl>
              <a:tblPr/>
              <a:tblGrid>
                <a:gridCol w="984738">
                  <a:extLst>
                    <a:ext uri="{9D8B030D-6E8A-4147-A177-3AD203B41FA5}">
                      <a16:colId xmlns:a16="http://schemas.microsoft.com/office/drawing/2014/main" val="20000"/>
                    </a:ext>
                  </a:extLst>
                </a:gridCol>
                <a:gridCol w="1565031">
                  <a:extLst>
                    <a:ext uri="{9D8B030D-6E8A-4147-A177-3AD203B41FA5}">
                      <a16:colId xmlns:a16="http://schemas.microsoft.com/office/drawing/2014/main" val="20001"/>
                    </a:ext>
                  </a:extLst>
                </a:gridCol>
                <a:gridCol w="5352892">
                  <a:extLst>
                    <a:ext uri="{9D8B030D-6E8A-4147-A177-3AD203B41FA5}">
                      <a16:colId xmlns:a16="http://schemas.microsoft.com/office/drawing/2014/main" val="20002"/>
                    </a:ext>
                  </a:extLst>
                </a:gridCol>
                <a:gridCol w="1452354">
                  <a:extLst>
                    <a:ext uri="{9D8B030D-6E8A-4147-A177-3AD203B41FA5}">
                      <a16:colId xmlns:a16="http://schemas.microsoft.com/office/drawing/2014/main" val="20003"/>
                    </a:ext>
                  </a:extLst>
                </a:gridCol>
                <a:gridCol w="2419832">
                  <a:extLst>
                    <a:ext uri="{9D8B030D-6E8A-4147-A177-3AD203B41FA5}">
                      <a16:colId xmlns:a16="http://schemas.microsoft.com/office/drawing/2014/main" val="4261462551"/>
                    </a:ext>
                  </a:extLst>
                </a:gridCol>
              </a:tblGrid>
              <a:tr h="401638">
                <a:tc>
                  <a:txBody>
                    <a:bodyPr/>
                    <a:lstStyle/>
                    <a:p>
                      <a:pPr marL="0" marR="0" lvl="0" indent="0" algn="ctr" defTabSz="914400" rtl="0" eaLnBrk="1" fontAlgn="base" latinLnBrk="0" hangingPunct="1">
                        <a:lnSpc>
                          <a:spcPct val="100000"/>
                        </a:lnSpc>
                        <a:spcBef>
                          <a:spcPts val="775"/>
                        </a:spcBef>
                        <a:spcAft>
                          <a:spcPts val="775"/>
                        </a:spcAft>
                        <a:buClrTx/>
                        <a:buSzTx/>
                        <a:buFontTx/>
                        <a:buNone/>
                        <a:tabLst/>
                      </a:pPr>
                      <a:r>
                        <a:rPr kumimoji="0" lang="en-US" altLang="zh-CN" sz="1600" b="1" i="0" u="none" strike="noStrike" cap="none" normalizeH="0" baseline="0" dirty="0">
                          <a:ln>
                            <a:noFill/>
                          </a:ln>
                          <a:solidFill>
                            <a:srgbClr val="FFFFFF"/>
                          </a:solidFill>
                          <a:effectLst/>
                          <a:latin typeface="Arial" pitchFamily="34" charset="0"/>
                          <a:ea typeface="SimSun" pitchFamily="2" charset="-122"/>
                          <a:cs typeface="Times New Roman" pitchFamily="18" charset="0"/>
                        </a:rPr>
                        <a:t>Version</a:t>
                      </a:r>
                      <a:endParaRPr kumimoji="0" lang="zh-CN" altLang="zh-CN" sz="1600" b="1" i="0" u="none" strike="noStrike" cap="none" normalizeH="0" baseline="0" dirty="0">
                        <a:ln>
                          <a:noFill/>
                        </a:ln>
                        <a:solidFill>
                          <a:srgbClr val="FFFFFF"/>
                        </a:solidFill>
                        <a:effectLst/>
                        <a:latin typeface="Arial" pitchFamily="34" charset="0"/>
                        <a:ea typeface="SimSun" pitchFamily="2" charset="-122"/>
                        <a:cs typeface="Times New Roman" pitchFamily="18" charset="0"/>
                      </a:endParaRPr>
                    </a:p>
                  </a:txBody>
                  <a:tcPr marL="68585" marR="68585"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ts val="775"/>
                        </a:spcBef>
                        <a:spcAft>
                          <a:spcPts val="775"/>
                        </a:spcAft>
                        <a:buClrTx/>
                        <a:buSzTx/>
                        <a:buFontTx/>
                        <a:buNone/>
                        <a:tabLst/>
                      </a:pPr>
                      <a:r>
                        <a:rPr kumimoji="0" lang="en-US" altLang="zh-CN" sz="1600" b="1" i="0" u="none" strike="noStrike" cap="none" normalizeH="0" baseline="0">
                          <a:ln>
                            <a:noFill/>
                          </a:ln>
                          <a:solidFill>
                            <a:srgbClr val="FFFFFF"/>
                          </a:solidFill>
                          <a:effectLst/>
                          <a:latin typeface="Arial" pitchFamily="34" charset="0"/>
                          <a:ea typeface="SimSun" pitchFamily="2" charset="-122"/>
                          <a:cs typeface="Times New Roman" pitchFamily="18" charset="0"/>
                        </a:rPr>
                        <a:t>Revision Date</a:t>
                      </a:r>
                      <a:endParaRPr kumimoji="0" lang="zh-CN" altLang="zh-CN" sz="1600" b="1" i="0" u="none" strike="noStrike" cap="none" normalizeH="0" baseline="0">
                        <a:ln>
                          <a:noFill/>
                        </a:ln>
                        <a:solidFill>
                          <a:srgbClr val="FFFFFF"/>
                        </a:solidFill>
                        <a:effectLst/>
                        <a:latin typeface="Arial" pitchFamily="34" charset="0"/>
                        <a:ea typeface="SimSun" pitchFamily="2" charset="-122"/>
                        <a:cs typeface="Times New Roman" pitchFamily="18" charset="0"/>
                      </a:endParaRPr>
                    </a:p>
                  </a:txBody>
                  <a:tcPr marL="68585" marR="68585"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ts val="775"/>
                        </a:spcBef>
                        <a:spcAft>
                          <a:spcPts val="775"/>
                        </a:spcAft>
                        <a:buClrTx/>
                        <a:buSzTx/>
                        <a:buFontTx/>
                        <a:buNone/>
                        <a:tabLst/>
                      </a:pPr>
                      <a:r>
                        <a:rPr kumimoji="0" lang="en-US" altLang="zh-CN" sz="1600" b="1" i="0" u="none" strike="noStrike" cap="none" normalizeH="0" baseline="0" dirty="0">
                          <a:ln>
                            <a:noFill/>
                          </a:ln>
                          <a:solidFill>
                            <a:srgbClr val="FFFFFF"/>
                          </a:solidFill>
                          <a:effectLst/>
                          <a:latin typeface="Arial" pitchFamily="34" charset="0"/>
                          <a:ea typeface="SimSun" pitchFamily="2" charset="-122"/>
                          <a:cs typeface="Times New Roman" pitchFamily="18" charset="0"/>
                        </a:rPr>
                        <a:t>Summary of Changes</a:t>
                      </a:r>
                      <a:endParaRPr kumimoji="0" lang="zh-CN" altLang="zh-CN" sz="1600" b="1" i="0" u="none" strike="noStrike" cap="none" normalizeH="0" baseline="0" dirty="0">
                        <a:ln>
                          <a:noFill/>
                        </a:ln>
                        <a:solidFill>
                          <a:srgbClr val="FFFFFF"/>
                        </a:solidFill>
                        <a:effectLst/>
                        <a:latin typeface="Arial" pitchFamily="34" charset="0"/>
                        <a:ea typeface="SimSun" pitchFamily="2" charset="-122"/>
                        <a:cs typeface="Times New Roman" pitchFamily="18" charset="0"/>
                      </a:endParaRPr>
                    </a:p>
                  </a:txBody>
                  <a:tcPr marL="68585" marR="68585"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ts val="775"/>
                        </a:spcBef>
                        <a:spcAft>
                          <a:spcPts val="775"/>
                        </a:spcAft>
                        <a:buClrTx/>
                        <a:buSzTx/>
                        <a:buFontTx/>
                        <a:buNone/>
                        <a:tabLst/>
                      </a:pPr>
                      <a:r>
                        <a:rPr kumimoji="0" lang="en-US" altLang="zh-CN" sz="1600" b="1" i="0" u="none" strike="noStrike" cap="none" normalizeH="0" baseline="0" dirty="0">
                          <a:ln>
                            <a:noFill/>
                          </a:ln>
                          <a:solidFill>
                            <a:srgbClr val="FFFFFF"/>
                          </a:solidFill>
                          <a:effectLst/>
                          <a:latin typeface="Arial" pitchFamily="34" charset="0"/>
                          <a:ea typeface="SimSun" pitchFamily="2" charset="-122"/>
                          <a:cs typeface="Times New Roman" pitchFamily="18" charset="0"/>
                        </a:rPr>
                        <a:t>Revised by</a:t>
                      </a:r>
                      <a:endParaRPr kumimoji="0" lang="zh-CN" altLang="zh-CN" sz="1600" b="1" i="0" u="none" strike="noStrike" cap="none" normalizeH="0" baseline="0" dirty="0">
                        <a:ln>
                          <a:noFill/>
                        </a:ln>
                        <a:solidFill>
                          <a:srgbClr val="FFFFFF"/>
                        </a:solidFill>
                        <a:effectLst/>
                        <a:latin typeface="Arial" pitchFamily="34" charset="0"/>
                        <a:ea typeface="SimSun" pitchFamily="2" charset="-122"/>
                        <a:cs typeface="Times New Roman" pitchFamily="18" charset="0"/>
                      </a:endParaRPr>
                    </a:p>
                  </a:txBody>
                  <a:tcPr marL="68585" marR="68585"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ts val="775"/>
                        </a:spcBef>
                        <a:spcAft>
                          <a:spcPts val="775"/>
                        </a:spcAft>
                        <a:buClrTx/>
                        <a:buSzTx/>
                        <a:buFontTx/>
                        <a:buNone/>
                        <a:tabLst/>
                      </a:pPr>
                      <a:r>
                        <a:rPr kumimoji="0" lang="en-US" altLang="zh-CN" sz="1600" b="1" i="0" u="none" strike="noStrike" cap="none" normalizeH="0" baseline="0" dirty="0">
                          <a:ln>
                            <a:noFill/>
                          </a:ln>
                          <a:solidFill>
                            <a:srgbClr val="FFFFFF"/>
                          </a:solidFill>
                          <a:effectLst/>
                          <a:latin typeface="Arial" pitchFamily="34" charset="0"/>
                          <a:ea typeface="SimSun" pitchFamily="2" charset="-122"/>
                          <a:cs typeface="Times New Roman" pitchFamily="18" charset="0"/>
                        </a:rPr>
                        <a:t>Reviewer</a:t>
                      </a:r>
                      <a:endParaRPr kumimoji="0" lang="zh-CN" altLang="zh-CN" sz="1600" b="1" i="0" u="none" strike="noStrike" cap="none" normalizeH="0" baseline="0" dirty="0">
                        <a:ln>
                          <a:noFill/>
                        </a:ln>
                        <a:solidFill>
                          <a:srgbClr val="FFFFFF"/>
                        </a:solidFill>
                        <a:effectLst/>
                        <a:latin typeface="Arial" pitchFamily="34" charset="0"/>
                        <a:ea typeface="SimSun" pitchFamily="2" charset="-122"/>
                        <a:cs typeface="Times New Roman" pitchFamily="18" charset="0"/>
                      </a:endParaRPr>
                    </a:p>
                  </a:txBody>
                  <a:tcPr marL="68585" marR="68585" marT="0" marB="0"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825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黑体" pitchFamily="49" charset="-122"/>
                        </a:rPr>
                        <a:t>1.0</a:t>
                      </a: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rPr>
                        <a:t>2021/06/01</a:t>
                      </a:r>
                      <a:endParaRPr kumimoji="0" lang="zh-CN" altLang="en-US" sz="1600" b="0" i="0" u="none" strike="noStrike" cap="none" normalizeH="0" baseline="0" dirty="0">
                        <a:ln>
                          <a:noFill/>
                        </a:ln>
                        <a:solidFill>
                          <a:srgbClr val="000000"/>
                        </a:solidFill>
                        <a:effectLst/>
                        <a:latin typeface="Arial" pitchFamily="34" charset="0"/>
                        <a:ea typeface="SimSun" pitchFamily="2" charset="-122"/>
                        <a:cs typeface="Times New Roman" pitchFamily="18" charset="0"/>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rPr>
                        <a:t>Initial Version Release</a:t>
                      </a:r>
                      <a:endParaRPr kumimoji="0" lang="zh-CN"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rPr>
                        <a:t>Tim. Luo </a:t>
                      </a:r>
                      <a:endParaRPr kumimoji="0" lang="zh-CN"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rPr>
                        <a:t>Andrew. Liu</a:t>
                      </a:r>
                      <a:endParaRPr kumimoji="0" lang="zh-CN"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0001"/>
                  </a:ext>
                </a:extLst>
              </a:tr>
              <a:tr h="295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黑体" pitchFamily="49" charset="-122"/>
                        </a:rPr>
                        <a:t>1.1</a:t>
                      </a: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黑体" pitchFamily="49" charset="-122"/>
                        </a:rPr>
                        <a:t>2021/11/15</a:t>
                      </a: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黑体" pitchFamily="49" charset="-122"/>
                        </a:rPr>
                        <a:t>Add WFB monthly dashboard  </a:t>
                      </a: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rPr>
                        <a:t>Tim. Luo </a:t>
                      </a:r>
                      <a:endParaRPr kumimoji="0" lang="zh-CN"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rPr>
                        <a:t>Andrew. Liu</a:t>
                      </a:r>
                      <a:endParaRPr kumimoji="0" lang="zh-CN"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10002"/>
                  </a:ext>
                </a:extLst>
              </a:tr>
              <a:tr h="295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黑体" pitchFamily="49" charset="-122"/>
                        </a:rPr>
                        <a:t>1.2</a:t>
                      </a: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黑体" pitchFamily="49" charset="-122"/>
                        </a:rPr>
                        <a:t>2023/12/20</a:t>
                      </a: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Arial" pitchFamily="34" charset="0"/>
                          <a:ea typeface="黑体" pitchFamily="49" charset="-122"/>
                        </a:rPr>
                        <a:t>Add WFB product PSI &amp; JD positive Rate target and WFB required quantity</a:t>
                      </a: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rPr>
                        <a:t>Tim. Luo </a:t>
                      </a:r>
                      <a:endParaRPr kumimoji="0" lang="zh-CN"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rPr>
                        <a:t>Andrew. Liu</a:t>
                      </a:r>
                      <a:endParaRPr kumimoji="0" lang="zh-CN" altLang="zh-CN" sz="1600" b="0" i="0" u="none" strike="noStrike" cap="none" normalizeH="0" baseline="0" dirty="0">
                        <a:ln>
                          <a:noFill/>
                        </a:ln>
                        <a:solidFill>
                          <a:srgbClr val="000000"/>
                        </a:solidFill>
                        <a:effectLst/>
                        <a:latin typeface="Arial" pitchFamily="34" charset="0"/>
                        <a:ea typeface="SimSun" pitchFamily="2" charset="-122"/>
                        <a:cs typeface="Times New Roman" pitchFamily="18" charset="0"/>
                      </a:endParaRPr>
                    </a:p>
                  </a:txBody>
                  <a:tcPr marL="91446" marR="91446" marT="45728" marB="45728"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445791463"/>
                  </a:ext>
                </a:extLst>
              </a:tr>
              <a:tr h="295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2891786808"/>
                  </a:ext>
                </a:extLst>
              </a:tr>
              <a:tr h="295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1538232035"/>
                  </a:ext>
                </a:extLst>
              </a:tr>
              <a:tr h="295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2902845468"/>
                  </a:ext>
                </a:extLst>
              </a:tr>
              <a:tr h="295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EEF"/>
                    </a:solidFill>
                  </a:tcPr>
                </a:tc>
                <a:extLst>
                  <a:ext uri="{0D108BD9-81ED-4DB2-BD59-A6C34878D82A}">
                    <a16:rowId xmlns:a16="http://schemas.microsoft.com/office/drawing/2014/main" val="3039415815"/>
                  </a:ext>
                </a:extLst>
              </a:tr>
              <a:tr h="295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rgbClr val="000000"/>
                        </a:solidFill>
                        <a:effectLst/>
                        <a:latin typeface="Arial" pitchFamily="34" charset="0"/>
                        <a:ea typeface="黑体" pitchFamily="49" charset="-122"/>
                      </a:endParaRPr>
                    </a:p>
                  </a:txBody>
                  <a:tcPr marL="91446" marR="91446"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FF7"/>
                    </a:solidFill>
                  </a:tcPr>
                </a:tc>
                <a:extLst>
                  <a:ext uri="{0D108BD9-81ED-4DB2-BD59-A6C34878D82A}">
                    <a16:rowId xmlns:a16="http://schemas.microsoft.com/office/drawing/2014/main" val="3283506373"/>
                  </a:ext>
                </a:extLst>
              </a:tr>
            </a:tbl>
          </a:graphicData>
        </a:graphic>
      </p:graphicFrame>
      <p:sp>
        <p:nvSpPr>
          <p:cNvPr id="3" name="Title 7">
            <a:extLst>
              <a:ext uri="{FF2B5EF4-FFF2-40B4-BE49-F238E27FC236}">
                <a16:creationId xmlns:a16="http://schemas.microsoft.com/office/drawing/2014/main" id="{4DDA637A-1266-44D1-A3CF-470A66184239}"/>
              </a:ext>
            </a:extLst>
          </p:cNvPr>
          <p:cNvSpPr txBox="1">
            <a:spLocks/>
          </p:cNvSpPr>
          <p:nvPr/>
        </p:nvSpPr>
        <p:spPr>
          <a:xfrm>
            <a:off x="0" y="195489"/>
            <a:ext cx="12183035" cy="441006"/>
          </a:xfrm>
          <a:prstGeom prst="rect">
            <a:avLst/>
          </a:prstGeom>
          <a:solidFill>
            <a:srgbClr val="ED7D31"/>
          </a:solidFill>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3200" kern="0" dirty="0"/>
              <a:t>Revision Table</a:t>
            </a:r>
            <a:endParaRPr lang="en-US" sz="3200" dirty="0"/>
          </a:p>
        </p:txBody>
      </p:sp>
      <p:sp>
        <p:nvSpPr>
          <p:cNvPr id="4" name="Rectangle 3">
            <a:extLst>
              <a:ext uri="{FF2B5EF4-FFF2-40B4-BE49-F238E27FC236}">
                <a16:creationId xmlns:a16="http://schemas.microsoft.com/office/drawing/2014/main" id="{45097EBD-A6A0-419D-858C-FA3CA1C34335}"/>
              </a:ext>
            </a:extLst>
          </p:cNvPr>
          <p:cNvSpPr txBox="1">
            <a:spLocks noChangeArrowheads="1"/>
          </p:cNvSpPr>
          <p:nvPr/>
        </p:nvSpPr>
        <p:spPr bwMode="gray">
          <a:xfrm>
            <a:off x="0" y="4814907"/>
            <a:ext cx="6096000" cy="1030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pitchFamily="34" charset="0"/>
                <a:ea typeface="SimSun" pitchFamily="2" charset="-122"/>
              </a:defRPr>
            </a:lvl1pPr>
            <a:lvl2pPr marL="742950" indent="-285750" eaLnBrk="0" hangingPunct="0">
              <a:defRPr sz="2400">
                <a:solidFill>
                  <a:schemeClr val="tx1"/>
                </a:solidFill>
                <a:latin typeface="Arial" pitchFamily="34" charset="0"/>
                <a:ea typeface="SimSun" pitchFamily="2" charset="-122"/>
              </a:defRPr>
            </a:lvl2pPr>
            <a:lvl3pPr marL="455613" indent="-230188" eaLnBrk="0" hangingPunct="0">
              <a:defRPr sz="2400">
                <a:solidFill>
                  <a:schemeClr val="tx1"/>
                </a:solidFill>
                <a:latin typeface="Arial" pitchFamily="34" charset="0"/>
                <a:ea typeface="SimSun" pitchFamily="2" charset="-122"/>
              </a:defRPr>
            </a:lvl3pPr>
            <a:lvl4pPr marL="1600200" indent="-228600" eaLnBrk="0" hangingPunct="0">
              <a:defRPr sz="2400">
                <a:solidFill>
                  <a:schemeClr val="tx1"/>
                </a:solidFill>
                <a:latin typeface="Arial" pitchFamily="34" charset="0"/>
                <a:ea typeface="SimSun" pitchFamily="2" charset="-122"/>
              </a:defRPr>
            </a:lvl4pPr>
            <a:lvl5pPr marL="2057400" indent="-228600" eaLnBrk="0" hangingPunct="0">
              <a:defRPr sz="2400">
                <a:solidFill>
                  <a:schemeClr val="tx1"/>
                </a:solidFill>
                <a:latin typeface="Arial" pitchFamily="34" charset="0"/>
                <a:ea typeface="SimSun"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SimSun"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SimSun"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SimSun"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SimSun" pitchFamily="2" charset="-122"/>
              </a:defRPr>
            </a:lvl9pPr>
          </a:lstStyle>
          <a:p>
            <a:pPr lvl="2" defTabSz="914400">
              <a:spcBef>
                <a:spcPct val="20000"/>
              </a:spcBef>
              <a:buClr>
                <a:srgbClr val="EC2225"/>
              </a:buClr>
            </a:pPr>
            <a:r>
              <a:rPr lang="en-US" altLang="zh-CN" sz="1200" b="1" dirty="0">
                <a:solidFill>
                  <a:srgbClr val="404040"/>
                </a:solidFill>
                <a:cs typeface="Arial" pitchFamily="34" charset="0"/>
              </a:rPr>
              <a:t>Note: </a:t>
            </a:r>
          </a:p>
          <a:p>
            <a:pPr lvl="2" defTabSz="914400">
              <a:spcBef>
                <a:spcPct val="20000"/>
              </a:spcBef>
              <a:buClr>
                <a:srgbClr val="EC2225"/>
              </a:buClr>
              <a:buFont typeface="Arial" pitchFamily="34" charset="0"/>
              <a:buChar char="−"/>
            </a:pPr>
            <a:r>
              <a:rPr lang="en-US" altLang="zh-CN" sz="1200" b="1" dirty="0">
                <a:solidFill>
                  <a:srgbClr val="404040"/>
                </a:solidFill>
                <a:cs typeface="Arial" pitchFamily="34" charset="0"/>
              </a:rPr>
              <a:t>Version 1.0 or higher are approved for general use</a:t>
            </a:r>
            <a:endParaRPr lang="zh-CN" altLang="zh-CN" sz="1200" b="1" dirty="0">
              <a:solidFill>
                <a:srgbClr val="404040"/>
              </a:solidFill>
              <a:cs typeface="Arial" pitchFamily="34" charset="0"/>
            </a:endParaRPr>
          </a:p>
          <a:p>
            <a:pPr lvl="2" defTabSz="914400">
              <a:spcBef>
                <a:spcPct val="20000"/>
              </a:spcBef>
              <a:buClr>
                <a:srgbClr val="EC2225"/>
              </a:buClr>
              <a:buFont typeface="Arial" pitchFamily="34" charset="0"/>
              <a:buChar char="−"/>
            </a:pPr>
            <a:r>
              <a:rPr lang="en-US" altLang="zh-CN" sz="1200" b="1" dirty="0">
                <a:solidFill>
                  <a:srgbClr val="404040"/>
                </a:solidFill>
                <a:cs typeface="Arial" pitchFamily="34" charset="0"/>
              </a:rPr>
              <a:t>Version X._ contains major changes</a:t>
            </a:r>
            <a:endParaRPr lang="zh-CN" altLang="zh-CN" sz="1200" b="1" dirty="0">
              <a:solidFill>
                <a:srgbClr val="404040"/>
              </a:solidFill>
              <a:cs typeface="Arial" pitchFamily="34" charset="0"/>
            </a:endParaRPr>
          </a:p>
          <a:p>
            <a:pPr lvl="2" defTabSz="914400">
              <a:spcBef>
                <a:spcPct val="20000"/>
              </a:spcBef>
              <a:buClr>
                <a:srgbClr val="EC2225"/>
              </a:buClr>
              <a:buFont typeface="Arial" pitchFamily="34" charset="0"/>
              <a:buChar char="−"/>
            </a:pPr>
            <a:r>
              <a:rPr lang="en-US" altLang="zh-CN" sz="1200" b="1" dirty="0">
                <a:solidFill>
                  <a:srgbClr val="404040"/>
                </a:solidFill>
                <a:cs typeface="Arial" pitchFamily="34" charset="0"/>
              </a:rPr>
              <a:t>Version _.Y contains minor changes</a:t>
            </a:r>
          </a:p>
        </p:txBody>
      </p:sp>
    </p:spTree>
    <p:extLst>
      <p:ext uri="{BB962C8B-B14F-4D97-AF65-F5344CB8AC3E}">
        <p14:creationId xmlns:p14="http://schemas.microsoft.com/office/powerpoint/2010/main" val="1352023162"/>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7">
            <a:extLst>
              <a:ext uri="{FF2B5EF4-FFF2-40B4-BE49-F238E27FC236}">
                <a16:creationId xmlns:a16="http://schemas.microsoft.com/office/drawing/2014/main" id="{7F0143DE-4B2E-47B9-A225-809A9A3AC8E0}"/>
              </a:ext>
            </a:extLst>
          </p:cNvPr>
          <p:cNvSpPr txBox="1">
            <a:spLocks/>
          </p:cNvSpPr>
          <p:nvPr/>
        </p:nvSpPr>
        <p:spPr>
          <a:xfrm>
            <a:off x="-3016" y="196716"/>
            <a:ext cx="10956281" cy="521208"/>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3200" dirty="0"/>
              <a:t>Table of Contents</a:t>
            </a:r>
          </a:p>
        </p:txBody>
      </p:sp>
      <p:sp>
        <p:nvSpPr>
          <p:cNvPr id="4" name="内容占位符 4">
            <a:extLst>
              <a:ext uri="{FF2B5EF4-FFF2-40B4-BE49-F238E27FC236}">
                <a16:creationId xmlns:a16="http://schemas.microsoft.com/office/drawing/2014/main" id="{137B2786-930F-427D-ABAE-1B68B861EC58}"/>
              </a:ext>
            </a:extLst>
          </p:cNvPr>
          <p:cNvSpPr txBox="1">
            <a:spLocks/>
          </p:cNvSpPr>
          <p:nvPr/>
        </p:nvSpPr>
        <p:spPr bwMode="gray">
          <a:xfrm>
            <a:off x="376336" y="1143001"/>
            <a:ext cx="5368735" cy="5157788"/>
          </a:xfrm>
          <a:prstGeom prst="rect">
            <a:avLst/>
          </a:prstGeom>
        </p:spPr>
        <p:txBody>
          <a:bodyPr/>
          <a:lstStyle>
            <a:lvl1pPr eaLnBrk="0" hangingPunct="0">
              <a:defRPr sz="2400">
                <a:solidFill>
                  <a:schemeClr val="tx1"/>
                </a:solidFill>
                <a:latin typeface="Arial" pitchFamily="34" charset="0"/>
                <a:ea typeface="SimSun" pitchFamily="2" charset="-122"/>
              </a:defRPr>
            </a:lvl1pPr>
            <a:lvl2pPr marL="742950" indent="-285750" eaLnBrk="0" hangingPunct="0">
              <a:defRPr sz="2400">
                <a:solidFill>
                  <a:schemeClr val="tx1"/>
                </a:solidFill>
                <a:latin typeface="Arial" pitchFamily="34" charset="0"/>
                <a:ea typeface="SimSun" pitchFamily="2" charset="-122"/>
              </a:defRPr>
            </a:lvl2pPr>
            <a:lvl3pPr marL="1143000" indent="-228600" eaLnBrk="0" hangingPunct="0">
              <a:defRPr sz="2400">
                <a:solidFill>
                  <a:schemeClr val="tx1"/>
                </a:solidFill>
                <a:latin typeface="Arial" pitchFamily="34" charset="0"/>
                <a:ea typeface="SimSun" pitchFamily="2" charset="-122"/>
              </a:defRPr>
            </a:lvl3pPr>
            <a:lvl4pPr marL="1600200" indent="-228600" eaLnBrk="0" hangingPunct="0">
              <a:defRPr sz="2400">
                <a:solidFill>
                  <a:schemeClr val="tx1"/>
                </a:solidFill>
                <a:latin typeface="Arial" pitchFamily="34" charset="0"/>
                <a:ea typeface="SimSun" pitchFamily="2" charset="-122"/>
              </a:defRPr>
            </a:lvl4pPr>
            <a:lvl5pPr marL="2057400" indent="-228600" eaLnBrk="0" hangingPunct="0">
              <a:defRPr sz="2400">
                <a:solidFill>
                  <a:schemeClr val="tx1"/>
                </a:solidFill>
                <a:latin typeface="Arial" pitchFamily="34" charset="0"/>
                <a:ea typeface="SimSun"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SimSun"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SimSun"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SimSun"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SimSun" pitchFamily="2" charset="-122"/>
              </a:defRPr>
            </a:lvl9pPr>
          </a:lstStyle>
          <a:p>
            <a:pPr defTabSz="914400">
              <a:spcBef>
                <a:spcPct val="20000"/>
              </a:spcBef>
              <a:buClr>
                <a:srgbClr val="EC2225"/>
              </a:buClr>
            </a:pPr>
            <a:r>
              <a:rPr lang="en-US" altLang="zh-CN" dirty="0">
                <a:cs typeface="Arial" pitchFamily="34" charset="0"/>
              </a:rPr>
              <a:t>Document Ownership and Control</a:t>
            </a:r>
          </a:p>
          <a:p>
            <a:pPr defTabSz="914400">
              <a:spcBef>
                <a:spcPct val="20000"/>
              </a:spcBef>
              <a:buClr>
                <a:srgbClr val="EC2225"/>
              </a:buClr>
            </a:pPr>
            <a:endParaRPr lang="zh-CN" altLang="zh-CN" dirty="0">
              <a:cs typeface="Arial" pitchFamily="34" charset="0"/>
            </a:endParaRPr>
          </a:p>
          <a:p>
            <a:pPr defTabSz="914400">
              <a:spcBef>
                <a:spcPct val="20000"/>
              </a:spcBef>
              <a:buClr>
                <a:srgbClr val="EC2225"/>
              </a:buClr>
            </a:pPr>
            <a:r>
              <a:rPr lang="en-US" altLang="zh-CN" dirty="0">
                <a:cs typeface="Arial" pitchFamily="34" charset="0"/>
              </a:rPr>
              <a:t>1. Purpose and Scope</a:t>
            </a:r>
          </a:p>
          <a:p>
            <a:pPr defTabSz="914400">
              <a:spcBef>
                <a:spcPct val="20000"/>
              </a:spcBef>
              <a:buClr>
                <a:srgbClr val="EC2225"/>
              </a:buClr>
            </a:pPr>
            <a:endParaRPr lang="zh-CN" altLang="zh-CN" dirty="0">
              <a:cs typeface="Arial" pitchFamily="34" charset="0"/>
            </a:endParaRPr>
          </a:p>
          <a:p>
            <a:pPr defTabSz="914400">
              <a:spcBef>
                <a:spcPct val="20000"/>
              </a:spcBef>
              <a:buClr>
                <a:srgbClr val="EC2225"/>
              </a:buClr>
            </a:pPr>
            <a:r>
              <a:rPr lang="en-US" altLang="zh-CN" dirty="0">
                <a:cs typeface="Arial" pitchFamily="34" charset="0"/>
              </a:rPr>
              <a:t>2. Terms &amp; Definitions</a:t>
            </a:r>
          </a:p>
          <a:p>
            <a:pPr defTabSz="914400">
              <a:spcBef>
                <a:spcPct val="20000"/>
              </a:spcBef>
              <a:buClr>
                <a:srgbClr val="EC2225"/>
              </a:buClr>
            </a:pPr>
            <a:endParaRPr lang="en-US" altLang="zh-CN" dirty="0">
              <a:cs typeface="Arial" pitchFamily="34" charset="0"/>
            </a:endParaRPr>
          </a:p>
          <a:p>
            <a:pPr defTabSz="914400">
              <a:spcBef>
                <a:spcPct val="20000"/>
              </a:spcBef>
              <a:buClr>
                <a:srgbClr val="EC2225"/>
              </a:buClr>
            </a:pPr>
            <a:r>
              <a:rPr lang="en-US" altLang="zh-CN" dirty="0">
                <a:cs typeface="Arial" pitchFamily="34" charset="0"/>
              </a:rPr>
              <a:t>3. Roles &amp; Responsibilities</a:t>
            </a:r>
          </a:p>
          <a:p>
            <a:pPr defTabSz="914400">
              <a:spcBef>
                <a:spcPct val="20000"/>
              </a:spcBef>
              <a:buClr>
                <a:srgbClr val="EC2225"/>
              </a:buClr>
            </a:pPr>
            <a:endParaRPr lang="en-US" altLang="zh-CN" dirty="0">
              <a:cs typeface="Arial" pitchFamily="34" charset="0"/>
            </a:endParaRPr>
          </a:p>
          <a:p>
            <a:pPr defTabSz="914400">
              <a:spcBef>
                <a:spcPct val="20000"/>
              </a:spcBef>
              <a:buClr>
                <a:srgbClr val="EC2225"/>
              </a:buClr>
            </a:pPr>
            <a:r>
              <a:rPr lang="en-US" altLang="zh-CN" dirty="0">
                <a:cs typeface="Arial" pitchFamily="34" charset="0"/>
              </a:rPr>
              <a:t>4. WFB process build up </a:t>
            </a:r>
            <a:endParaRPr lang="en-US" altLang="zh-CN" dirty="0">
              <a:cs typeface="Arial" pitchFamily="34" charset="0"/>
              <a:hlinkClick r:id="" action="ppaction://noaction"/>
            </a:endParaRPr>
          </a:p>
        </p:txBody>
      </p:sp>
      <p:cxnSp>
        <p:nvCxnSpPr>
          <p:cNvPr id="6" name="直接连接符 7">
            <a:extLst>
              <a:ext uri="{FF2B5EF4-FFF2-40B4-BE49-F238E27FC236}">
                <a16:creationId xmlns:a16="http://schemas.microsoft.com/office/drawing/2014/main" id="{42A711CB-2420-437A-8D55-802478DBEEAC}"/>
              </a:ext>
            </a:extLst>
          </p:cNvPr>
          <p:cNvCxnSpPr>
            <a:cxnSpLocks/>
          </p:cNvCxnSpPr>
          <p:nvPr/>
        </p:nvCxnSpPr>
        <p:spPr>
          <a:xfrm>
            <a:off x="6145791" y="797052"/>
            <a:ext cx="0" cy="6060948"/>
          </a:xfrm>
          <a:prstGeom prst="line">
            <a:avLst/>
          </a:prstGeom>
          <a:ln>
            <a:solidFill>
              <a:srgbClr val="3E8DDD"/>
            </a:solidFill>
          </a:ln>
          <a:effectLst>
            <a:outerShdw blurRad="50800" dist="38100" algn="l" rotWithShape="0">
              <a:prstClr val="black">
                <a:alpha val="40000"/>
              </a:prstClr>
            </a:outerShdw>
          </a:effectLst>
        </p:spPr>
        <p:style>
          <a:lnRef idx="1">
            <a:schemeClr val="accent6"/>
          </a:lnRef>
          <a:fillRef idx="0">
            <a:schemeClr val="accent6"/>
          </a:fillRef>
          <a:effectRef idx="0">
            <a:schemeClr val="accent6"/>
          </a:effectRef>
          <a:fontRef idx="minor">
            <a:schemeClr val="tx1"/>
          </a:fontRef>
        </p:style>
      </p:cxnSp>
      <p:sp>
        <p:nvSpPr>
          <p:cNvPr id="18" name="矩形 17">
            <a:extLst>
              <a:ext uri="{FF2B5EF4-FFF2-40B4-BE49-F238E27FC236}">
                <a16:creationId xmlns:a16="http://schemas.microsoft.com/office/drawing/2014/main" id="{483EE7A1-3A44-4B59-ACC4-91E1568E968C}"/>
              </a:ext>
            </a:extLst>
          </p:cNvPr>
          <p:cNvSpPr/>
          <p:nvPr/>
        </p:nvSpPr>
        <p:spPr>
          <a:xfrm>
            <a:off x="6145791" y="721073"/>
            <a:ext cx="6096000" cy="5632311"/>
          </a:xfrm>
          <a:prstGeom prst="rect">
            <a:avLst/>
          </a:prstGeom>
        </p:spPr>
        <p:txBody>
          <a:bodyPr>
            <a:spAutoFit/>
          </a:bodyPr>
          <a:lstStyle/>
          <a:p>
            <a:pPr defTabSz="914400">
              <a:spcBef>
                <a:spcPct val="20000"/>
              </a:spcBef>
              <a:buClr>
                <a:srgbClr val="EC2225"/>
              </a:buClr>
            </a:pPr>
            <a:r>
              <a:rPr lang="en-US" altLang="zh-CN" dirty="0">
                <a:cs typeface="Arial" pitchFamily="34" charset="0"/>
              </a:rPr>
              <a:t>A .Appendix (</a:t>
            </a:r>
            <a:r>
              <a:rPr lang="en-US" altLang="zh-CN" kern="0" dirty="0"/>
              <a:t>WFB requirement matrix )</a:t>
            </a:r>
            <a:endParaRPr lang="en-US" altLang="zh-CN" dirty="0"/>
          </a:p>
          <a:p>
            <a:pPr defTabSz="914400">
              <a:spcBef>
                <a:spcPct val="20000"/>
              </a:spcBef>
              <a:buClr>
                <a:srgbClr val="EC2225"/>
              </a:buClr>
            </a:pPr>
            <a:endParaRPr lang="en-US" altLang="zh-CN" dirty="0"/>
          </a:p>
          <a:p>
            <a:pPr defTabSz="914400">
              <a:spcBef>
                <a:spcPct val="20000"/>
              </a:spcBef>
              <a:buClr>
                <a:srgbClr val="EC2225"/>
              </a:buClr>
            </a:pPr>
            <a:r>
              <a:rPr lang="en-US" altLang="zh-CN" dirty="0"/>
              <a:t>B.</a:t>
            </a:r>
            <a:r>
              <a:rPr lang="en-US" altLang="zh-CN" dirty="0">
                <a:cs typeface="Arial" pitchFamily="34" charset="0"/>
              </a:rPr>
              <a:t> Appendix(WFB readiness check list)</a:t>
            </a:r>
          </a:p>
          <a:p>
            <a:pPr defTabSz="914400">
              <a:spcBef>
                <a:spcPct val="20000"/>
              </a:spcBef>
              <a:buClr>
                <a:srgbClr val="EC2225"/>
              </a:buClr>
            </a:pPr>
            <a:r>
              <a:rPr lang="en-US" altLang="zh-CN" dirty="0"/>
              <a:t> </a:t>
            </a:r>
          </a:p>
          <a:p>
            <a:pPr defTabSz="914400">
              <a:spcBef>
                <a:spcPct val="20000"/>
              </a:spcBef>
              <a:buClr>
                <a:srgbClr val="EC2225"/>
              </a:buClr>
            </a:pPr>
            <a:r>
              <a:rPr lang="en-US" altLang="zh-CN" dirty="0">
                <a:cs typeface="Arial" pitchFamily="34" charset="0"/>
              </a:rPr>
              <a:t>C. Appendix(MFG </a:t>
            </a:r>
            <a:r>
              <a:rPr lang="en-US" altLang="zh-CN" dirty="0"/>
              <a:t>special control plan</a:t>
            </a:r>
            <a:r>
              <a:rPr lang="en-US" altLang="zh-CN" dirty="0">
                <a:cs typeface="Arial" pitchFamily="34" charset="0"/>
              </a:rPr>
              <a:t>)</a:t>
            </a:r>
          </a:p>
          <a:p>
            <a:pPr defTabSz="914400">
              <a:spcBef>
                <a:spcPct val="20000"/>
              </a:spcBef>
              <a:buClr>
                <a:srgbClr val="EC2225"/>
              </a:buClr>
            </a:pPr>
            <a:endParaRPr lang="en-US" altLang="zh-CN" dirty="0">
              <a:cs typeface="Arial" pitchFamily="34" charset="0"/>
            </a:endParaRPr>
          </a:p>
          <a:p>
            <a:pPr defTabSz="914400">
              <a:spcBef>
                <a:spcPct val="20000"/>
              </a:spcBef>
              <a:buClr>
                <a:srgbClr val="EC2225"/>
              </a:buClr>
            </a:pPr>
            <a:r>
              <a:rPr lang="en-US" altLang="zh-CN" dirty="0">
                <a:cs typeface="Arial" pitchFamily="34" charset="0"/>
              </a:rPr>
              <a:t>D. Appendix(</a:t>
            </a:r>
            <a:r>
              <a:rPr lang="zh-CN" altLang="en-US" dirty="0"/>
              <a:t>WFB UEFAI Finding tracking list</a:t>
            </a:r>
            <a:r>
              <a:rPr lang="en-US" altLang="zh-CN" dirty="0">
                <a:cs typeface="Arial" pitchFamily="34" charset="0"/>
              </a:rPr>
              <a:t>)</a:t>
            </a:r>
          </a:p>
          <a:p>
            <a:pPr defTabSz="914400">
              <a:spcBef>
                <a:spcPct val="20000"/>
              </a:spcBef>
              <a:buClr>
                <a:srgbClr val="EC2225"/>
              </a:buClr>
            </a:pPr>
            <a:endParaRPr lang="en-US" altLang="zh-CN" dirty="0">
              <a:cs typeface="Arial" pitchFamily="34" charset="0"/>
            </a:endParaRPr>
          </a:p>
          <a:p>
            <a:pPr defTabSz="914400">
              <a:spcBef>
                <a:spcPct val="20000"/>
              </a:spcBef>
              <a:buClr>
                <a:srgbClr val="EC2225"/>
              </a:buClr>
            </a:pPr>
            <a:r>
              <a:rPr lang="en-US" altLang="zh-CN" dirty="0">
                <a:cs typeface="Arial" pitchFamily="34" charset="0"/>
              </a:rPr>
              <a:t>E. Appendix(</a:t>
            </a:r>
            <a:r>
              <a:rPr lang="en-US" altLang="zh-CN" dirty="0"/>
              <a:t>WFB MFG Special Control execution </a:t>
            </a:r>
            <a:r>
              <a:rPr lang="en-US" altLang="zh-CN" dirty="0">
                <a:cs typeface="Arial" pitchFamily="34" charset="0"/>
              </a:rPr>
              <a:t>)</a:t>
            </a:r>
          </a:p>
          <a:p>
            <a:pPr defTabSz="914400">
              <a:spcBef>
                <a:spcPct val="20000"/>
              </a:spcBef>
              <a:buClr>
                <a:srgbClr val="EC2225"/>
              </a:buClr>
            </a:pPr>
            <a:endParaRPr lang="en-US" altLang="zh-CN" dirty="0">
              <a:cs typeface="Arial" pitchFamily="34" charset="0"/>
            </a:endParaRPr>
          </a:p>
          <a:p>
            <a:pPr defTabSz="914400">
              <a:spcBef>
                <a:spcPct val="20000"/>
              </a:spcBef>
              <a:buClr>
                <a:srgbClr val="EC2225"/>
              </a:buClr>
            </a:pPr>
            <a:r>
              <a:rPr lang="en-US" altLang="zh-CN" dirty="0">
                <a:cs typeface="Arial" pitchFamily="34" charset="0"/>
              </a:rPr>
              <a:t>F. Appendix (WFB monthly dashboard)</a:t>
            </a:r>
          </a:p>
        </p:txBody>
      </p:sp>
    </p:spTree>
    <p:extLst>
      <p:ext uri="{BB962C8B-B14F-4D97-AF65-F5344CB8AC3E}">
        <p14:creationId xmlns:p14="http://schemas.microsoft.com/office/powerpoint/2010/main" val="797031247"/>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7">
            <a:extLst>
              <a:ext uri="{FF2B5EF4-FFF2-40B4-BE49-F238E27FC236}">
                <a16:creationId xmlns:a16="http://schemas.microsoft.com/office/drawing/2014/main" id="{EECA1EF6-FC7D-4665-AD1A-B660662A80D5}"/>
              </a:ext>
            </a:extLst>
          </p:cNvPr>
          <p:cNvSpPr txBox="1">
            <a:spLocks/>
          </p:cNvSpPr>
          <p:nvPr/>
        </p:nvSpPr>
        <p:spPr>
          <a:xfrm>
            <a:off x="-62753" y="217260"/>
            <a:ext cx="10956281" cy="521208"/>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3200" kern="0" dirty="0"/>
              <a:t>Purpose and Scope</a:t>
            </a:r>
            <a:endParaRPr lang="en-US" sz="3200" dirty="0"/>
          </a:p>
        </p:txBody>
      </p:sp>
      <p:sp>
        <p:nvSpPr>
          <p:cNvPr id="7" name="内容占位符 1">
            <a:extLst>
              <a:ext uri="{FF2B5EF4-FFF2-40B4-BE49-F238E27FC236}">
                <a16:creationId xmlns:a16="http://schemas.microsoft.com/office/drawing/2014/main" id="{BB8910EB-B998-4F1C-A9DF-10157075B738}"/>
              </a:ext>
            </a:extLst>
          </p:cNvPr>
          <p:cNvSpPr txBox="1">
            <a:spLocks/>
          </p:cNvSpPr>
          <p:nvPr/>
        </p:nvSpPr>
        <p:spPr bwMode="auto">
          <a:xfrm>
            <a:off x="0" y="1087156"/>
            <a:ext cx="11139488" cy="503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eaLnBrk="0" hangingPunct="0">
              <a:defRPr sz="2400">
                <a:solidFill>
                  <a:schemeClr val="tx1"/>
                </a:solidFill>
                <a:latin typeface="Arial" pitchFamily="34" charset="0"/>
                <a:ea typeface="SimSun" pitchFamily="2" charset="-122"/>
              </a:defRPr>
            </a:lvl1pPr>
            <a:lvl2pPr marL="742950" indent="-285750" eaLnBrk="0" hangingPunct="0">
              <a:defRPr sz="2400">
                <a:solidFill>
                  <a:schemeClr val="tx1"/>
                </a:solidFill>
                <a:latin typeface="Arial" pitchFamily="34" charset="0"/>
                <a:ea typeface="SimSun" pitchFamily="2" charset="-122"/>
              </a:defRPr>
            </a:lvl2pPr>
            <a:lvl3pPr marL="1143000" indent="-228600" eaLnBrk="0" hangingPunct="0">
              <a:defRPr sz="2400">
                <a:solidFill>
                  <a:schemeClr val="tx1"/>
                </a:solidFill>
                <a:latin typeface="Arial" pitchFamily="34" charset="0"/>
                <a:ea typeface="SimSun" pitchFamily="2" charset="-122"/>
              </a:defRPr>
            </a:lvl3pPr>
            <a:lvl4pPr marL="1600200" indent="-228600" eaLnBrk="0" hangingPunct="0">
              <a:defRPr sz="2400">
                <a:solidFill>
                  <a:schemeClr val="tx1"/>
                </a:solidFill>
                <a:latin typeface="Arial" pitchFamily="34" charset="0"/>
                <a:ea typeface="SimSun" pitchFamily="2" charset="-122"/>
              </a:defRPr>
            </a:lvl4pPr>
            <a:lvl5pPr marL="2057400" indent="-228600" eaLnBrk="0" hangingPunct="0">
              <a:defRPr sz="2400">
                <a:solidFill>
                  <a:schemeClr val="tx1"/>
                </a:solidFill>
                <a:latin typeface="Arial" pitchFamily="34" charset="0"/>
                <a:ea typeface="SimSun" pitchFamily="2" charset="-122"/>
              </a:defRPr>
            </a:lvl5pPr>
            <a:lvl6pPr marL="2514600" indent="-228600" defTabSz="1217613" eaLnBrk="0" fontAlgn="base" hangingPunct="0">
              <a:spcBef>
                <a:spcPct val="0"/>
              </a:spcBef>
              <a:spcAft>
                <a:spcPct val="0"/>
              </a:spcAft>
              <a:defRPr sz="2400">
                <a:solidFill>
                  <a:schemeClr val="tx1"/>
                </a:solidFill>
                <a:latin typeface="Arial" pitchFamily="34" charset="0"/>
                <a:ea typeface="SimSun" pitchFamily="2" charset="-122"/>
              </a:defRPr>
            </a:lvl6pPr>
            <a:lvl7pPr marL="2971800" indent="-228600" defTabSz="1217613" eaLnBrk="0" fontAlgn="base" hangingPunct="0">
              <a:spcBef>
                <a:spcPct val="0"/>
              </a:spcBef>
              <a:spcAft>
                <a:spcPct val="0"/>
              </a:spcAft>
              <a:defRPr sz="2400">
                <a:solidFill>
                  <a:schemeClr val="tx1"/>
                </a:solidFill>
                <a:latin typeface="Arial" pitchFamily="34" charset="0"/>
                <a:ea typeface="SimSun" pitchFamily="2" charset="-122"/>
              </a:defRPr>
            </a:lvl7pPr>
            <a:lvl8pPr marL="3429000" indent="-228600" defTabSz="1217613" eaLnBrk="0" fontAlgn="base" hangingPunct="0">
              <a:spcBef>
                <a:spcPct val="0"/>
              </a:spcBef>
              <a:spcAft>
                <a:spcPct val="0"/>
              </a:spcAft>
              <a:defRPr sz="2400">
                <a:solidFill>
                  <a:schemeClr val="tx1"/>
                </a:solidFill>
                <a:latin typeface="Arial" pitchFamily="34" charset="0"/>
                <a:ea typeface="SimSun" pitchFamily="2" charset="-122"/>
              </a:defRPr>
            </a:lvl8pPr>
            <a:lvl9pPr marL="3886200" indent="-228600" defTabSz="1217613" eaLnBrk="0" fontAlgn="base" hangingPunct="0">
              <a:spcBef>
                <a:spcPct val="0"/>
              </a:spcBef>
              <a:spcAft>
                <a:spcPct val="0"/>
              </a:spcAft>
              <a:defRPr sz="2400">
                <a:solidFill>
                  <a:schemeClr val="tx1"/>
                </a:solidFill>
                <a:latin typeface="Arial" pitchFamily="34" charset="0"/>
                <a:ea typeface="SimSun" pitchFamily="2" charset="-122"/>
              </a:defRPr>
            </a:lvl9pPr>
          </a:lstStyle>
          <a:p>
            <a:pPr>
              <a:spcBef>
                <a:spcPct val="20000"/>
              </a:spcBef>
              <a:buClr>
                <a:srgbClr val="C00000"/>
              </a:buClr>
              <a:buFont typeface="Wingdings" pitchFamily="2" charset="2"/>
              <a:buChar char="§"/>
            </a:pPr>
            <a:r>
              <a:rPr lang="en-US" altLang="zh-CN" dirty="0">
                <a:ea typeface="黑体" pitchFamily="49" charset="-122"/>
              </a:rPr>
              <a:t>Purpose</a:t>
            </a:r>
          </a:p>
          <a:p>
            <a:pPr marL="800100" lvl="1" indent="-342900" eaLnBrk="1" hangingPunct="1">
              <a:spcBef>
                <a:spcPct val="20000"/>
              </a:spcBef>
              <a:buClr>
                <a:srgbClr val="C00000"/>
              </a:buClr>
              <a:buFont typeface="Arial" panose="020B0604020202020204" pitchFamily="34" charset="0"/>
              <a:buChar char="•"/>
            </a:pPr>
            <a:r>
              <a:rPr lang="en-US" altLang="zh-CN" sz="2000" dirty="0"/>
              <a:t> Aligned with Lenovo BU, GSC  and Quality strategy to reinforce system level quality control at the beginning of product launch, in order to achieve the better quality, the better customer experience, the better customer satisfaction and better support business. </a:t>
            </a:r>
          </a:p>
          <a:p>
            <a:pPr marL="457200" lvl="1" indent="0" eaLnBrk="1" hangingPunct="1">
              <a:spcBef>
                <a:spcPct val="20000"/>
              </a:spcBef>
              <a:buClr>
                <a:schemeClr val="accent1"/>
              </a:buClr>
            </a:pPr>
            <a:endParaRPr lang="en-US" altLang="zh-CN" sz="2000" dirty="0"/>
          </a:p>
          <a:p>
            <a:pPr marL="800100" lvl="1" indent="-342900" eaLnBrk="1" hangingPunct="1">
              <a:spcBef>
                <a:spcPct val="20000"/>
              </a:spcBef>
              <a:buClr>
                <a:srgbClr val="C00000"/>
              </a:buClr>
              <a:buFont typeface="Arial" panose="020B0604020202020204" pitchFamily="34" charset="0"/>
              <a:buChar char="•"/>
            </a:pPr>
            <a:r>
              <a:rPr lang="en-US" altLang="zh-CN" sz="2000" dirty="0"/>
              <a:t>Quality team raise request of enhanced product quality control plan earlier, especially for key parts better quality delivery, enhance MFG quality management, more strict cosmetic inspection etc., make product launch with best quality and win the market share. </a:t>
            </a:r>
            <a:endParaRPr lang="zh-CN" altLang="zh-CN" sz="2000" dirty="0"/>
          </a:p>
          <a:p>
            <a:pPr eaLnBrk="1" hangingPunct="1">
              <a:spcBef>
                <a:spcPct val="20000"/>
              </a:spcBef>
              <a:buClr>
                <a:schemeClr val="accent1"/>
              </a:buClr>
              <a:buFont typeface="Wingdings" pitchFamily="2" charset="2"/>
              <a:buNone/>
            </a:pPr>
            <a:endParaRPr lang="en-US" altLang="zh-CN" sz="2000" dirty="0">
              <a:solidFill>
                <a:srgbClr val="003FBC"/>
              </a:solidFill>
            </a:endParaRPr>
          </a:p>
          <a:p>
            <a:pPr eaLnBrk="1" hangingPunct="1">
              <a:spcBef>
                <a:spcPct val="20000"/>
              </a:spcBef>
              <a:buClr>
                <a:schemeClr val="accent1"/>
              </a:buClr>
              <a:buFont typeface="Wingdings" pitchFamily="2" charset="2"/>
              <a:buNone/>
            </a:pPr>
            <a:endParaRPr lang="en-US" altLang="zh-CN" sz="1000" dirty="0">
              <a:ea typeface="黑体" pitchFamily="49" charset="-122"/>
            </a:endParaRPr>
          </a:p>
          <a:p>
            <a:pPr>
              <a:spcBef>
                <a:spcPct val="20000"/>
              </a:spcBef>
              <a:buClr>
                <a:srgbClr val="C00000"/>
              </a:buClr>
              <a:buFont typeface="Wingdings" pitchFamily="2" charset="2"/>
              <a:buChar char="§"/>
            </a:pPr>
            <a:r>
              <a:rPr lang="en-US" altLang="zh-CN" dirty="0">
                <a:ea typeface="黑体" pitchFamily="49" charset="-122"/>
              </a:rPr>
              <a:t>Scope</a:t>
            </a:r>
          </a:p>
          <a:p>
            <a:pPr marL="800100" lvl="1" indent="-342900">
              <a:spcBef>
                <a:spcPct val="20000"/>
              </a:spcBef>
              <a:buClr>
                <a:srgbClr val="C00000"/>
              </a:buClr>
              <a:buFont typeface="Arial" panose="020B0604020202020204" pitchFamily="34" charset="0"/>
              <a:buChar char="•"/>
            </a:pPr>
            <a:r>
              <a:rPr lang="en-US" altLang="zh-CN" sz="2000" dirty="0"/>
              <a:t>Lenovo consumer NB products</a:t>
            </a:r>
          </a:p>
        </p:txBody>
      </p:sp>
    </p:spTree>
    <p:extLst>
      <p:ext uri="{BB962C8B-B14F-4D97-AF65-F5344CB8AC3E}">
        <p14:creationId xmlns:p14="http://schemas.microsoft.com/office/powerpoint/2010/main" val="2275486067"/>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ADC8BE40-78A3-4B30-BB73-74AC6AA13E40}"/>
              </a:ext>
            </a:extLst>
          </p:cNvPr>
          <p:cNvGraphicFramePr>
            <a:graphicFrameLocks noGrp="1"/>
          </p:cNvGraphicFramePr>
          <p:nvPr>
            <p:extLst>
              <p:ext uri="{D42A27DB-BD31-4B8C-83A1-F6EECF244321}">
                <p14:modId xmlns:p14="http://schemas.microsoft.com/office/powerpoint/2010/main" val="1287550839"/>
              </p:ext>
            </p:extLst>
          </p:nvPr>
        </p:nvGraphicFramePr>
        <p:xfrm>
          <a:off x="93974" y="768235"/>
          <a:ext cx="11830000" cy="5493076"/>
        </p:xfrm>
        <a:graphic>
          <a:graphicData uri="http://schemas.openxmlformats.org/drawingml/2006/table">
            <a:tbl>
              <a:tblPr firstRow="1" bandRow="1">
                <a:tableStyleId>{5C22544A-7EE6-4342-B048-85BDC9FD1C3A}</a:tableStyleId>
              </a:tblPr>
              <a:tblGrid>
                <a:gridCol w="1801906">
                  <a:extLst>
                    <a:ext uri="{9D8B030D-6E8A-4147-A177-3AD203B41FA5}">
                      <a16:colId xmlns:a16="http://schemas.microsoft.com/office/drawing/2014/main" val="961397208"/>
                    </a:ext>
                  </a:extLst>
                </a:gridCol>
                <a:gridCol w="1598291">
                  <a:extLst>
                    <a:ext uri="{9D8B030D-6E8A-4147-A177-3AD203B41FA5}">
                      <a16:colId xmlns:a16="http://schemas.microsoft.com/office/drawing/2014/main" val="185797490"/>
                    </a:ext>
                  </a:extLst>
                </a:gridCol>
                <a:gridCol w="6835178">
                  <a:extLst>
                    <a:ext uri="{9D8B030D-6E8A-4147-A177-3AD203B41FA5}">
                      <a16:colId xmlns:a16="http://schemas.microsoft.com/office/drawing/2014/main" val="1422776300"/>
                    </a:ext>
                  </a:extLst>
                </a:gridCol>
                <a:gridCol w="1594625">
                  <a:extLst>
                    <a:ext uri="{9D8B030D-6E8A-4147-A177-3AD203B41FA5}">
                      <a16:colId xmlns:a16="http://schemas.microsoft.com/office/drawing/2014/main" val="2892538350"/>
                    </a:ext>
                  </a:extLst>
                </a:gridCol>
              </a:tblGrid>
              <a:tr h="413794">
                <a:tc>
                  <a:txBody>
                    <a:bodyPr/>
                    <a:lstStyle>
                      <a:lvl1pPr eaLnBrk="0" hangingPunct="0">
                        <a:spcBef>
                          <a:spcPct val="20000"/>
                        </a:spcBef>
                        <a:buClr>
                          <a:schemeClr val="accent1"/>
                        </a:buClr>
                        <a:buFont typeface="Wingdings" pitchFamily="2" charset="2"/>
                        <a:defRPr sz="2400">
                          <a:solidFill>
                            <a:schemeClr val="tx2"/>
                          </a:solidFill>
                          <a:latin typeface="Arial" pitchFamily="34" charset="0"/>
                        </a:defRPr>
                      </a:lvl1pPr>
                      <a:lvl2pPr marL="742950" indent="-285750" eaLnBrk="0" hangingPunct="0">
                        <a:spcBef>
                          <a:spcPct val="20000"/>
                        </a:spcBef>
                        <a:buClr>
                          <a:schemeClr val="accent1"/>
                        </a:buClr>
                        <a:buFont typeface="Arial" pitchFamily="34" charset="0"/>
                        <a:defRPr sz="2000">
                          <a:solidFill>
                            <a:schemeClr val="tx2"/>
                          </a:solidFill>
                          <a:latin typeface="Arial" pitchFamily="34" charset="0"/>
                        </a:defRPr>
                      </a:lvl2pPr>
                      <a:lvl3pPr marL="1143000" indent="-228600" eaLnBrk="0" hangingPunct="0">
                        <a:spcBef>
                          <a:spcPct val="20000"/>
                        </a:spcBef>
                        <a:buClr>
                          <a:schemeClr val="accent1"/>
                        </a:buClr>
                        <a:buFont typeface="Arial" pitchFamily="34" charset="0"/>
                        <a:defRPr>
                          <a:solidFill>
                            <a:schemeClr val="tx2"/>
                          </a:solidFill>
                          <a:latin typeface="Arial" pitchFamily="34" charset="0"/>
                        </a:defRPr>
                      </a:lvl3pPr>
                      <a:lvl4pPr marL="1600200" indent="-228600" eaLnBrk="0" hangingPunct="0">
                        <a:spcBef>
                          <a:spcPct val="20000"/>
                        </a:spcBef>
                        <a:buClr>
                          <a:schemeClr val="accent1"/>
                        </a:buClr>
                        <a:buFont typeface="Arial" pitchFamily="34" charset="0"/>
                        <a:defRPr sz="1600">
                          <a:solidFill>
                            <a:schemeClr val="tx2"/>
                          </a:solidFill>
                          <a:latin typeface="Arial" pitchFamily="34" charset="0"/>
                        </a:defRPr>
                      </a:lvl4pPr>
                      <a:lvl5pPr marL="2057400" indent="-228600" eaLnBrk="0" hangingPunct="0">
                        <a:spcBef>
                          <a:spcPct val="20000"/>
                        </a:spcBef>
                        <a:buClr>
                          <a:schemeClr val="accent1"/>
                        </a:buClr>
                        <a:buFont typeface="Arial" pitchFamily="34" charset="0"/>
                        <a:defRPr sz="1600">
                          <a:solidFill>
                            <a:schemeClr val="tx2"/>
                          </a:solidFill>
                          <a:latin typeface="Arial" pitchFamily="34" charset="0"/>
                        </a:defRPr>
                      </a:lvl5pPr>
                      <a:lvl6pPr marL="25146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6pPr>
                      <a:lvl7pPr marL="29718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7pPr>
                      <a:lvl8pPr marL="34290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8pPr>
                      <a:lvl9pPr marL="38862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メイリオ" panose="020B0604030504040204" pitchFamily="50" charset="-128"/>
                          <a:ea typeface="メイリオ" panose="020B0604030504040204" pitchFamily="50" charset="-128"/>
                          <a:cs typeface="メイリオ" panose="020B0604030504040204" pitchFamily="50" charset="-128"/>
                        </a:rPr>
                        <a:t>Area</a:t>
                      </a:r>
                      <a:endParaRPr kumimoji="0" lang="zh-CN" altLang="en-US" sz="1800" b="1" i="0" u="none" strike="noStrike" cap="none" normalizeH="0" baseline="0" dirty="0">
                        <a:ln>
                          <a:noFill/>
                        </a:ln>
                        <a:solidFill>
                          <a:srgbClr val="FFFFFF"/>
                        </a:solidFill>
                        <a:effectLst/>
                        <a:latin typeface="メイリオ" panose="020B0604030504040204" pitchFamily="50" charset="-128"/>
                        <a:ea typeface="メイリオ" panose="020B0604030504040204" pitchFamily="50" charset="-128"/>
                        <a:cs typeface="メイリオ" panose="020B0604030504040204" pitchFamily="50" charset="-128"/>
                      </a:endParaRPr>
                    </a:p>
                  </a:txBody>
                  <a:tcPr marL="91451" marR="91451" marT="45704" marB="45704" anchor="ctr" horzOverflow="overflow"/>
                </a:tc>
                <a:tc>
                  <a:txBody>
                    <a:bodyPr/>
                    <a:lstStyle>
                      <a:lvl1pPr eaLnBrk="0" hangingPunct="0">
                        <a:spcBef>
                          <a:spcPct val="20000"/>
                        </a:spcBef>
                        <a:buClr>
                          <a:schemeClr val="accent1"/>
                        </a:buClr>
                        <a:buFont typeface="Wingdings" pitchFamily="2" charset="2"/>
                        <a:defRPr sz="2400">
                          <a:solidFill>
                            <a:schemeClr val="tx2"/>
                          </a:solidFill>
                          <a:latin typeface="Arial" pitchFamily="34" charset="0"/>
                        </a:defRPr>
                      </a:lvl1pPr>
                      <a:lvl2pPr marL="742950" indent="-285750" eaLnBrk="0" hangingPunct="0">
                        <a:spcBef>
                          <a:spcPct val="20000"/>
                        </a:spcBef>
                        <a:buClr>
                          <a:schemeClr val="accent1"/>
                        </a:buClr>
                        <a:buFont typeface="Arial" pitchFamily="34" charset="0"/>
                        <a:defRPr sz="2000">
                          <a:solidFill>
                            <a:schemeClr val="tx2"/>
                          </a:solidFill>
                          <a:latin typeface="Arial" pitchFamily="34" charset="0"/>
                        </a:defRPr>
                      </a:lvl2pPr>
                      <a:lvl3pPr marL="1143000" indent="-228600" eaLnBrk="0" hangingPunct="0">
                        <a:spcBef>
                          <a:spcPct val="20000"/>
                        </a:spcBef>
                        <a:buClr>
                          <a:schemeClr val="accent1"/>
                        </a:buClr>
                        <a:buFont typeface="Arial" pitchFamily="34" charset="0"/>
                        <a:defRPr>
                          <a:solidFill>
                            <a:schemeClr val="tx2"/>
                          </a:solidFill>
                          <a:latin typeface="Arial" pitchFamily="34" charset="0"/>
                        </a:defRPr>
                      </a:lvl3pPr>
                      <a:lvl4pPr marL="1600200" indent="-228600" eaLnBrk="0" hangingPunct="0">
                        <a:spcBef>
                          <a:spcPct val="20000"/>
                        </a:spcBef>
                        <a:buClr>
                          <a:schemeClr val="accent1"/>
                        </a:buClr>
                        <a:buFont typeface="Arial" pitchFamily="34" charset="0"/>
                        <a:defRPr sz="1600">
                          <a:solidFill>
                            <a:schemeClr val="tx2"/>
                          </a:solidFill>
                          <a:latin typeface="Arial" pitchFamily="34" charset="0"/>
                        </a:defRPr>
                      </a:lvl4pPr>
                      <a:lvl5pPr marL="2057400" indent="-228600" eaLnBrk="0" hangingPunct="0">
                        <a:spcBef>
                          <a:spcPct val="20000"/>
                        </a:spcBef>
                        <a:buClr>
                          <a:schemeClr val="accent1"/>
                        </a:buClr>
                        <a:buFont typeface="Arial" pitchFamily="34" charset="0"/>
                        <a:defRPr sz="1600">
                          <a:solidFill>
                            <a:schemeClr val="tx2"/>
                          </a:solidFill>
                          <a:latin typeface="Arial" pitchFamily="34" charset="0"/>
                        </a:defRPr>
                      </a:lvl5pPr>
                      <a:lvl6pPr marL="25146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6pPr>
                      <a:lvl7pPr marL="29718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7pPr>
                      <a:lvl8pPr marL="34290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8pPr>
                      <a:lvl9pPr marL="38862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メイリオ" panose="020B0604030504040204" pitchFamily="50" charset="-128"/>
                          <a:ea typeface="メイリオ" panose="020B0604030504040204" pitchFamily="50" charset="-128"/>
                          <a:cs typeface="メイリオ" panose="020B0604030504040204" pitchFamily="50" charset="-128"/>
                        </a:rPr>
                        <a:t>Function</a:t>
                      </a:r>
                      <a:endParaRPr kumimoji="0" lang="zh-CN" altLang="en-US" sz="1800" b="1" i="0" u="none" strike="noStrike" cap="none" normalizeH="0" baseline="0" dirty="0">
                        <a:ln>
                          <a:noFill/>
                        </a:ln>
                        <a:solidFill>
                          <a:srgbClr val="FFFFFF"/>
                        </a:solidFill>
                        <a:effectLst/>
                        <a:latin typeface="メイリオ" panose="020B0604030504040204" pitchFamily="50" charset="-128"/>
                        <a:ea typeface="メイリオ" panose="020B0604030504040204" pitchFamily="50" charset="-128"/>
                        <a:cs typeface="メイリオ" panose="020B0604030504040204" pitchFamily="50" charset="-128"/>
                      </a:endParaRPr>
                    </a:p>
                  </a:txBody>
                  <a:tcPr marL="91451" marR="91451" marT="45704" marB="45704" anchor="ctr" horzOverflow="overflow"/>
                </a:tc>
                <a:tc>
                  <a:txBody>
                    <a:bodyPr/>
                    <a:lstStyle>
                      <a:lvl1pPr eaLnBrk="0" hangingPunct="0">
                        <a:spcBef>
                          <a:spcPct val="20000"/>
                        </a:spcBef>
                        <a:buClr>
                          <a:schemeClr val="accent1"/>
                        </a:buClr>
                        <a:buFont typeface="Wingdings" pitchFamily="2" charset="2"/>
                        <a:defRPr sz="2400">
                          <a:solidFill>
                            <a:schemeClr val="tx2"/>
                          </a:solidFill>
                          <a:latin typeface="Arial" pitchFamily="34" charset="0"/>
                        </a:defRPr>
                      </a:lvl1pPr>
                      <a:lvl2pPr marL="742950" indent="-285750" eaLnBrk="0" hangingPunct="0">
                        <a:spcBef>
                          <a:spcPct val="20000"/>
                        </a:spcBef>
                        <a:buClr>
                          <a:schemeClr val="accent1"/>
                        </a:buClr>
                        <a:buFont typeface="Arial" pitchFamily="34" charset="0"/>
                        <a:defRPr sz="2000">
                          <a:solidFill>
                            <a:schemeClr val="tx2"/>
                          </a:solidFill>
                          <a:latin typeface="Arial" pitchFamily="34" charset="0"/>
                        </a:defRPr>
                      </a:lvl2pPr>
                      <a:lvl3pPr marL="1143000" indent="-228600" eaLnBrk="0" hangingPunct="0">
                        <a:spcBef>
                          <a:spcPct val="20000"/>
                        </a:spcBef>
                        <a:buClr>
                          <a:schemeClr val="accent1"/>
                        </a:buClr>
                        <a:buFont typeface="Arial" pitchFamily="34" charset="0"/>
                        <a:defRPr>
                          <a:solidFill>
                            <a:schemeClr val="tx2"/>
                          </a:solidFill>
                          <a:latin typeface="Arial" pitchFamily="34" charset="0"/>
                        </a:defRPr>
                      </a:lvl3pPr>
                      <a:lvl4pPr marL="1600200" indent="-228600" eaLnBrk="0" hangingPunct="0">
                        <a:spcBef>
                          <a:spcPct val="20000"/>
                        </a:spcBef>
                        <a:buClr>
                          <a:schemeClr val="accent1"/>
                        </a:buClr>
                        <a:buFont typeface="Arial" pitchFamily="34" charset="0"/>
                        <a:defRPr sz="1600">
                          <a:solidFill>
                            <a:schemeClr val="tx2"/>
                          </a:solidFill>
                          <a:latin typeface="Arial" pitchFamily="34" charset="0"/>
                        </a:defRPr>
                      </a:lvl4pPr>
                      <a:lvl5pPr marL="2057400" indent="-228600" eaLnBrk="0" hangingPunct="0">
                        <a:spcBef>
                          <a:spcPct val="20000"/>
                        </a:spcBef>
                        <a:buClr>
                          <a:schemeClr val="accent1"/>
                        </a:buClr>
                        <a:buFont typeface="Arial" pitchFamily="34" charset="0"/>
                        <a:defRPr sz="1600">
                          <a:solidFill>
                            <a:schemeClr val="tx2"/>
                          </a:solidFill>
                          <a:latin typeface="Arial" pitchFamily="34" charset="0"/>
                        </a:defRPr>
                      </a:lvl5pPr>
                      <a:lvl6pPr marL="25146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6pPr>
                      <a:lvl7pPr marL="29718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7pPr>
                      <a:lvl8pPr marL="34290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8pPr>
                      <a:lvl9pPr marL="38862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メイリオ" panose="020B0604030504040204" pitchFamily="50" charset="-128"/>
                          <a:ea typeface="メイリオ" panose="020B0604030504040204" pitchFamily="50" charset="-128"/>
                          <a:cs typeface="メイリオ" panose="020B0604030504040204" pitchFamily="50" charset="-128"/>
                        </a:rPr>
                        <a:t>Responsibility</a:t>
                      </a:r>
                      <a:endParaRPr kumimoji="0" lang="zh-CN" altLang="en-US" sz="1800" b="1" i="0" u="none" strike="noStrike" cap="none" normalizeH="0" baseline="0" dirty="0">
                        <a:ln>
                          <a:noFill/>
                        </a:ln>
                        <a:solidFill>
                          <a:srgbClr val="FFFFFF"/>
                        </a:solidFill>
                        <a:effectLst/>
                        <a:latin typeface="メイリオ" panose="020B0604030504040204" pitchFamily="50" charset="-128"/>
                        <a:ea typeface="メイリオ" panose="020B0604030504040204" pitchFamily="50" charset="-128"/>
                        <a:cs typeface="メイリオ" panose="020B0604030504040204" pitchFamily="50" charset="-128"/>
                      </a:endParaRPr>
                    </a:p>
                  </a:txBody>
                  <a:tcPr marL="91451" marR="91451" marT="45704" marB="45704" anchor="ctr" horzOverflow="overflow"/>
                </a:tc>
                <a:tc>
                  <a:txBody>
                    <a:bodyPr/>
                    <a:lstStyle/>
                    <a:p>
                      <a:r>
                        <a:rPr lang="en-US" altLang="zh-CN" sz="1800" dirty="0"/>
                        <a:t>         Remark</a:t>
                      </a:r>
                      <a:endParaRPr lang="zh-CN" altLang="en-US" sz="1800" dirty="0"/>
                    </a:p>
                  </a:txBody>
                  <a:tcPr marL="80618" marR="80618" marT="0" marB="0" anchor="ctr"/>
                </a:tc>
                <a:extLst>
                  <a:ext uri="{0D108BD9-81ED-4DB2-BD59-A6C34878D82A}">
                    <a16:rowId xmlns:a16="http://schemas.microsoft.com/office/drawing/2014/main" val="1373359796"/>
                  </a:ext>
                </a:extLst>
              </a:tr>
              <a:tr h="1260088">
                <a:tc>
                  <a:txBody>
                    <a:bodyPr/>
                    <a:lstStyle/>
                    <a:p>
                      <a:pPr algn="ctr"/>
                      <a:r>
                        <a:rPr lang="en-US" altLang="zh-CN" dirty="0"/>
                        <a:t>Product Quality</a:t>
                      </a:r>
                      <a:endParaRPr lang="zh-CN" altLang="en-US" dirty="0"/>
                    </a:p>
                  </a:txBody>
                  <a:tcPr marL="80618" marR="80618" marT="0" marB="0" anchor="ctr"/>
                </a:tc>
                <a:tc>
                  <a:txBody>
                    <a:bodyPr/>
                    <a:lstStyle/>
                    <a:p>
                      <a:pPr algn="ctr"/>
                      <a:r>
                        <a:rPr lang="en-US" sz="1600" kern="100" dirty="0">
                          <a:effectLst/>
                        </a:rPr>
                        <a:t>PQM </a:t>
                      </a:r>
                      <a:endParaRPr lang="zh-CN" altLang="en-US" sz="1600" dirty="0"/>
                    </a:p>
                  </a:txBody>
                  <a:tcPr marL="80618" marR="80618" marT="0" marB="0" anchor="ctr"/>
                </a:tc>
                <a:tc>
                  <a:txBody>
                    <a:bodyPr/>
                    <a:lstStyle/>
                    <a:p>
                      <a:pPr marL="342900" lvl="0" indent="-342900" algn="l">
                        <a:buClr>
                          <a:srgbClr val="C00000"/>
                        </a:buClr>
                        <a:buFont typeface="+mj-lt"/>
                        <a:buAutoNum type="arabicPeriod"/>
                      </a:pPr>
                      <a:r>
                        <a:rPr lang="en-US" altLang="zh-CN" sz="1400" b="0" kern="1200" dirty="0">
                          <a:solidFill>
                            <a:schemeClr val="dk1"/>
                          </a:solidFill>
                          <a:effectLst/>
                          <a:latin typeface="+mn-lt"/>
                          <a:ea typeface="+mn-ea"/>
                          <a:cs typeface="+mn-cs"/>
                        </a:rPr>
                        <a:t>Lead WFB project and Build up WFB team (Both Lenovo &amp; ODM team);</a:t>
                      </a:r>
                      <a:endParaRPr lang="zh-CN" altLang="zh-CN" sz="1400" b="0" kern="1200" dirty="0">
                        <a:solidFill>
                          <a:schemeClr val="dk1"/>
                        </a:solidFill>
                        <a:effectLst/>
                        <a:latin typeface="+mn-lt"/>
                        <a:ea typeface="+mn-ea"/>
                        <a:cs typeface="+mn-cs"/>
                      </a:endParaRPr>
                    </a:p>
                    <a:p>
                      <a:pPr marL="342900" lvl="0" indent="-342900" algn="l">
                        <a:buClr>
                          <a:srgbClr val="C00000"/>
                        </a:buClr>
                        <a:buFont typeface="+mj-lt"/>
                        <a:buAutoNum type="arabicPeriod"/>
                      </a:pPr>
                      <a:r>
                        <a:rPr lang="en-US" altLang="zh-CN" sz="1400" b="0" kern="1200" dirty="0">
                          <a:solidFill>
                            <a:schemeClr val="dk1"/>
                          </a:solidFill>
                          <a:effectLst/>
                          <a:latin typeface="+mn-lt"/>
                          <a:ea typeface="+mn-ea"/>
                          <a:cs typeface="+mn-cs"/>
                        </a:rPr>
                        <a:t>Organize WFB team to work out WFB plan and review WFB readiness &amp; execution;</a:t>
                      </a:r>
                      <a:endParaRPr lang="zh-CN" altLang="zh-CN" sz="1400" b="0" kern="1200" dirty="0">
                        <a:solidFill>
                          <a:schemeClr val="dk1"/>
                        </a:solidFill>
                        <a:effectLst/>
                        <a:latin typeface="+mn-lt"/>
                        <a:ea typeface="+mn-ea"/>
                        <a:cs typeface="+mn-cs"/>
                      </a:endParaRPr>
                    </a:p>
                    <a:p>
                      <a:pPr marL="342900" marR="0" lvl="0" indent="-342900" algn="l" defTabSz="914377" rtl="0" eaLnBrk="1" fontAlgn="auto" latinLnBrk="0" hangingPunct="1">
                        <a:lnSpc>
                          <a:spcPct val="100000"/>
                        </a:lnSpc>
                        <a:spcBef>
                          <a:spcPts val="0"/>
                        </a:spcBef>
                        <a:spcAft>
                          <a:spcPts val="0"/>
                        </a:spcAft>
                        <a:buClr>
                          <a:srgbClr val="C00000"/>
                        </a:buClr>
                        <a:buSzTx/>
                        <a:buFont typeface="+mj-lt"/>
                        <a:buAutoNum type="arabicPeriod"/>
                        <a:tabLst/>
                        <a:defRPr/>
                      </a:pPr>
                      <a:r>
                        <a:rPr lang="en-US" altLang="zh-CN" sz="1400" b="0" kern="1200" dirty="0">
                          <a:solidFill>
                            <a:schemeClr val="dk1"/>
                          </a:solidFill>
                          <a:effectLst/>
                          <a:latin typeface="+mn-lt"/>
                          <a:ea typeface="+mn-ea"/>
                          <a:cs typeface="+mn-cs"/>
                        </a:rPr>
                        <a:t>Product issue owner; NUDD owner, SS owner, TTQ owner, SGA &amp; EWG owner ; </a:t>
                      </a:r>
                      <a:endParaRPr lang="zh-CN" altLang="zh-CN" sz="1400" b="0" kern="1200" dirty="0">
                        <a:solidFill>
                          <a:schemeClr val="dk1"/>
                        </a:solidFill>
                        <a:effectLst/>
                        <a:latin typeface="+mn-lt"/>
                        <a:ea typeface="+mn-ea"/>
                        <a:cs typeface="+mn-cs"/>
                      </a:endParaRPr>
                    </a:p>
                    <a:p>
                      <a:pPr marL="342900" lvl="0" indent="-342900" algn="l">
                        <a:buClr>
                          <a:srgbClr val="C00000"/>
                        </a:buClr>
                        <a:buFont typeface="+mj-lt"/>
                        <a:buAutoNum type="arabicPeriod"/>
                      </a:pPr>
                      <a:r>
                        <a:rPr lang="en-US" altLang="zh-CN" sz="1400" b="0" kern="1200" dirty="0">
                          <a:solidFill>
                            <a:schemeClr val="dk1"/>
                          </a:solidFill>
                          <a:effectLst/>
                          <a:latin typeface="+mn-lt"/>
                          <a:ea typeface="+mn-ea"/>
                          <a:cs typeface="+mn-cs"/>
                        </a:rPr>
                        <a:t>Output WFB report ;</a:t>
                      </a:r>
                      <a:endParaRPr lang="zh-CN" altLang="zh-CN" sz="1400" b="0" kern="1200" dirty="0">
                        <a:solidFill>
                          <a:schemeClr val="dk1"/>
                        </a:solidFill>
                        <a:effectLst/>
                        <a:latin typeface="+mn-lt"/>
                        <a:ea typeface="+mn-ea"/>
                        <a:cs typeface="+mn-cs"/>
                      </a:endParaRPr>
                    </a:p>
                    <a:p>
                      <a:pPr marL="342900" lvl="0" indent="-342900" algn="l">
                        <a:buClr>
                          <a:srgbClr val="C00000"/>
                        </a:buClr>
                        <a:buFont typeface="+mj-lt"/>
                        <a:buAutoNum type="arabicPeriod"/>
                      </a:pPr>
                      <a:r>
                        <a:rPr lang="en-US" altLang="zh-CN" sz="1400" b="0" kern="1200" dirty="0">
                          <a:solidFill>
                            <a:schemeClr val="dk1"/>
                          </a:solidFill>
                          <a:effectLst/>
                          <a:latin typeface="+mn-lt"/>
                          <a:ea typeface="+mn-ea"/>
                          <a:cs typeface="+mn-cs"/>
                        </a:rPr>
                        <a:t>Maintain WFB process;</a:t>
                      </a:r>
                      <a:endParaRPr lang="zh-CN" altLang="zh-CN" sz="1400" b="0" kern="1200" dirty="0">
                        <a:solidFill>
                          <a:schemeClr val="dk1"/>
                        </a:solidFill>
                        <a:effectLst/>
                        <a:latin typeface="+mn-lt"/>
                        <a:ea typeface="+mn-ea"/>
                        <a:cs typeface="+mn-cs"/>
                      </a:endParaRPr>
                    </a:p>
                  </a:txBody>
                  <a:tcPr marL="80618" marR="80618" marT="0" marB="0" anchor="ctr"/>
                </a:tc>
                <a:tc>
                  <a:txBody>
                    <a:bodyPr/>
                    <a:lstStyle/>
                    <a:p>
                      <a:pPr algn="ctr"/>
                      <a:endParaRPr lang="zh-CN" altLang="en-US" dirty="0"/>
                    </a:p>
                  </a:txBody>
                  <a:tcPr marL="80618" marR="80618" marT="0" marB="0" anchor="ctr"/>
                </a:tc>
                <a:extLst>
                  <a:ext uri="{0D108BD9-81ED-4DB2-BD59-A6C34878D82A}">
                    <a16:rowId xmlns:a16="http://schemas.microsoft.com/office/drawing/2014/main" val="3016942154"/>
                  </a:ext>
                </a:extLst>
              </a:tr>
              <a:tr h="481913">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dirty="0"/>
                        <a:t>MFG Quality</a:t>
                      </a:r>
                      <a:endParaRPr lang="zh-CN" altLang="en-US" dirty="0"/>
                    </a:p>
                  </a:txBody>
                  <a:tcPr marL="80618" marR="80618" marT="0" marB="0" anchor="ctr"/>
                </a:tc>
                <a:tc>
                  <a:txBody>
                    <a:bodyPr/>
                    <a:lstStyle/>
                    <a:p>
                      <a:pPr algn="ctr"/>
                      <a:r>
                        <a:rPr lang="en-US" altLang="zh-CN" sz="1600" dirty="0"/>
                        <a:t>MQM</a:t>
                      </a:r>
                      <a:endParaRPr lang="zh-CN" altLang="en-US" sz="1600" dirty="0"/>
                    </a:p>
                  </a:txBody>
                  <a:tcPr marL="80618" marR="80618" marT="0" marB="0" anchor="ctr"/>
                </a:tc>
                <a:tc>
                  <a:txBody>
                    <a:bodyPr/>
                    <a:lstStyle/>
                    <a:p>
                      <a:pPr marL="342900" lvl="0" indent="-342900" algn="l" defTabSz="914377" rtl="0" eaLnBrk="1" latinLnBrk="0" hangingPunct="1">
                        <a:buClr>
                          <a:srgbClr val="C00000"/>
                        </a:buClr>
                        <a:buFont typeface="+mj-lt"/>
                        <a:buAutoNum type="arabicPeriod"/>
                      </a:pPr>
                      <a:r>
                        <a:rPr lang="en-US" altLang="zh-CN" sz="1400" b="0" kern="1200" dirty="0">
                          <a:solidFill>
                            <a:schemeClr val="dk1"/>
                          </a:solidFill>
                          <a:effectLst/>
                          <a:latin typeface="+mn-lt"/>
                          <a:ea typeface="+mn-ea"/>
                          <a:cs typeface="+mn-cs"/>
                        </a:rPr>
                        <a:t>MFG issue owner;</a:t>
                      </a:r>
                      <a:endParaRPr lang="zh-CN" altLang="zh-CN" sz="1400" b="0" kern="1200" dirty="0">
                        <a:solidFill>
                          <a:schemeClr val="dk1"/>
                        </a:solidFill>
                        <a:effectLst/>
                        <a:latin typeface="+mn-lt"/>
                        <a:ea typeface="+mn-ea"/>
                        <a:cs typeface="+mn-cs"/>
                      </a:endParaRPr>
                    </a:p>
                    <a:p>
                      <a:pPr marL="342900" lvl="0" indent="-342900" algn="l" defTabSz="914377" rtl="0" eaLnBrk="1" latinLnBrk="0" hangingPunct="1">
                        <a:buClr>
                          <a:srgbClr val="C00000"/>
                        </a:buClr>
                        <a:buFont typeface="+mj-lt"/>
                        <a:buAutoNum type="arabicPeriod"/>
                      </a:pPr>
                      <a:r>
                        <a:rPr lang="en-US" altLang="zh-CN" sz="1400" b="0" kern="1200" dirty="0">
                          <a:solidFill>
                            <a:schemeClr val="dk1"/>
                          </a:solidFill>
                          <a:effectLst/>
                          <a:latin typeface="+mn-lt"/>
                          <a:ea typeface="+mn-ea"/>
                          <a:cs typeface="+mn-cs"/>
                        </a:rPr>
                        <a:t>Plant readiness &amp; management owner;</a:t>
                      </a:r>
                      <a:endParaRPr lang="zh-CN" altLang="zh-CN" sz="1400" b="0" kern="1200" dirty="0">
                        <a:solidFill>
                          <a:schemeClr val="dk1"/>
                        </a:solidFill>
                        <a:effectLst/>
                        <a:latin typeface="+mn-lt"/>
                        <a:ea typeface="+mn-ea"/>
                        <a:cs typeface="+mn-cs"/>
                      </a:endParaRPr>
                    </a:p>
                  </a:txBody>
                  <a:tcPr marL="80618" marR="80618" marT="0" marB="0" anchor="ctr"/>
                </a:tc>
                <a:tc>
                  <a:txBody>
                    <a:bodyPr/>
                    <a:lstStyle/>
                    <a:p>
                      <a:pPr algn="ctr"/>
                      <a:endParaRPr lang="zh-CN" altLang="en-US" dirty="0"/>
                    </a:p>
                  </a:txBody>
                  <a:tcPr marL="80618" marR="80618" marT="0" marB="0" anchor="ctr"/>
                </a:tc>
                <a:extLst>
                  <a:ext uri="{0D108BD9-81ED-4DB2-BD59-A6C34878D82A}">
                    <a16:rowId xmlns:a16="http://schemas.microsoft.com/office/drawing/2014/main" val="3807708850"/>
                  </a:ext>
                </a:extLst>
              </a:tr>
              <a:tr h="210065">
                <a:tc>
                  <a:txBody>
                    <a:bodyPr/>
                    <a:lstStyle/>
                    <a:p>
                      <a:pPr algn="ctr"/>
                      <a:r>
                        <a:rPr lang="en-US" altLang="zh-CN" dirty="0"/>
                        <a:t>Supplier Quality</a:t>
                      </a:r>
                      <a:endParaRPr lang="zh-CN" altLang="en-US" dirty="0"/>
                    </a:p>
                  </a:txBody>
                  <a:tcPr marL="80618" marR="80618" marT="0" marB="0" anchor="ctr"/>
                </a:tc>
                <a:tc>
                  <a:txBody>
                    <a:bodyPr/>
                    <a:lstStyle/>
                    <a:p>
                      <a:pPr algn="ctr"/>
                      <a:r>
                        <a:rPr lang="en-US" sz="1600" kern="100" dirty="0">
                          <a:effectLst/>
                        </a:rPr>
                        <a:t> SQM</a:t>
                      </a:r>
                      <a:endParaRPr lang="zh-CN" altLang="en-US" sz="1600" dirty="0"/>
                    </a:p>
                  </a:txBody>
                  <a:tcPr marL="80618" marR="80618" marT="0" marB="0" anchor="ctr"/>
                </a:tc>
                <a:tc>
                  <a:txBody>
                    <a:bodyPr/>
                    <a:lstStyle/>
                    <a:p>
                      <a:pPr marL="342900" marR="0" lvl="0" indent="-342900" algn="l" defTabSz="914377" rtl="0" eaLnBrk="1" fontAlgn="auto" latinLnBrk="0" hangingPunct="1">
                        <a:lnSpc>
                          <a:spcPct val="100000"/>
                        </a:lnSpc>
                        <a:spcBef>
                          <a:spcPts val="0"/>
                        </a:spcBef>
                        <a:spcAft>
                          <a:spcPts val="0"/>
                        </a:spcAft>
                        <a:buClr>
                          <a:srgbClr val="C00000"/>
                        </a:buClr>
                        <a:buSzTx/>
                        <a:buFont typeface="+mj-lt"/>
                        <a:buAutoNum type="arabicPeriod"/>
                        <a:tabLst/>
                        <a:defRPr/>
                      </a:pPr>
                      <a:r>
                        <a:rPr lang="en-US" altLang="zh-CN" sz="1400" b="0" kern="1200" dirty="0">
                          <a:solidFill>
                            <a:schemeClr val="dk1"/>
                          </a:solidFill>
                          <a:effectLst/>
                          <a:latin typeface="+mn-lt"/>
                          <a:ea typeface="+mn-ea"/>
                          <a:cs typeface="+mn-cs"/>
                        </a:rPr>
                        <a:t>Parts quality readiness owner; and</a:t>
                      </a:r>
                      <a:r>
                        <a:rPr lang="zh-CN" altLang="en-US" sz="1400" b="0" kern="1200" dirty="0">
                          <a:solidFill>
                            <a:schemeClr val="dk1"/>
                          </a:solidFill>
                          <a:effectLst/>
                          <a:latin typeface="+mn-lt"/>
                          <a:ea typeface="+mn-ea"/>
                          <a:cs typeface="+mn-cs"/>
                        </a:rPr>
                        <a:t> </a:t>
                      </a:r>
                      <a:r>
                        <a:rPr lang="en-US" altLang="zh-CN" sz="1400" b="0" kern="1200" dirty="0">
                          <a:solidFill>
                            <a:schemeClr val="dk1"/>
                          </a:solidFill>
                          <a:effectLst/>
                          <a:latin typeface="+mn-lt"/>
                          <a:ea typeface="+mn-ea"/>
                          <a:cs typeface="+mn-cs"/>
                        </a:rPr>
                        <a:t>Parts issue owner;</a:t>
                      </a:r>
                      <a:endParaRPr lang="zh-CN" altLang="zh-CN" sz="1400" b="0" kern="1200" dirty="0">
                        <a:solidFill>
                          <a:schemeClr val="dk1"/>
                        </a:solidFill>
                        <a:effectLst/>
                        <a:latin typeface="+mn-lt"/>
                        <a:ea typeface="+mn-ea"/>
                        <a:cs typeface="+mn-cs"/>
                      </a:endParaRPr>
                    </a:p>
                  </a:txBody>
                  <a:tcPr marL="80618" marR="80618" marT="0" marB="0" anchor="ctr"/>
                </a:tc>
                <a:tc>
                  <a:txBody>
                    <a:bodyPr/>
                    <a:lstStyle/>
                    <a:p>
                      <a:pPr algn="ctr"/>
                      <a:endParaRPr lang="zh-CN" altLang="en-US" dirty="0"/>
                    </a:p>
                  </a:txBody>
                  <a:tcPr marL="80618" marR="80618" marT="0" marB="0" anchor="ctr"/>
                </a:tc>
                <a:extLst>
                  <a:ext uri="{0D108BD9-81ED-4DB2-BD59-A6C34878D82A}">
                    <a16:rowId xmlns:a16="http://schemas.microsoft.com/office/drawing/2014/main" val="2730137901"/>
                  </a:ext>
                </a:extLst>
              </a:tr>
              <a:tr h="421451">
                <a:tc>
                  <a:txBody>
                    <a:bodyPr/>
                    <a:lstStyle/>
                    <a:p>
                      <a:pPr algn="ctr"/>
                      <a:r>
                        <a:rPr lang="en-US" altLang="zh-CN" dirty="0"/>
                        <a:t>Development</a:t>
                      </a:r>
                      <a:endParaRPr lang="zh-CN" altLang="en-US" dirty="0"/>
                    </a:p>
                  </a:txBody>
                  <a:tcPr marL="80618" marR="80618" marT="0" marB="0" anchor="ctr"/>
                </a:tc>
                <a:tc>
                  <a:txBody>
                    <a:bodyPr/>
                    <a:lstStyle/>
                    <a:p>
                      <a:pPr algn="ctr"/>
                      <a:r>
                        <a:rPr lang="en-US" sz="1600" kern="100" dirty="0">
                          <a:effectLst/>
                        </a:rPr>
                        <a:t> PA &amp;TPM</a:t>
                      </a:r>
                      <a:endParaRPr lang="zh-CN" altLang="en-US" sz="1600" dirty="0"/>
                    </a:p>
                  </a:txBody>
                  <a:tcPr marL="80618" marR="80618" marT="0" marB="0" anchor="ctr"/>
                </a:tc>
                <a:tc>
                  <a:txBody>
                    <a:bodyPr/>
                    <a:lstStyle/>
                    <a:p>
                      <a:pPr marL="342900" indent="-342900" algn="l">
                        <a:buClr>
                          <a:srgbClr val="C00000"/>
                        </a:buClr>
                        <a:buFont typeface="+mj-lt"/>
                        <a:buAutoNum type="arabicPeriod"/>
                      </a:pPr>
                      <a:r>
                        <a:rPr lang="en-US" altLang="zh-CN" sz="1400" b="0" kern="1200" dirty="0">
                          <a:solidFill>
                            <a:schemeClr val="dk1"/>
                          </a:solidFill>
                          <a:effectLst/>
                          <a:latin typeface="+mn-lt"/>
                          <a:ea typeface="+mn-ea"/>
                          <a:cs typeface="+mn-cs"/>
                        </a:rPr>
                        <a:t>Management for the new product design quality assurance risk;</a:t>
                      </a:r>
                    </a:p>
                    <a:p>
                      <a:pPr marL="342900" indent="-342900" algn="l">
                        <a:buClr>
                          <a:srgbClr val="C00000"/>
                        </a:buClr>
                        <a:buFont typeface="+mj-lt"/>
                        <a:buAutoNum type="arabicPeriod"/>
                      </a:pPr>
                      <a:r>
                        <a:rPr lang="en-US" altLang="zh-CN" sz="1400" b="0" kern="1200" dirty="0">
                          <a:solidFill>
                            <a:schemeClr val="dk1"/>
                          </a:solidFill>
                          <a:effectLst/>
                          <a:latin typeface="+mn-lt"/>
                          <a:ea typeface="+mn-ea"/>
                          <a:cs typeface="+mn-cs"/>
                        </a:rPr>
                        <a:t>Technical issue and design test data owner;</a:t>
                      </a:r>
                      <a:endParaRPr lang="zh-CN" altLang="en-US" sz="1400" b="0" kern="1200" dirty="0">
                        <a:solidFill>
                          <a:schemeClr val="dk1"/>
                        </a:solidFill>
                        <a:effectLst/>
                        <a:latin typeface="+mn-lt"/>
                        <a:ea typeface="+mn-ea"/>
                        <a:cs typeface="+mn-cs"/>
                      </a:endParaRPr>
                    </a:p>
                  </a:txBody>
                  <a:tcPr marL="80618" marR="80618" marT="0" marB="0" anchor="ctr"/>
                </a:tc>
                <a:tc>
                  <a:txBody>
                    <a:bodyPr/>
                    <a:lstStyle/>
                    <a:p>
                      <a:pPr algn="ctr"/>
                      <a:endParaRPr lang="zh-CN" altLang="en-US" dirty="0"/>
                    </a:p>
                  </a:txBody>
                  <a:tcPr marL="80618" marR="80618" marT="0" marB="0" anchor="ctr"/>
                </a:tc>
                <a:extLst>
                  <a:ext uri="{0D108BD9-81ED-4DB2-BD59-A6C34878D82A}">
                    <a16:rowId xmlns:a16="http://schemas.microsoft.com/office/drawing/2014/main" val="3174960904"/>
                  </a:ext>
                </a:extLst>
              </a:tr>
              <a:tr h="42629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dirty="0"/>
                        <a:t>Development</a:t>
                      </a:r>
                      <a:endParaRPr lang="zh-CN" altLang="en-US" dirty="0"/>
                    </a:p>
                  </a:txBody>
                  <a:tcPr marL="80618" marR="80618" marT="0" marB="0" anchor="ctr"/>
                </a:tc>
                <a:tc>
                  <a:txBody>
                    <a:bodyPr/>
                    <a:lstStyle/>
                    <a:p>
                      <a:pPr algn="ctr"/>
                      <a:r>
                        <a:rPr lang="en-US" sz="1600" kern="100" dirty="0">
                          <a:effectLst/>
                        </a:rPr>
                        <a:t> NPI</a:t>
                      </a:r>
                      <a:endParaRPr lang="zh-CN" altLang="en-US" sz="1600" dirty="0"/>
                    </a:p>
                  </a:txBody>
                  <a:tcPr marL="80618" marR="80618" marT="0" marB="0" anchor="ctr"/>
                </a:tc>
                <a:tc>
                  <a:txBody>
                    <a:bodyPr/>
                    <a:lstStyle/>
                    <a:p>
                      <a:pPr marL="342900" marR="0" lvl="0" indent="-342900" algn="l" defTabSz="914377" rtl="0" eaLnBrk="1" fontAlgn="auto" latinLnBrk="0" hangingPunct="1">
                        <a:lnSpc>
                          <a:spcPct val="100000"/>
                        </a:lnSpc>
                        <a:spcBef>
                          <a:spcPts val="0"/>
                        </a:spcBef>
                        <a:spcAft>
                          <a:spcPts val="0"/>
                        </a:spcAft>
                        <a:buClr>
                          <a:srgbClr val="C00000"/>
                        </a:buClr>
                        <a:buSzTx/>
                        <a:buFont typeface="+mj-lt"/>
                        <a:buAutoNum type="arabicPeriod"/>
                        <a:tabLst/>
                        <a:defRPr/>
                      </a:pPr>
                      <a:r>
                        <a:rPr lang="en-US" altLang="zh-CN" sz="1400" b="0" kern="1200" dirty="0">
                          <a:solidFill>
                            <a:schemeClr val="dk1"/>
                          </a:solidFill>
                          <a:effectLst/>
                          <a:latin typeface="+mn-lt"/>
                          <a:ea typeface="+mn-ea"/>
                          <a:cs typeface="+mn-cs"/>
                        </a:rPr>
                        <a:t>Product schedule management ,NPI sample owner;</a:t>
                      </a:r>
                      <a:endParaRPr lang="zh-CN" altLang="en-US" sz="1400" b="0" kern="1200" dirty="0">
                        <a:solidFill>
                          <a:schemeClr val="dk1"/>
                        </a:solidFill>
                        <a:effectLst/>
                        <a:latin typeface="+mn-lt"/>
                        <a:ea typeface="+mn-ea"/>
                        <a:cs typeface="+mn-cs"/>
                      </a:endParaRPr>
                    </a:p>
                  </a:txBody>
                  <a:tcPr marL="80618" marR="80618" marT="0" marB="0" anchor="ctr"/>
                </a:tc>
                <a:tc>
                  <a:txBody>
                    <a:bodyPr/>
                    <a:lstStyle/>
                    <a:p>
                      <a:pPr algn="ctr"/>
                      <a:endParaRPr lang="zh-CN" altLang="en-US" dirty="0"/>
                    </a:p>
                  </a:txBody>
                  <a:tcPr marL="80618" marR="80618" marT="0" marB="0" anchor="ctr"/>
                </a:tc>
                <a:extLst>
                  <a:ext uri="{0D108BD9-81ED-4DB2-BD59-A6C34878D82A}">
                    <a16:rowId xmlns:a16="http://schemas.microsoft.com/office/drawing/2014/main" val="2774886508"/>
                  </a:ext>
                </a:extLst>
              </a:tr>
              <a:tr h="633442">
                <a:tc>
                  <a:txBody>
                    <a:bodyPr/>
                    <a:lstStyle/>
                    <a:p>
                      <a:pPr algn="ctr"/>
                      <a:r>
                        <a:rPr lang="en-US" altLang="zh-CN" dirty="0"/>
                        <a:t>Global Engineer </a:t>
                      </a:r>
                      <a:endParaRPr lang="zh-CN" altLang="en-US" dirty="0"/>
                    </a:p>
                  </a:txBody>
                  <a:tcPr marL="80618" marR="80618" marT="0" marB="0" anchor="ctr"/>
                </a:tc>
                <a:tc>
                  <a:txBody>
                    <a:bodyPr/>
                    <a:lstStyle/>
                    <a:p>
                      <a:pPr algn="ctr"/>
                      <a:r>
                        <a:rPr lang="en-US" altLang="zh-CN" sz="1600" dirty="0"/>
                        <a:t>WWTE&amp;WWME</a:t>
                      </a:r>
                      <a:endParaRPr lang="zh-CN" altLang="en-US" sz="1600" dirty="0"/>
                    </a:p>
                  </a:txBody>
                  <a:tcPr marL="80618" marR="80618" marT="0" marB="0" anchor="ctr"/>
                </a:tc>
                <a:tc>
                  <a:txBody>
                    <a:bodyPr/>
                    <a:lstStyle/>
                    <a:p>
                      <a:pPr marL="342900" indent="-342900" algn="l" defTabSz="914377" rtl="0" eaLnBrk="1" latinLnBrk="0" hangingPunct="1">
                        <a:buClr>
                          <a:srgbClr val="C00000"/>
                        </a:buClr>
                        <a:buFont typeface="+mj-lt"/>
                        <a:buAutoNum type="arabicPeriod"/>
                      </a:pPr>
                      <a:r>
                        <a:rPr lang="en-US" altLang="zh-CN" sz="1400" b="0" kern="1200" dirty="0">
                          <a:solidFill>
                            <a:schemeClr val="dk1"/>
                          </a:solidFill>
                          <a:effectLst/>
                          <a:latin typeface="+mn-lt"/>
                          <a:ea typeface="+mn-ea"/>
                          <a:cs typeface="+mn-cs"/>
                        </a:rPr>
                        <a:t>Plant process review (SOP, Assy, Packing, Fixture review) owner;</a:t>
                      </a:r>
                    </a:p>
                    <a:p>
                      <a:pPr marL="342900" indent="-342900" algn="l" defTabSz="914377" rtl="0" eaLnBrk="1" latinLnBrk="0" hangingPunct="1">
                        <a:buClr>
                          <a:srgbClr val="C00000"/>
                        </a:buClr>
                        <a:buFont typeface="+mj-lt"/>
                        <a:buAutoNum type="arabicPeriod"/>
                      </a:pPr>
                      <a:r>
                        <a:rPr lang="en-US" altLang="zh-CN" sz="1400" b="0" kern="1200" dirty="0">
                          <a:solidFill>
                            <a:schemeClr val="dk1"/>
                          </a:solidFill>
                          <a:effectLst/>
                          <a:latin typeface="+mn-lt"/>
                          <a:ea typeface="+mn-ea"/>
                          <a:cs typeface="+mn-cs"/>
                        </a:rPr>
                        <a:t>Plant testing process review , test program readiness review owner;</a:t>
                      </a:r>
                      <a:endParaRPr lang="zh-CN" altLang="en-US" sz="1400" b="0" kern="1200" dirty="0">
                        <a:solidFill>
                          <a:schemeClr val="dk1"/>
                        </a:solidFill>
                        <a:effectLst/>
                        <a:latin typeface="+mn-lt"/>
                        <a:ea typeface="+mn-ea"/>
                        <a:cs typeface="+mn-cs"/>
                      </a:endParaRPr>
                    </a:p>
                  </a:txBody>
                  <a:tcPr marL="80618" marR="80618" marT="0" marB="0" anchor="ctr"/>
                </a:tc>
                <a:tc>
                  <a:txBody>
                    <a:bodyPr/>
                    <a:lstStyle/>
                    <a:p>
                      <a:pPr algn="ctr"/>
                      <a:endParaRPr lang="zh-CN" altLang="en-US" dirty="0"/>
                    </a:p>
                  </a:txBody>
                  <a:tcPr marL="80618" marR="80618" marT="0" marB="0" anchor="ctr"/>
                </a:tc>
                <a:extLst>
                  <a:ext uri="{0D108BD9-81ED-4DB2-BD59-A6C34878D82A}">
                    <a16:rowId xmlns:a16="http://schemas.microsoft.com/office/drawing/2014/main" val="1764527671"/>
                  </a:ext>
                </a:extLst>
              </a:tr>
              <a:tr h="501384">
                <a:tc>
                  <a:txBody>
                    <a:bodyPr/>
                    <a:lstStyle/>
                    <a:p>
                      <a:pPr algn="ctr"/>
                      <a:r>
                        <a:rPr lang="en-US" altLang="zh-CN" dirty="0"/>
                        <a:t>Service</a:t>
                      </a:r>
                      <a:endParaRPr lang="zh-CN" altLang="en-US" dirty="0"/>
                    </a:p>
                  </a:txBody>
                  <a:tcPr marL="80618" marR="80618" marT="0" marB="0" anchor="ctr"/>
                </a:tc>
                <a:tc>
                  <a:txBody>
                    <a:bodyPr/>
                    <a:lstStyle/>
                    <a:p>
                      <a:pPr algn="ctr"/>
                      <a:r>
                        <a:rPr lang="en-US" altLang="zh-CN" sz="1600" dirty="0"/>
                        <a:t>Service &amp; CQE</a:t>
                      </a:r>
                      <a:endParaRPr lang="zh-CN" altLang="en-US" sz="1600" dirty="0"/>
                    </a:p>
                  </a:txBody>
                  <a:tcPr marL="80618" marR="80618" marT="0" marB="0" anchor="ctr"/>
                </a:tc>
                <a:tc>
                  <a:txBody>
                    <a:bodyPr/>
                    <a:lstStyle/>
                    <a:p>
                      <a:pPr marL="342900" marR="0" lvl="0" indent="-342900" algn="l" defTabSz="914377" rtl="0" eaLnBrk="1" fontAlgn="auto" latinLnBrk="0" hangingPunct="1">
                        <a:lnSpc>
                          <a:spcPct val="100000"/>
                        </a:lnSpc>
                        <a:spcBef>
                          <a:spcPts val="0"/>
                        </a:spcBef>
                        <a:spcAft>
                          <a:spcPts val="0"/>
                        </a:spcAft>
                        <a:buClr>
                          <a:srgbClr val="C00000"/>
                        </a:buClr>
                        <a:buSzTx/>
                        <a:buFont typeface="+mj-lt"/>
                        <a:buAutoNum type="arabicPeriod"/>
                        <a:tabLst/>
                        <a:defRPr/>
                      </a:pPr>
                      <a:r>
                        <a:rPr lang="en-US" altLang="zh-CN" sz="1400" b="0" kern="1200" dirty="0">
                          <a:solidFill>
                            <a:schemeClr val="dk1"/>
                          </a:solidFill>
                          <a:effectLst/>
                          <a:latin typeface="+mn-lt"/>
                          <a:ea typeface="+mn-ea"/>
                          <a:cs typeface="+mn-cs"/>
                        </a:rPr>
                        <a:t>Management for new product quality risk in filed and service process;</a:t>
                      </a:r>
                    </a:p>
                    <a:p>
                      <a:pPr marL="342900" marR="0" lvl="0" indent="-342900" algn="l" defTabSz="914377" rtl="0" eaLnBrk="1" fontAlgn="auto" latinLnBrk="0" hangingPunct="1">
                        <a:lnSpc>
                          <a:spcPct val="100000"/>
                        </a:lnSpc>
                        <a:spcBef>
                          <a:spcPts val="0"/>
                        </a:spcBef>
                        <a:spcAft>
                          <a:spcPts val="0"/>
                        </a:spcAft>
                        <a:buClr>
                          <a:srgbClr val="C00000"/>
                        </a:buClr>
                        <a:buSzTx/>
                        <a:buFont typeface="+mj-lt"/>
                        <a:buAutoNum type="arabicPeriod"/>
                        <a:tabLst/>
                        <a:defRPr/>
                      </a:pPr>
                      <a:r>
                        <a:rPr lang="en-US" altLang="zh-CN" sz="1400" b="0" kern="1200" dirty="0">
                          <a:solidFill>
                            <a:schemeClr val="dk1"/>
                          </a:solidFill>
                          <a:effectLst/>
                          <a:latin typeface="+mn-lt"/>
                          <a:ea typeface="+mn-ea"/>
                          <a:cs typeface="+mn-cs"/>
                        </a:rPr>
                        <a:t>VOC (field performance) feedback;</a:t>
                      </a:r>
                      <a:endParaRPr lang="zh-CN" altLang="en-US" sz="1400" b="0" kern="1200" dirty="0">
                        <a:solidFill>
                          <a:schemeClr val="dk1"/>
                        </a:solidFill>
                        <a:effectLst/>
                        <a:latin typeface="+mn-lt"/>
                        <a:ea typeface="+mn-ea"/>
                        <a:cs typeface="+mn-cs"/>
                      </a:endParaRPr>
                    </a:p>
                  </a:txBody>
                  <a:tcPr marL="80618" marR="80618" marT="0" marB="0" anchor="ctr"/>
                </a:tc>
                <a:tc>
                  <a:txBody>
                    <a:bodyPr/>
                    <a:lstStyle/>
                    <a:p>
                      <a:pPr algn="ctr"/>
                      <a:endParaRPr lang="zh-CN" altLang="en-US" dirty="0"/>
                    </a:p>
                  </a:txBody>
                  <a:tcPr marL="80618" marR="80618" marT="0" marB="0" anchor="ctr"/>
                </a:tc>
                <a:extLst>
                  <a:ext uri="{0D108BD9-81ED-4DB2-BD59-A6C34878D82A}">
                    <a16:rowId xmlns:a16="http://schemas.microsoft.com/office/drawing/2014/main" val="2881946254"/>
                  </a:ext>
                </a:extLst>
              </a:tr>
              <a:tr h="587436">
                <a:tc>
                  <a:txBody>
                    <a:bodyPr/>
                    <a:lstStyle/>
                    <a:p>
                      <a:pPr algn="ctr"/>
                      <a:r>
                        <a:rPr lang="en-US" altLang="zh-CN" dirty="0"/>
                        <a:t>MKT &amp; Ops</a:t>
                      </a:r>
                      <a:endParaRPr lang="zh-CN" altLang="en-US" dirty="0"/>
                    </a:p>
                  </a:txBody>
                  <a:tcPr marL="80618" marR="80618" marT="0" marB="0" anchor="ctr"/>
                </a:tc>
                <a:tc>
                  <a:txBody>
                    <a:bodyPr/>
                    <a:lstStyle/>
                    <a:p>
                      <a:pPr algn="ctr"/>
                      <a:r>
                        <a:rPr lang="en-US" altLang="zh-CN" sz="1600" dirty="0"/>
                        <a:t>PM &amp; OTM</a:t>
                      </a:r>
                      <a:endParaRPr lang="zh-CN" altLang="en-US" sz="1600" dirty="0"/>
                    </a:p>
                  </a:txBody>
                  <a:tcPr marL="80618" marR="80618" marT="0" marB="0" anchor="ctr"/>
                </a:tc>
                <a:tc>
                  <a:txBody>
                    <a:bodyPr/>
                    <a:lstStyle/>
                    <a:p>
                      <a:pPr marL="342900" indent="-342900" algn="l" defTabSz="914377" rtl="0" eaLnBrk="1" latinLnBrk="0" hangingPunct="1">
                        <a:buClr>
                          <a:srgbClr val="C00000"/>
                        </a:buClr>
                        <a:buFont typeface="+mj-lt"/>
                        <a:buAutoNum type="arabicPeriod"/>
                      </a:pPr>
                      <a:r>
                        <a:rPr lang="en-US" altLang="zh-CN" sz="1400" b="0" kern="1200" dirty="0">
                          <a:solidFill>
                            <a:schemeClr val="dk1"/>
                          </a:solidFill>
                          <a:effectLst/>
                          <a:latin typeface="+mn-lt"/>
                          <a:ea typeface="+mn-ea"/>
                          <a:cs typeface="+mn-cs"/>
                        </a:rPr>
                        <a:t>Product position and Market information sharing;</a:t>
                      </a:r>
                    </a:p>
                    <a:p>
                      <a:pPr marL="342900" indent="-342900" algn="l" defTabSz="914377" rtl="0" eaLnBrk="1" latinLnBrk="0" hangingPunct="1">
                        <a:buClr>
                          <a:srgbClr val="C00000"/>
                        </a:buClr>
                        <a:buFont typeface="+mj-lt"/>
                        <a:buAutoNum type="arabicPeriod"/>
                      </a:pPr>
                      <a:r>
                        <a:rPr lang="en-US" altLang="zh-CN" sz="1400" b="0" kern="1200" dirty="0">
                          <a:solidFill>
                            <a:schemeClr val="dk1"/>
                          </a:solidFill>
                          <a:effectLst/>
                          <a:latin typeface="+mn-lt"/>
                          <a:ea typeface="+mn-ea"/>
                          <a:cs typeface="+mn-cs"/>
                        </a:rPr>
                        <a:t>Product overall management;</a:t>
                      </a:r>
                      <a:endParaRPr lang="zh-CN" altLang="en-US" sz="1400" b="0" kern="1200" dirty="0">
                        <a:solidFill>
                          <a:schemeClr val="dk1"/>
                        </a:solidFill>
                        <a:effectLst/>
                        <a:latin typeface="+mn-lt"/>
                        <a:ea typeface="+mn-ea"/>
                        <a:cs typeface="+mn-cs"/>
                      </a:endParaRPr>
                    </a:p>
                  </a:txBody>
                  <a:tcPr marL="80618" marR="80618" marT="0" marB="0" anchor="ctr"/>
                </a:tc>
                <a:tc>
                  <a:txBody>
                    <a:bodyPr/>
                    <a:lstStyle/>
                    <a:p>
                      <a:pPr algn="ctr"/>
                      <a:endParaRPr lang="zh-CN" altLang="en-US" dirty="0"/>
                    </a:p>
                  </a:txBody>
                  <a:tcPr marL="80618" marR="80618" marT="0" marB="0" anchor="ctr"/>
                </a:tc>
                <a:extLst>
                  <a:ext uri="{0D108BD9-81ED-4DB2-BD59-A6C34878D82A}">
                    <a16:rowId xmlns:a16="http://schemas.microsoft.com/office/drawing/2014/main" val="2234040926"/>
                  </a:ext>
                </a:extLst>
              </a:tr>
              <a:tr h="0">
                <a:tc>
                  <a:txBody>
                    <a:bodyPr/>
                    <a:lstStyle/>
                    <a:p>
                      <a:pPr algn="ctr"/>
                      <a:r>
                        <a:rPr lang="en-US" altLang="zh-CN" dirty="0"/>
                        <a:t>MFG</a:t>
                      </a:r>
                      <a:endParaRPr lang="zh-CN" altLang="en-US" dirty="0"/>
                    </a:p>
                  </a:txBody>
                  <a:tcPr marL="80618" marR="80618" marT="0" marB="0" anchor="ctr"/>
                </a:tc>
                <a:tc>
                  <a:txBody>
                    <a:bodyPr/>
                    <a:lstStyle/>
                    <a:p>
                      <a:pPr marL="0" algn="ctr" defTabSz="914377" rtl="0" eaLnBrk="1" latinLnBrk="0" hangingPunct="1"/>
                      <a:r>
                        <a:rPr lang="en-US" altLang="zh-CN" sz="1600" kern="1200" dirty="0">
                          <a:solidFill>
                            <a:schemeClr val="dk1"/>
                          </a:solidFill>
                          <a:latin typeface="+mn-lt"/>
                          <a:ea typeface="+mn-ea"/>
                          <a:cs typeface="+mn-cs"/>
                        </a:rPr>
                        <a:t>ODM/In-house  team</a:t>
                      </a:r>
                      <a:endParaRPr lang="zh-CN" altLang="en-US" sz="1600" kern="1200" dirty="0">
                        <a:solidFill>
                          <a:schemeClr val="dk1"/>
                        </a:solidFill>
                        <a:latin typeface="+mn-lt"/>
                        <a:ea typeface="+mn-ea"/>
                        <a:cs typeface="+mn-cs"/>
                      </a:endParaRPr>
                    </a:p>
                  </a:txBody>
                  <a:tcPr marL="80618" marR="80618" marT="0" marB="0" anchor="ctr"/>
                </a:tc>
                <a:tc>
                  <a:txBody>
                    <a:bodyPr/>
                    <a:lstStyle/>
                    <a:p>
                      <a:pPr marL="342900" indent="-342900" algn="l" defTabSz="914377" rtl="0" eaLnBrk="1" latinLnBrk="0" hangingPunct="1">
                        <a:buClr>
                          <a:srgbClr val="C00000"/>
                        </a:buClr>
                        <a:buFont typeface="+mj-lt"/>
                        <a:buAutoNum type="arabicPeriod"/>
                      </a:pPr>
                      <a:r>
                        <a:rPr lang="en-US" altLang="zh-CN" sz="1400" b="0" kern="1200" dirty="0">
                          <a:solidFill>
                            <a:schemeClr val="dk1"/>
                          </a:solidFill>
                          <a:effectLst/>
                          <a:latin typeface="+mn-lt"/>
                          <a:ea typeface="+mn-ea"/>
                          <a:cs typeface="+mn-cs"/>
                        </a:rPr>
                        <a:t>New product MFG quality delivery overall owner;</a:t>
                      </a:r>
                    </a:p>
                    <a:p>
                      <a:pPr marL="342900" indent="-342900" algn="l" defTabSz="914377" rtl="0" eaLnBrk="1" latinLnBrk="0" hangingPunct="1">
                        <a:buClr>
                          <a:srgbClr val="C00000"/>
                        </a:buClr>
                        <a:buFont typeface="+mj-lt"/>
                        <a:buAutoNum type="arabicPeriod"/>
                      </a:pPr>
                      <a:r>
                        <a:rPr lang="en-US" altLang="zh-CN" sz="1400" b="0" kern="1200" dirty="0">
                          <a:solidFill>
                            <a:schemeClr val="dk1"/>
                          </a:solidFill>
                          <a:effectLst/>
                          <a:latin typeface="+mn-lt"/>
                          <a:ea typeface="+mn-ea"/>
                          <a:cs typeface="+mn-cs"/>
                        </a:rPr>
                        <a:t>WFB data collection;</a:t>
                      </a:r>
                      <a:endParaRPr lang="zh-CN" altLang="en-US" sz="1400" b="0" kern="1200" dirty="0">
                        <a:solidFill>
                          <a:schemeClr val="dk1"/>
                        </a:solidFill>
                        <a:effectLst/>
                        <a:latin typeface="+mn-lt"/>
                        <a:ea typeface="+mn-ea"/>
                        <a:cs typeface="+mn-cs"/>
                      </a:endParaRPr>
                    </a:p>
                  </a:txBody>
                  <a:tcPr marL="80618" marR="80618" marT="0" marB="0" anchor="ctr"/>
                </a:tc>
                <a:tc>
                  <a:txBody>
                    <a:bodyPr/>
                    <a:lstStyle/>
                    <a:p>
                      <a:pPr algn="ctr"/>
                      <a:endParaRPr lang="zh-CN" altLang="en-US" dirty="0"/>
                    </a:p>
                  </a:txBody>
                  <a:tcPr marL="80618" marR="80618" marT="0" marB="0" anchor="ctr"/>
                </a:tc>
                <a:extLst>
                  <a:ext uri="{0D108BD9-81ED-4DB2-BD59-A6C34878D82A}">
                    <a16:rowId xmlns:a16="http://schemas.microsoft.com/office/drawing/2014/main" val="316709221"/>
                  </a:ext>
                </a:extLst>
              </a:tr>
            </a:tbl>
          </a:graphicData>
        </a:graphic>
      </p:graphicFrame>
      <p:sp>
        <p:nvSpPr>
          <p:cNvPr id="3" name="Title 7">
            <a:extLst>
              <a:ext uri="{FF2B5EF4-FFF2-40B4-BE49-F238E27FC236}">
                <a16:creationId xmlns:a16="http://schemas.microsoft.com/office/drawing/2014/main" id="{70C88A2D-59E6-415C-B7B3-E022739B629E}"/>
              </a:ext>
            </a:extLst>
          </p:cNvPr>
          <p:cNvSpPr txBox="1">
            <a:spLocks/>
          </p:cNvSpPr>
          <p:nvPr/>
        </p:nvSpPr>
        <p:spPr>
          <a:xfrm>
            <a:off x="0" y="211859"/>
            <a:ext cx="10956281" cy="521208"/>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3200" kern="0" dirty="0"/>
              <a:t>WFB Team Member List and Roles &amp; Responsibilities</a:t>
            </a:r>
            <a:endParaRPr lang="en-US" sz="3200" dirty="0"/>
          </a:p>
        </p:txBody>
      </p:sp>
      <p:sp>
        <p:nvSpPr>
          <p:cNvPr id="4" name="动作按钮: 转到开头 3">
            <a:hlinkClick r:id="rId2" action="ppaction://hlinksldjump" highlightClick="1"/>
            <a:extLst>
              <a:ext uri="{FF2B5EF4-FFF2-40B4-BE49-F238E27FC236}">
                <a16:creationId xmlns:a16="http://schemas.microsoft.com/office/drawing/2014/main" id="{06837853-ED96-49E4-895B-96B9F47CC861}"/>
              </a:ext>
            </a:extLst>
          </p:cNvPr>
          <p:cNvSpPr/>
          <p:nvPr/>
        </p:nvSpPr>
        <p:spPr>
          <a:xfrm>
            <a:off x="11727807" y="6604879"/>
            <a:ext cx="392335" cy="203318"/>
          </a:xfrm>
          <a:prstGeom prst="actionButtonBeginning">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613746406"/>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4BFBAAD-BA37-4AB9-BC51-98F59AE994E8}"/>
              </a:ext>
            </a:extLst>
          </p:cNvPr>
          <p:cNvSpPr/>
          <p:nvPr/>
        </p:nvSpPr>
        <p:spPr>
          <a:xfrm>
            <a:off x="0" y="670885"/>
            <a:ext cx="7871011" cy="5940088"/>
          </a:xfrm>
          <a:prstGeom prst="rect">
            <a:avLst/>
          </a:prstGeom>
        </p:spPr>
        <p:txBody>
          <a:bodyPr wrap="square">
            <a:spAutoFit/>
          </a:bodyPr>
          <a:lstStyle/>
          <a:p>
            <a:pPr algn="just">
              <a:lnSpc>
                <a:spcPct val="200000"/>
              </a:lnSpc>
            </a:pPr>
            <a:r>
              <a:rPr lang="en-US" altLang="zh-CN" sz="2000" dirty="0">
                <a:solidFill>
                  <a:srgbClr val="FF0000"/>
                </a:solidFill>
                <a:ea typeface="黑体" pitchFamily="49" charset="-122"/>
                <a:cs typeface="Arial" panose="020B0604020202020204" pitchFamily="34" charset="0"/>
              </a:rPr>
              <a:t>WFB: </a:t>
            </a:r>
            <a:r>
              <a:rPr lang="en-US" altLang="zh-CN" sz="2000" kern="100" dirty="0">
                <a:ea typeface="黑体" panose="02010609060101010101" pitchFamily="49" charset="-122"/>
                <a:cs typeface="Arial" panose="020B0604020202020204" pitchFamily="34" charset="0"/>
              </a:rPr>
              <a:t>Win first battle.</a:t>
            </a:r>
            <a:endParaRPr lang="zh-CN" altLang="zh-CN" sz="2000" b="1" kern="100" dirty="0">
              <a:ea typeface="黑体" panose="02010609060101010101" pitchFamily="49" charset="-122"/>
              <a:cs typeface="Arial" panose="020B0604020202020204" pitchFamily="34" charset="0"/>
            </a:endParaRPr>
          </a:p>
          <a:p>
            <a:pPr algn="just">
              <a:lnSpc>
                <a:spcPct val="200000"/>
              </a:lnSpc>
            </a:pPr>
            <a:r>
              <a:rPr lang="en-US" altLang="zh-CN" sz="2000" dirty="0">
                <a:solidFill>
                  <a:srgbClr val="FF0000"/>
                </a:solidFill>
                <a:ea typeface="黑体" pitchFamily="49" charset="-122"/>
                <a:cs typeface="Arial" panose="020B0604020202020204" pitchFamily="34" charset="0"/>
              </a:rPr>
              <a:t>TTQ: </a:t>
            </a:r>
            <a:r>
              <a:rPr lang="en-US" altLang="zh-CN" sz="2000" kern="100" dirty="0">
                <a:ea typeface="黑体" panose="02010609060101010101" pitchFamily="49" charset="-122"/>
                <a:cs typeface="Arial" panose="020B0604020202020204" pitchFamily="34" charset="0"/>
              </a:rPr>
              <a:t>Time to quality.</a:t>
            </a:r>
            <a:endParaRPr lang="zh-CN" altLang="zh-CN" sz="2000" b="1" kern="100" dirty="0">
              <a:ea typeface="黑体" panose="02010609060101010101" pitchFamily="49" charset="-122"/>
              <a:cs typeface="Arial" panose="020B0604020202020204" pitchFamily="34" charset="0"/>
            </a:endParaRPr>
          </a:p>
          <a:p>
            <a:pPr algn="just">
              <a:lnSpc>
                <a:spcPct val="200000"/>
              </a:lnSpc>
            </a:pPr>
            <a:r>
              <a:rPr lang="en-US" altLang="zh-CN" sz="2000" dirty="0">
                <a:solidFill>
                  <a:srgbClr val="FF0000"/>
                </a:solidFill>
                <a:ea typeface="黑体" pitchFamily="49" charset="-122"/>
                <a:cs typeface="Arial" panose="020B0604020202020204" pitchFamily="34" charset="0"/>
              </a:rPr>
              <a:t>QMP: </a:t>
            </a:r>
            <a:r>
              <a:rPr lang="en-US" altLang="zh-CN" sz="2000" kern="100" dirty="0">
                <a:ea typeface="黑体" panose="02010609060101010101" pitchFamily="49" charset="-122"/>
                <a:cs typeface="Arial" panose="020B0604020202020204" pitchFamily="34" charset="0"/>
              </a:rPr>
              <a:t>Quality management plan</a:t>
            </a:r>
            <a:endParaRPr lang="zh-CN" altLang="zh-CN" sz="2000" b="1" kern="100" dirty="0">
              <a:ea typeface="黑体" panose="02010609060101010101" pitchFamily="49" charset="-122"/>
              <a:cs typeface="Arial" panose="020B0604020202020204" pitchFamily="34" charset="0"/>
            </a:endParaRPr>
          </a:p>
          <a:p>
            <a:pPr algn="just">
              <a:lnSpc>
                <a:spcPct val="200000"/>
              </a:lnSpc>
            </a:pPr>
            <a:r>
              <a:rPr lang="en-US" altLang="zh-CN" sz="2000" dirty="0">
                <a:solidFill>
                  <a:srgbClr val="FF0000"/>
                </a:solidFill>
                <a:ea typeface="黑体" pitchFamily="49" charset="-122"/>
                <a:cs typeface="Arial" panose="020B0604020202020204" pitchFamily="34" charset="0"/>
              </a:rPr>
              <a:t>NUDD: </a:t>
            </a:r>
            <a:r>
              <a:rPr lang="en-US" altLang="zh-CN" sz="2000" kern="100" dirty="0">
                <a:ea typeface="黑体" panose="02010609060101010101" pitchFamily="49" charset="-122"/>
                <a:cs typeface="Arial" panose="020B0604020202020204" pitchFamily="34" charset="0"/>
              </a:rPr>
              <a:t>New-Unique-Difficulty-Different.</a:t>
            </a:r>
            <a:endParaRPr lang="zh-CN" altLang="zh-CN" sz="2000" b="1" kern="100" dirty="0">
              <a:ea typeface="黑体" panose="02010609060101010101" pitchFamily="49" charset="-122"/>
              <a:cs typeface="Arial" panose="020B0604020202020204" pitchFamily="34" charset="0"/>
            </a:endParaRPr>
          </a:p>
          <a:p>
            <a:pPr algn="just">
              <a:lnSpc>
                <a:spcPct val="200000"/>
              </a:lnSpc>
            </a:pPr>
            <a:r>
              <a:rPr lang="en-US" altLang="zh-CN" sz="2000" dirty="0">
                <a:solidFill>
                  <a:srgbClr val="FF0000"/>
                </a:solidFill>
                <a:ea typeface="黑体" pitchFamily="49" charset="-122"/>
                <a:cs typeface="Arial" panose="020B0604020202020204" pitchFamily="34" charset="0"/>
              </a:rPr>
              <a:t>LL: </a:t>
            </a:r>
            <a:r>
              <a:rPr lang="en-US" altLang="zh-CN" sz="2000" kern="100" dirty="0">
                <a:ea typeface="黑体" panose="02010609060101010101" pitchFamily="49" charset="-122"/>
                <a:cs typeface="Arial" panose="020B0604020202020204" pitchFamily="34" charset="0"/>
              </a:rPr>
              <a:t>Lesson learn</a:t>
            </a:r>
            <a:endParaRPr lang="zh-CN" altLang="zh-CN" sz="2000" b="1" kern="100" dirty="0">
              <a:ea typeface="黑体" panose="02010609060101010101" pitchFamily="49" charset="-122"/>
              <a:cs typeface="Arial" panose="020B0604020202020204" pitchFamily="34" charset="0"/>
            </a:endParaRPr>
          </a:p>
          <a:p>
            <a:pPr algn="just">
              <a:lnSpc>
                <a:spcPct val="200000"/>
              </a:lnSpc>
            </a:pPr>
            <a:r>
              <a:rPr lang="en-US" altLang="zh-CN" sz="2000" dirty="0">
                <a:solidFill>
                  <a:srgbClr val="FF0000"/>
                </a:solidFill>
                <a:ea typeface="黑体" pitchFamily="49" charset="-122"/>
                <a:cs typeface="Arial" panose="020B0604020202020204" pitchFamily="34" charset="0"/>
              </a:rPr>
              <a:t>SS: </a:t>
            </a:r>
            <a:r>
              <a:rPr lang="en-US" altLang="zh-CN" sz="2000" kern="100" dirty="0">
                <a:ea typeface="黑体" panose="02010609060101010101" pitchFamily="49" charset="-122"/>
                <a:cs typeface="Arial" panose="020B0604020202020204" pitchFamily="34" charset="0"/>
              </a:rPr>
              <a:t>Ship support</a:t>
            </a:r>
          </a:p>
          <a:p>
            <a:pPr algn="just">
              <a:lnSpc>
                <a:spcPct val="200000"/>
              </a:lnSpc>
            </a:pPr>
            <a:r>
              <a:rPr lang="en-US" altLang="zh-CN" sz="2000" dirty="0">
                <a:solidFill>
                  <a:srgbClr val="FF0000"/>
                </a:solidFill>
                <a:ea typeface="黑体" pitchFamily="49" charset="-122"/>
                <a:cs typeface="Arial" panose="020B0604020202020204" pitchFamily="34" charset="0"/>
              </a:rPr>
              <a:t>Big data/VOC: </a:t>
            </a:r>
            <a:r>
              <a:rPr lang="en-US" altLang="zh-CN" sz="2000" dirty="0">
                <a:ea typeface="黑体" pitchFamily="49" charset="-122"/>
                <a:cs typeface="Arial" panose="020B0604020202020204" pitchFamily="34" charset="0"/>
              </a:rPr>
              <a:t>Voice of Customer collected from field. </a:t>
            </a:r>
            <a:endParaRPr lang="en-US" altLang="zh-CN" sz="2000" kern="100" dirty="0">
              <a:ea typeface="黑体" panose="02010609060101010101" pitchFamily="49" charset="-122"/>
              <a:cs typeface="Arial" panose="020B0604020202020204" pitchFamily="34" charset="0"/>
            </a:endParaRPr>
          </a:p>
          <a:p>
            <a:pPr algn="just">
              <a:lnSpc>
                <a:spcPct val="200000"/>
              </a:lnSpc>
            </a:pPr>
            <a:r>
              <a:rPr lang="en-US" altLang="zh-CN" sz="2000" dirty="0">
                <a:solidFill>
                  <a:srgbClr val="FF0000"/>
                </a:solidFill>
                <a:ea typeface="黑体" pitchFamily="49" charset="-122"/>
                <a:cs typeface="Arial" panose="020B0604020202020204" pitchFamily="34" charset="0"/>
              </a:rPr>
              <a:t>PSI: </a:t>
            </a:r>
            <a:r>
              <a:rPr lang="en-US" altLang="zh-CN" sz="2000" dirty="0">
                <a:ea typeface="黑体" pitchFamily="49" charset="-122"/>
                <a:cs typeface="Arial" panose="020B0604020202020204" pitchFamily="34" charset="0"/>
              </a:rPr>
              <a:t>Product Sentiment Index </a:t>
            </a:r>
          </a:p>
          <a:p>
            <a:pPr algn="just">
              <a:lnSpc>
                <a:spcPct val="200000"/>
              </a:lnSpc>
            </a:pPr>
            <a:r>
              <a:rPr lang="en-US" altLang="zh-CN" sz="2000" dirty="0">
                <a:solidFill>
                  <a:srgbClr val="FF0000"/>
                </a:solidFill>
                <a:ea typeface="黑体" pitchFamily="49" charset="-122"/>
                <a:cs typeface="Arial" panose="020B0604020202020204" pitchFamily="34" charset="0"/>
              </a:rPr>
              <a:t>EWG</a:t>
            </a:r>
            <a:r>
              <a:rPr lang="en-US" altLang="zh-CN" sz="2000" dirty="0">
                <a:ea typeface="黑体" pitchFamily="49" charset="-122"/>
                <a:cs typeface="Arial" panose="020B0604020202020204" pitchFamily="34" charset="0"/>
              </a:rPr>
              <a:t>: Early Warning Group</a:t>
            </a:r>
          </a:p>
          <a:p>
            <a:pPr algn="just"/>
            <a:endParaRPr lang="zh-CN" altLang="zh-CN" sz="2000" b="1" kern="100" dirty="0">
              <a:ea typeface="黑体" panose="02010609060101010101" pitchFamily="49" charset="-122"/>
              <a:cs typeface="Arial" panose="020B0604020202020204" pitchFamily="34" charset="0"/>
            </a:endParaRPr>
          </a:p>
        </p:txBody>
      </p:sp>
      <p:sp>
        <p:nvSpPr>
          <p:cNvPr id="4" name="Title 7">
            <a:extLst>
              <a:ext uri="{FF2B5EF4-FFF2-40B4-BE49-F238E27FC236}">
                <a16:creationId xmlns:a16="http://schemas.microsoft.com/office/drawing/2014/main" id="{AA7FE6BA-BAF2-4F76-98E4-F72AF6011E19}"/>
              </a:ext>
            </a:extLst>
          </p:cNvPr>
          <p:cNvSpPr txBox="1">
            <a:spLocks/>
          </p:cNvSpPr>
          <p:nvPr/>
        </p:nvSpPr>
        <p:spPr>
          <a:xfrm>
            <a:off x="0" y="247027"/>
            <a:ext cx="10956281" cy="521208"/>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3200" kern="0" dirty="0"/>
              <a:t>Abbreviation</a:t>
            </a:r>
            <a:endParaRPr lang="en-US" sz="3200" dirty="0"/>
          </a:p>
        </p:txBody>
      </p:sp>
    </p:spTree>
    <p:extLst>
      <p:ext uri="{BB962C8B-B14F-4D97-AF65-F5344CB8AC3E}">
        <p14:creationId xmlns:p14="http://schemas.microsoft.com/office/powerpoint/2010/main" val="1113469474"/>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DCCCF894-A141-403D-AAA4-B4271141779B}"/>
              </a:ext>
            </a:extLst>
          </p:cNvPr>
          <p:cNvSpPr/>
          <p:nvPr/>
        </p:nvSpPr>
        <p:spPr>
          <a:xfrm>
            <a:off x="424952" y="2284319"/>
            <a:ext cx="2751527" cy="738664"/>
          </a:xfrm>
          <a:prstGeom prst="roundRect">
            <a:avLst/>
          </a:prstGeom>
          <a:solidFill>
            <a:schemeClr val="accent2"/>
          </a:solidFill>
          <a:ln>
            <a:solidFill>
              <a:schemeClr val="accent2">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171450" indent="-171450" defTabSz="914377" eaLnBrk="1" fontAlgn="auto" hangingPunct="1">
              <a:spcBef>
                <a:spcPts val="0"/>
              </a:spcBef>
              <a:spcAft>
                <a:spcPts val="0"/>
              </a:spcAft>
              <a:buClr>
                <a:schemeClr val="tx1"/>
              </a:buClr>
              <a:buFont typeface="Arial" panose="020B0604020202020204" pitchFamily="34" charset="0"/>
              <a:buChar char="•"/>
              <a:defRPr/>
            </a:pPr>
            <a:r>
              <a:rPr lang="en-US" altLang="zh-CN" sz="1200" dirty="0">
                <a:solidFill>
                  <a:schemeClr val="tx1"/>
                </a:solidFill>
              </a:rPr>
              <a:t>Identify WFB product &amp; top focus</a:t>
            </a:r>
          </a:p>
          <a:p>
            <a:pPr defTabSz="914377" eaLnBrk="1" fontAlgn="auto" hangingPunct="1">
              <a:spcBef>
                <a:spcPts val="0"/>
              </a:spcBef>
              <a:spcAft>
                <a:spcPts val="0"/>
              </a:spcAft>
              <a:buClr>
                <a:schemeClr val="tx1"/>
              </a:buClr>
              <a:defRPr/>
            </a:pPr>
            <a:r>
              <a:rPr lang="en-US" altLang="zh-CN" sz="1200" dirty="0">
                <a:solidFill>
                  <a:schemeClr val="tx1"/>
                </a:solidFill>
              </a:rPr>
              <a:t>Define SPEC clearly </a:t>
            </a:r>
          </a:p>
          <a:p>
            <a:pPr marL="171450" indent="-171450" defTabSz="914377" eaLnBrk="1" fontAlgn="auto" hangingPunct="1">
              <a:spcBef>
                <a:spcPts val="0"/>
              </a:spcBef>
              <a:spcAft>
                <a:spcPts val="0"/>
              </a:spcAft>
              <a:buClr>
                <a:schemeClr val="tx1"/>
              </a:buClr>
              <a:buFont typeface="Arial" panose="020B0604020202020204" pitchFamily="34" charset="0"/>
              <a:buChar char="•"/>
              <a:defRPr/>
            </a:pPr>
            <a:r>
              <a:rPr lang="en-US" altLang="zh-CN" sz="1200" dirty="0">
                <a:solidFill>
                  <a:schemeClr val="tx1"/>
                </a:solidFill>
              </a:rPr>
              <a:t>MFG requirement, ensure WFB resource</a:t>
            </a:r>
            <a:endParaRPr lang="zh-CN" altLang="en-US" sz="1200" dirty="0">
              <a:solidFill>
                <a:schemeClr val="tx1"/>
              </a:solidFill>
            </a:endParaRPr>
          </a:p>
        </p:txBody>
      </p:sp>
      <p:graphicFrame>
        <p:nvGraphicFramePr>
          <p:cNvPr id="72" name="表格 71">
            <a:extLst>
              <a:ext uri="{FF2B5EF4-FFF2-40B4-BE49-F238E27FC236}">
                <a16:creationId xmlns:a16="http://schemas.microsoft.com/office/drawing/2014/main" id="{12C47FB8-F1B9-4B17-B6EA-24E0536537D6}"/>
              </a:ext>
            </a:extLst>
          </p:cNvPr>
          <p:cNvGraphicFramePr>
            <a:graphicFrameLocks noGrp="1"/>
          </p:cNvGraphicFramePr>
          <p:nvPr>
            <p:extLst>
              <p:ext uri="{D42A27DB-BD31-4B8C-83A1-F6EECF244321}">
                <p14:modId xmlns:p14="http://schemas.microsoft.com/office/powerpoint/2010/main" val="2688022803"/>
              </p:ext>
            </p:extLst>
          </p:nvPr>
        </p:nvGraphicFramePr>
        <p:xfrm>
          <a:off x="376752" y="3107510"/>
          <a:ext cx="11442480" cy="3270639"/>
        </p:xfrm>
        <a:graphic>
          <a:graphicData uri="http://schemas.openxmlformats.org/drawingml/2006/table">
            <a:tbl>
              <a:tblPr firstRow="1" bandRow="1">
                <a:effectLst/>
              </a:tblPr>
              <a:tblGrid>
                <a:gridCol w="667388">
                  <a:extLst>
                    <a:ext uri="{9D8B030D-6E8A-4147-A177-3AD203B41FA5}">
                      <a16:colId xmlns:a16="http://schemas.microsoft.com/office/drawing/2014/main" val="4244862769"/>
                    </a:ext>
                  </a:extLst>
                </a:gridCol>
                <a:gridCol w="2075941">
                  <a:extLst>
                    <a:ext uri="{9D8B030D-6E8A-4147-A177-3AD203B41FA5}">
                      <a16:colId xmlns:a16="http://schemas.microsoft.com/office/drawing/2014/main" val="3772006540"/>
                    </a:ext>
                  </a:extLst>
                </a:gridCol>
                <a:gridCol w="2450944">
                  <a:extLst>
                    <a:ext uri="{9D8B030D-6E8A-4147-A177-3AD203B41FA5}">
                      <a16:colId xmlns:a16="http://schemas.microsoft.com/office/drawing/2014/main" val="886015312"/>
                    </a:ext>
                  </a:extLst>
                </a:gridCol>
                <a:gridCol w="1808384">
                  <a:extLst>
                    <a:ext uri="{9D8B030D-6E8A-4147-A177-3AD203B41FA5}">
                      <a16:colId xmlns:a16="http://schemas.microsoft.com/office/drawing/2014/main" val="963472072"/>
                    </a:ext>
                  </a:extLst>
                </a:gridCol>
                <a:gridCol w="1921055">
                  <a:extLst>
                    <a:ext uri="{9D8B030D-6E8A-4147-A177-3AD203B41FA5}">
                      <a16:colId xmlns:a16="http://schemas.microsoft.com/office/drawing/2014/main" val="3970471788"/>
                    </a:ext>
                  </a:extLst>
                </a:gridCol>
                <a:gridCol w="1428496">
                  <a:extLst>
                    <a:ext uri="{9D8B030D-6E8A-4147-A177-3AD203B41FA5}">
                      <a16:colId xmlns:a16="http://schemas.microsoft.com/office/drawing/2014/main" val="4250400406"/>
                    </a:ext>
                  </a:extLst>
                </a:gridCol>
                <a:gridCol w="1090272">
                  <a:extLst>
                    <a:ext uri="{9D8B030D-6E8A-4147-A177-3AD203B41FA5}">
                      <a16:colId xmlns:a16="http://schemas.microsoft.com/office/drawing/2014/main" val="2088678965"/>
                    </a:ext>
                  </a:extLst>
                </a:gridCol>
              </a:tblGrid>
              <a:tr h="627639">
                <a:tc>
                  <a:txBody>
                    <a:bodyPr/>
                    <a:lstStyle>
                      <a:lvl1pPr eaLnBrk="0" hangingPunct="0">
                        <a:spcBef>
                          <a:spcPct val="20000"/>
                        </a:spcBef>
                        <a:buClr>
                          <a:schemeClr val="accent1"/>
                        </a:buClr>
                        <a:buFont typeface="Wingdings" pitchFamily="2" charset="2"/>
                        <a:defRPr sz="2400">
                          <a:solidFill>
                            <a:schemeClr val="tx2"/>
                          </a:solidFill>
                          <a:latin typeface="Arial" pitchFamily="34" charset="0"/>
                        </a:defRPr>
                      </a:lvl1pPr>
                      <a:lvl2pPr marL="742950" indent="-285750" eaLnBrk="0" hangingPunct="0">
                        <a:spcBef>
                          <a:spcPct val="20000"/>
                        </a:spcBef>
                        <a:buClr>
                          <a:schemeClr val="accent1"/>
                        </a:buClr>
                        <a:buFont typeface="Arial" pitchFamily="34" charset="0"/>
                        <a:defRPr sz="2000">
                          <a:solidFill>
                            <a:schemeClr val="tx2"/>
                          </a:solidFill>
                          <a:latin typeface="Arial" pitchFamily="34" charset="0"/>
                        </a:defRPr>
                      </a:lvl2pPr>
                      <a:lvl3pPr marL="1143000" indent="-228600" eaLnBrk="0" hangingPunct="0">
                        <a:spcBef>
                          <a:spcPct val="20000"/>
                        </a:spcBef>
                        <a:buClr>
                          <a:schemeClr val="accent1"/>
                        </a:buClr>
                        <a:buFont typeface="Arial" pitchFamily="34" charset="0"/>
                        <a:defRPr>
                          <a:solidFill>
                            <a:schemeClr val="tx2"/>
                          </a:solidFill>
                          <a:latin typeface="Arial" pitchFamily="34" charset="0"/>
                        </a:defRPr>
                      </a:lvl3pPr>
                      <a:lvl4pPr marL="1600200" indent="-228600" eaLnBrk="0" hangingPunct="0">
                        <a:spcBef>
                          <a:spcPct val="20000"/>
                        </a:spcBef>
                        <a:buClr>
                          <a:schemeClr val="accent1"/>
                        </a:buClr>
                        <a:buFont typeface="Arial" pitchFamily="34" charset="0"/>
                        <a:defRPr sz="1600">
                          <a:solidFill>
                            <a:schemeClr val="tx2"/>
                          </a:solidFill>
                          <a:latin typeface="Arial" pitchFamily="34" charset="0"/>
                        </a:defRPr>
                      </a:lvl4pPr>
                      <a:lvl5pPr marL="2057400" indent="-228600" eaLnBrk="0" hangingPunct="0">
                        <a:spcBef>
                          <a:spcPct val="20000"/>
                        </a:spcBef>
                        <a:buClr>
                          <a:schemeClr val="accent1"/>
                        </a:buClr>
                        <a:buFont typeface="Arial" pitchFamily="34" charset="0"/>
                        <a:defRPr sz="1600">
                          <a:solidFill>
                            <a:schemeClr val="tx2"/>
                          </a:solidFill>
                          <a:latin typeface="Arial" pitchFamily="34" charset="0"/>
                        </a:defRPr>
                      </a:lvl5pPr>
                      <a:lvl6pPr marL="25146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6pPr>
                      <a:lvl7pPr marL="29718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7pPr>
                      <a:lvl8pPr marL="34290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8pPr>
                      <a:lvl9pPr marL="38862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9pPr>
                    </a:lstStyle>
                    <a:p>
                      <a:pPr marL="0" marR="0" lvl="0" indent="0" algn="ctr" defTabSz="914377" rtl="0" eaLnBrk="1" fontAlgn="base" latinLnBrk="0" hangingPunct="1">
                        <a:lnSpc>
                          <a:spcPct val="100000"/>
                        </a:lnSpc>
                        <a:spcBef>
                          <a:spcPct val="0"/>
                        </a:spcBef>
                        <a:spcAft>
                          <a:spcPct val="0"/>
                        </a:spcAft>
                        <a:buClrTx/>
                        <a:buSzTx/>
                        <a:buFontTx/>
                        <a:buNone/>
                        <a:tabLst/>
                      </a:pPr>
                      <a:endParaRPr lang="zh-CN" altLang="en-US" sz="1400" b="1" kern="1200" dirty="0">
                        <a:solidFill>
                          <a:schemeClr val="tx1"/>
                        </a:solidFill>
                        <a:latin typeface="+mn-lt"/>
                        <a:ea typeface="+mn-ea"/>
                        <a:cs typeface="+mn-cs"/>
                      </a:endParaRPr>
                    </a:p>
                  </a:txBody>
                  <a:tcPr marL="91451" marR="91451" marT="45704" marB="457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377" rtl="0" eaLnBrk="1" fontAlgn="base" latinLnBrk="0" hangingPunct="1">
                        <a:lnSpc>
                          <a:spcPct val="100000"/>
                        </a:lnSpc>
                        <a:spcBef>
                          <a:spcPct val="0"/>
                        </a:spcBef>
                        <a:spcAft>
                          <a:spcPct val="0"/>
                        </a:spcAft>
                        <a:buClrTx/>
                        <a:buSzTx/>
                        <a:buFontTx/>
                        <a:buNone/>
                        <a:tabLst/>
                      </a:pPr>
                      <a:r>
                        <a:rPr lang="en-US" altLang="zh-CN" sz="1400" b="1" kern="1200">
                          <a:solidFill>
                            <a:schemeClr val="tx1"/>
                          </a:solidFill>
                          <a:latin typeface="+mn-lt"/>
                          <a:ea typeface="+mn-ea"/>
                          <a:cs typeface="+mn-cs"/>
                        </a:rPr>
                        <a:t>PKO &amp; RFQ </a:t>
                      </a:r>
                      <a:endParaRPr lang="zh-CN" altLang="en-US" sz="1400" b="1" kern="1200" dirty="0">
                        <a:solidFill>
                          <a:schemeClr val="tx1"/>
                        </a:solidFill>
                        <a:latin typeface="+mn-lt"/>
                        <a:ea typeface="+mn-ea"/>
                        <a:cs typeface="+mn-cs"/>
                      </a:endParaRPr>
                    </a:p>
                  </a:txBody>
                  <a:tcPr marL="91451" marR="91451" marT="45704" marB="457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eaLnBrk="0" hangingPunct="0">
                        <a:spcBef>
                          <a:spcPct val="20000"/>
                        </a:spcBef>
                        <a:buClr>
                          <a:schemeClr val="accent1"/>
                        </a:buClr>
                        <a:buFont typeface="Wingdings" pitchFamily="2" charset="2"/>
                        <a:defRPr sz="2400">
                          <a:solidFill>
                            <a:schemeClr val="tx2"/>
                          </a:solidFill>
                          <a:latin typeface="Arial" pitchFamily="34" charset="0"/>
                        </a:defRPr>
                      </a:lvl1pPr>
                      <a:lvl2pPr marL="742950" indent="-285750" eaLnBrk="0" hangingPunct="0">
                        <a:spcBef>
                          <a:spcPct val="20000"/>
                        </a:spcBef>
                        <a:buClr>
                          <a:schemeClr val="accent1"/>
                        </a:buClr>
                        <a:buFont typeface="Arial" pitchFamily="34" charset="0"/>
                        <a:defRPr sz="2000">
                          <a:solidFill>
                            <a:schemeClr val="tx2"/>
                          </a:solidFill>
                          <a:latin typeface="Arial" pitchFamily="34" charset="0"/>
                        </a:defRPr>
                      </a:lvl2pPr>
                      <a:lvl3pPr marL="1143000" indent="-228600" eaLnBrk="0" hangingPunct="0">
                        <a:spcBef>
                          <a:spcPct val="20000"/>
                        </a:spcBef>
                        <a:buClr>
                          <a:schemeClr val="accent1"/>
                        </a:buClr>
                        <a:buFont typeface="Arial" pitchFamily="34" charset="0"/>
                        <a:defRPr>
                          <a:solidFill>
                            <a:schemeClr val="tx2"/>
                          </a:solidFill>
                          <a:latin typeface="Arial" pitchFamily="34" charset="0"/>
                        </a:defRPr>
                      </a:lvl3pPr>
                      <a:lvl4pPr marL="1600200" indent="-228600" eaLnBrk="0" hangingPunct="0">
                        <a:spcBef>
                          <a:spcPct val="20000"/>
                        </a:spcBef>
                        <a:buClr>
                          <a:schemeClr val="accent1"/>
                        </a:buClr>
                        <a:buFont typeface="Arial" pitchFamily="34" charset="0"/>
                        <a:defRPr sz="1600">
                          <a:solidFill>
                            <a:schemeClr val="tx2"/>
                          </a:solidFill>
                          <a:latin typeface="Arial" pitchFamily="34" charset="0"/>
                        </a:defRPr>
                      </a:lvl4pPr>
                      <a:lvl5pPr marL="2057400" indent="-228600" eaLnBrk="0" hangingPunct="0">
                        <a:spcBef>
                          <a:spcPct val="20000"/>
                        </a:spcBef>
                        <a:buClr>
                          <a:schemeClr val="accent1"/>
                        </a:buClr>
                        <a:buFont typeface="Arial" pitchFamily="34" charset="0"/>
                        <a:defRPr sz="1600">
                          <a:solidFill>
                            <a:schemeClr val="tx2"/>
                          </a:solidFill>
                          <a:latin typeface="Arial" pitchFamily="34" charset="0"/>
                        </a:defRPr>
                      </a:lvl5pPr>
                      <a:lvl6pPr marL="25146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6pPr>
                      <a:lvl7pPr marL="29718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7pPr>
                      <a:lvl8pPr marL="34290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8pPr>
                      <a:lvl9pPr marL="3886200" indent="-228600" eaLnBrk="0" fontAlgn="base" hangingPunct="0">
                        <a:spcBef>
                          <a:spcPct val="20000"/>
                        </a:spcBef>
                        <a:spcAft>
                          <a:spcPct val="0"/>
                        </a:spcAft>
                        <a:buClr>
                          <a:schemeClr val="accent1"/>
                        </a:buClr>
                        <a:buFont typeface="Arial" pitchFamily="34" charset="0"/>
                        <a:defRPr sz="1600">
                          <a:solidFill>
                            <a:schemeClr val="tx2"/>
                          </a:solidFill>
                          <a:latin typeface="Arial" pitchFamily="34" charset="0"/>
                        </a:defRPr>
                      </a:lvl9pPr>
                    </a:lstStyle>
                    <a:p>
                      <a:pPr marL="0" marR="0" lvl="0" indent="0" algn="ctr" defTabSz="914377" rtl="0" eaLnBrk="1" fontAlgn="base" latinLnBrk="0" hangingPunct="1">
                        <a:lnSpc>
                          <a:spcPct val="100000"/>
                        </a:lnSpc>
                        <a:spcBef>
                          <a:spcPct val="0"/>
                        </a:spcBef>
                        <a:spcAft>
                          <a:spcPct val="0"/>
                        </a:spcAft>
                        <a:buClrTx/>
                        <a:buSzTx/>
                        <a:buFontTx/>
                        <a:buNone/>
                        <a:tabLst/>
                        <a:defRPr/>
                      </a:pPr>
                      <a:r>
                        <a:rPr lang="en-US" altLang="zh-CN" sz="1400" b="1" kern="1200" dirty="0">
                          <a:solidFill>
                            <a:schemeClr val="tx1"/>
                          </a:solidFill>
                          <a:latin typeface="+mn-lt"/>
                          <a:ea typeface="+mn-ea"/>
                          <a:cs typeface="+mn-cs"/>
                        </a:rPr>
                        <a:t>SIT</a:t>
                      </a:r>
                      <a:endParaRPr lang="zh-CN" altLang="en-US" sz="1400" b="1" kern="1200" dirty="0">
                        <a:solidFill>
                          <a:schemeClr val="tx1"/>
                        </a:solidFill>
                        <a:latin typeface="+mn-lt"/>
                        <a:ea typeface="+mn-ea"/>
                        <a:cs typeface="+mn-cs"/>
                      </a:endParaRPr>
                    </a:p>
                  </a:txBody>
                  <a:tcPr marL="91451" marR="91451" marT="45704" marB="457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CN" sz="1400" b="1" dirty="0">
                          <a:solidFill>
                            <a:schemeClr val="tx1"/>
                          </a:solidFill>
                          <a:latin typeface="+mn-lt"/>
                        </a:rPr>
                        <a:t>SVT</a:t>
                      </a:r>
                      <a:endParaRPr lang="zh-CN" altLang="en-US" sz="1400" b="1"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CN" sz="1400" b="1" dirty="0">
                          <a:solidFill>
                            <a:schemeClr val="tx1"/>
                          </a:solidFill>
                          <a:latin typeface="+mn-lt"/>
                        </a:rPr>
                        <a:t>SOVP</a:t>
                      </a:r>
                      <a:endParaRPr lang="zh-CN" altLang="en-US" sz="1400" b="1"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CN" sz="1400" b="1" dirty="0">
                          <a:solidFill>
                            <a:schemeClr val="tx1"/>
                          </a:solidFill>
                          <a:latin typeface="+mn-lt"/>
                        </a:rPr>
                        <a:t>SGA</a:t>
                      </a:r>
                      <a:endParaRPr lang="zh-CN" altLang="en-US" sz="1400" b="1"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CN" sz="1400" b="1" dirty="0">
                          <a:solidFill>
                            <a:schemeClr val="tx1"/>
                          </a:solidFill>
                          <a:latin typeface="+mn-lt"/>
                        </a:rPr>
                        <a:t>MP</a:t>
                      </a:r>
                      <a:endParaRPr lang="zh-CN" altLang="en-US" sz="1400" b="1"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47494284"/>
                  </a:ext>
                </a:extLst>
              </a:tr>
              <a:tr h="1508094">
                <a:tc>
                  <a:txBody>
                    <a:bodyPr/>
                    <a:lstStyle/>
                    <a:p>
                      <a:pPr marL="0" indent="0" algn="l">
                        <a:buFont typeface="Wingdings" panose="05000000000000000000" pitchFamily="2" charset="2"/>
                        <a:buNone/>
                      </a:pPr>
                      <a:r>
                        <a:rPr lang="en-US" altLang="zh-CN" sz="1200" dirty="0">
                          <a:solidFill>
                            <a:schemeClr val="tx1"/>
                          </a:solidFill>
                          <a:latin typeface="+mn-lt"/>
                        </a:rPr>
                        <a:t>Key Activity  </a:t>
                      </a:r>
                      <a:endParaRPr lang="zh-CN" altLang="en-US" sz="1200"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dirty="0">
                          <a:solidFill>
                            <a:srgbClr val="000000"/>
                          </a:solidFill>
                          <a:latin typeface="+mn-lt"/>
                          <a:ea typeface="黑体" panose="02010609060101010101" pitchFamily="49" charset="-122"/>
                          <a:cs typeface="Arial" pitchFamily="34" charset="0"/>
                        </a:rPr>
                        <a:t>Align portfolio &amp; priority w/ Geo</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dirty="0">
                          <a:solidFill>
                            <a:srgbClr val="000000"/>
                          </a:solidFill>
                          <a:latin typeface="+mn-lt"/>
                          <a:ea typeface="黑体" panose="02010609060101010101" pitchFamily="49" charset="-122"/>
                          <a:cs typeface="Arial" pitchFamily="34" charset="0"/>
                        </a:rPr>
                        <a:t>Identify top focus</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dirty="0">
                          <a:solidFill>
                            <a:schemeClr val="tx1"/>
                          </a:solidFill>
                          <a:latin typeface="+mn-lt"/>
                        </a:rPr>
                        <a:t>Define spec in RFQ </a:t>
                      </a: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lvl="0" indent="-171450" algn="l" defTabSz="914377" rtl="0" eaLnBrk="1" latinLnBrk="0" hangingPunct="1">
                        <a:buClr>
                          <a:schemeClr val="tx1"/>
                        </a:buClr>
                        <a:buFont typeface="Wingdings" panose="05000000000000000000" pitchFamily="2" charset="2"/>
                        <a:buChar char="Ø"/>
                      </a:pPr>
                      <a:r>
                        <a:rPr lang="en-US" altLang="zh-CN" sz="1200" kern="1200" dirty="0">
                          <a:solidFill>
                            <a:schemeClr val="tx1"/>
                          </a:solidFill>
                          <a:latin typeface="+mn-lt"/>
                          <a:ea typeface="+mn-ea"/>
                          <a:cs typeface="+mn-cs"/>
                        </a:rPr>
                        <a:t>Lenovo &amp; ODM WFB KO</a:t>
                      </a:r>
                      <a:endParaRPr lang="en-US" altLang="zh-CN" sz="1200" dirty="0">
                        <a:solidFill>
                          <a:srgbClr val="000000"/>
                        </a:solidFill>
                        <a:latin typeface="+mn-lt"/>
                        <a:ea typeface="黑体" panose="02010609060101010101" pitchFamily="49" charset="-122"/>
                        <a:cs typeface="Arial" pitchFamily="34" charset="0"/>
                      </a:endParaRPr>
                    </a:p>
                    <a:p>
                      <a:pPr marL="171450" marR="0" lvl="0" indent="-171450" algn="l" defTabSz="914377" rtl="0" eaLnBrk="1" fontAlgn="auto" latinLnBrk="0" hangingPunct="1">
                        <a:lnSpc>
                          <a:spcPct val="100000"/>
                        </a:lnSpc>
                        <a:spcBef>
                          <a:spcPts val="0"/>
                        </a:spcBef>
                        <a:spcAft>
                          <a:spcPts val="0"/>
                        </a:spcAft>
                        <a:buClr>
                          <a:schemeClr val="tx1"/>
                        </a:buClr>
                        <a:buSzTx/>
                        <a:buFont typeface="Wingdings" panose="05000000000000000000" pitchFamily="2" charset="2"/>
                        <a:buChar char="Ø"/>
                        <a:tabLst/>
                        <a:defRPr/>
                      </a:pPr>
                      <a:r>
                        <a:rPr lang="en-US" altLang="zh-CN" sz="1200" kern="1200" dirty="0">
                          <a:solidFill>
                            <a:schemeClr val="tx1"/>
                          </a:solidFill>
                          <a:latin typeface="+mn-lt"/>
                          <a:ea typeface="+mn-ea"/>
                          <a:cs typeface="+mn-cs"/>
                        </a:rPr>
                        <a:t>Taskforce set up </a:t>
                      </a:r>
                    </a:p>
                    <a:p>
                      <a:pPr marL="171450" marR="0" lvl="0" indent="-171450" algn="l" defTabSz="914377" rtl="0" eaLnBrk="1" fontAlgn="auto" latinLnBrk="0" hangingPunct="1">
                        <a:lnSpc>
                          <a:spcPct val="100000"/>
                        </a:lnSpc>
                        <a:spcBef>
                          <a:spcPts val="0"/>
                        </a:spcBef>
                        <a:spcAft>
                          <a:spcPts val="0"/>
                        </a:spcAft>
                        <a:buClr>
                          <a:schemeClr val="tx1"/>
                        </a:buClr>
                        <a:buSzTx/>
                        <a:buFont typeface="Wingdings" panose="05000000000000000000" pitchFamily="2" charset="2"/>
                        <a:buChar char="Ø"/>
                        <a:tabLst/>
                        <a:defRPr/>
                      </a:pPr>
                      <a:r>
                        <a:rPr lang="en-US" altLang="zh-CN" sz="1200" kern="1200" dirty="0">
                          <a:solidFill>
                            <a:schemeClr val="tx1"/>
                          </a:solidFill>
                          <a:latin typeface="+mn-lt"/>
                          <a:ea typeface="+mn-ea"/>
                          <a:cs typeface="+mn-cs"/>
                        </a:rPr>
                        <a:t>Special control for material/MFG</a:t>
                      </a:r>
                      <a:r>
                        <a:rPr lang="zh-CN" altLang="en-US" sz="1200" kern="1200" dirty="0">
                          <a:solidFill>
                            <a:schemeClr val="tx1"/>
                          </a:solidFill>
                          <a:latin typeface="+mn-lt"/>
                          <a:ea typeface="+mn-ea"/>
                          <a:cs typeface="+mn-cs"/>
                        </a:rPr>
                        <a:t> </a:t>
                      </a:r>
                      <a:r>
                        <a:rPr lang="en-US" altLang="zh-CN" sz="1200" kern="1200" dirty="0">
                          <a:solidFill>
                            <a:schemeClr val="tx1"/>
                          </a:solidFill>
                          <a:latin typeface="+mn-lt"/>
                          <a:ea typeface="+mn-ea"/>
                          <a:cs typeface="+mn-cs"/>
                        </a:rPr>
                        <a:t>process</a:t>
                      </a:r>
                    </a:p>
                    <a:p>
                      <a:pPr marL="171450" marR="0" lvl="0" indent="-171450" algn="l" defTabSz="914377" rtl="0" eaLnBrk="1" fontAlgn="auto" latinLnBrk="0" hangingPunct="1">
                        <a:lnSpc>
                          <a:spcPct val="100000"/>
                        </a:lnSpc>
                        <a:spcBef>
                          <a:spcPts val="0"/>
                        </a:spcBef>
                        <a:spcAft>
                          <a:spcPts val="0"/>
                        </a:spcAft>
                        <a:buClr>
                          <a:schemeClr val="tx1"/>
                        </a:buClr>
                        <a:buSzTx/>
                        <a:buFont typeface="Wingdings" panose="05000000000000000000" pitchFamily="2" charset="2"/>
                        <a:buChar char="Ø"/>
                        <a:tabLst/>
                        <a:defRPr/>
                      </a:pPr>
                      <a:r>
                        <a:rPr lang="en-US" altLang="zh-CN" sz="1200" kern="1200" dirty="0">
                          <a:solidFill>
                            <a:schemeClr val="tx1"/>
                          </a:solidFill>
                          <a:latin typeface="+mn-lt"/>
                          <a:ea typeface="+mn-ea"/>
                          <a:cs typeface="+mn-cs"/>
                        </a:rPr>
                        <a:t>Cosmetic alignment</a:t>
                      </a:r>
                    </a:p>
                    <a:p>
                      <a:pPr marL="171450" marR="0" lvl="0" indent="-171450" algn="l" defTabSz="914377" rtl="0" eaLnBrk="1" fontAlgn="auto" latinLnBrk="0" hangingPunct="1">
                        <a:lnSpc>
                          <a:spcPct val="100000"/>
                        </a:lnSpc>
                        <a:spcBef>
                          <a:spcPts val="0"/>
                        </a:spcBef>
                        <a:spcAft>
                          <a:spcPts val="0"/>
                        </a:spcAft>
                        <a:buClr>
                          <a:schemeClr val="tx1"/>
                        </a:buClr>
                        <a:buSzTx/>
                        <a:buFont typeface="Wingdings" panose="05000000000000000000" pitchFamily="2" charset="2"/>
                        <a:buChar char="Ø"/>
                        <a:tabLst/>
                        <a:defRPr/>
                      </a:pPr>
                      <a:r>
                        <a:rPr lang="en-US" altLang="zh-CN" sz="1200" kern="1200" dirty="0">
                          <a:solidFill>
                            <a:schemeClr val="tx1"/>
                          </a:solidFill>
                          <a:latin typeface="+mn-lt"/>
                          <a:ea typeface="+mn-ea"/>
                          <a:cs typeface="+mn-cs"/>
                        </a:rPr>
                        <a:t>NEW Feature readiness check</a:t>
                      </a:r>
                    </a:p>
                    <a:p>
                      <a:pPr marL="0" marR="0" lvl="0" indent="0" algn="l" defTabSz="914377" rtl="0" eaLnBrk="1" fontAlgn="auto" latinLnBrk="0" hangingPunct="1">
                        <a:lnSpc>
                          <a:spcPct val="100000"/>
                        </a:lnSpc>
                        <a:spcBef>
                          <a:spcPts val="0"/>
                        </a:spcBef>
                        <a:spcAft>
                          <a:spcPts val="0"/>
                        </a:spcAft>
                        <a:buClr>
                          <a:schemeClr val="tx1"/>
                        </a:buClr>
                        <a:buSzTx/>
                        <a:buFont typeface="Wingdings" panose="05000000000000000000" pitchFamily="2" charset="2"/>
                        <a:buNone/>
                        <a:tabLst/>
                        <a:defRPr/>
                      </a:pPr>
                      <a:endParaRPr lang="zh-CN" altLang="en-US" sz="1200" kern="1200" dirty="0">
                        <a:solidFill>
                          <a:schemeClr val="tx1"/>
                        </a:solidFill>
                        <a:latin typeface="+mn-lt"/>
                        <a:ea typeface="+mn-ea"/>
                        <a:cs typeface="+mn-cs"/>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defTabSz="914377" rtl="0" eaLnBrk="1" latinLnBrk="0" hangingPunct="1">
                        <a:buFont typeface="Wingdings" panose="05000000000000000000" pitchFamily="2" charset="2"/>
                        <a:buChar char="Ø"/>
                      </a:pPr>
                      <a:r>
                        <a:rPr lang="en-US" altLang="zh-CN" sz="1200" kern="1200" dirty="0">
                          <a:solidFill>
                            <a:schemeClr val="tx1"/>
                          </a:solidFill>
                          <a:latin typeface="+mn-lt"/>
                          <a:ea typeface="+mn-ea"/>
                          <a:cs typeface="+mn-cs"/>
                        </a:rPr>
                        <a:t>WFB readiness check </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dirty="0">
                          <a:solidFill>
                            <a:srgbClr val="000000"/>
                          </a:solidFill>
                          <a:latin typeface="+mn-lt"/>
                          <a:ea typeface="黑体" panose="02010609060101010101" pitchFamily="49" charset="-122"/>
                          <a:cs typeface="Arial" pitchFamily="34" charset="0"/>
                        </a:rPr>
                        <a:t>Identified solution trial run &amp; performance tracking</a:t>
                      </a:r>
                      <a:endParaRPr lang="en-US" altLang="zh-CN" sz="1200" kern="1200" dirty="0">
                        <a:solidFill>
                          <a:schemeClr val="tx1"/>
                        </a:solidFill>
                        <a:latin typeface="+mn-lt"/>
                        <a:ea typeface="+mn-ea"/>
                        <a:cs typeface="+mn-cs"/>
                      </a:endParaRPr>
                    </a:p>
                    <a:p>
                      <a:pPr marL="171450" indent="-171450" algn="l" defTabSz="914377" rtl="0" eaLnBrk="1" latinLnBrk="0" hangingPunct="1">
                        <a:buFont typeface="Wingdings" panose="05000000000000000000" pitchFamily="2" charset="2"/>
                        <a:buChar char="Ø"/>
                      </a:pPr>
                      <a:r>
                        <a:rPr lang="en-US" altLang="zh-CN" sz="1200" kern="1200" dirty="0">
                          <a:solidFill>
                            <a:schemeClr val="tx1"/>
                          </a:solidFill>
                          <a:latin typeface="+mn-lt"/>
                          <a:ea typeface="+mn-ea"/>
                          <a:cs typeface="+mn-cs"/>
                        </a:rPr>
                        <a:t>Manager+ level &amp; key team Onsite UE FAI/CXS</a:t>
                      </a:r>
                      <a:endParaRPr lang="zh-CN" altLang="en-US" sz="1200" kern="1200" dirty="0">
                        <a:solidFill>
                          <a:schemeClr val="tx1"/>
                        </a:solidFill>
                        <a:latin typeface="+mn-lt"/>
                        <a:ea typeface="+mn-ea"/>
                        <a:cs typeface="+mn-cs"/>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a:buFont typeface="Wingdings" panose="05000000000000000000" pitchFamily="2" charset="2"/>
                        <a:buChar char="Ø"/>
                      </a:pPr>
                      <a:r>
                        <a:rPr lang="en-US" altLang="zh-CN" sz="1200" dirty="0">
                          <a:solidFill>
                            <a:schemeClr val="tx1"/>
                          </a:solidFill>
                          <a:latin typeface="+mn-lt"/>
                        </a:rPr>
                        <a:t>WFB execution </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kern="1200" dirty="0">
                          <a:solidFill>
                            <a:schemeClr val="tx1"/>
                          </a:solidFill>
                          <a:latin typeface="+mn-lt"/>
                          <a:ea typeface="+mn-ea"/>
                          <a:cs typeface="+mn-cs"/>
                        </a:rPr>
                        <a:t>WFB </a:t>
                      </a:r>
                      <a:r>
                        <a:rPr lang="en-US" altLang="zh-CN" sz="1200" kern="1200" dirty="0" err="1">
                          <a:solidFill>
                            <a:schemeClr val="tx1"/>
                          </a:solidFill>
                          <a:latin typeface="+mn-lt"/>
                          <a:ea typeface="+mn-ea"/>
                          <a:cs typeface="+mn-cs"/>
                        </a:rPr>
                        <a:t>Warroom</a:t>
                      </a:r>
                      <a:r>
                        <a:rPr lang="en-US" altLang="zh-CN" sz="1200" kern="1200" dirty="0">
                          <a:solidFill>
                            <a:schemeClr val="tx1"/>
                          </a:solidFill>
                          <a:latin typeface="+mn-lt"/>
                          <a:ea typeface="+mn-ea"/>
                          <a:cs typeface="+mn-cs"/>
                        </a:rPr>
                        <a:t> </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dirty="0">
                          <a:solidFill>
                            <a:srgbClr val="000000"/>
                          </a:solidFill>
                          <a:latin typeface="+mn-lt"/>
                          <a:ea typeface="黑体" panose="02010609060101010101" pitchFamily="49" charset="-122"/>
                          <a:cs typeface="Arial" pitchFamily="34" charset="0"/>
                        </a:rPr>
                        <a:t>Key limitation /deviation align with Geo (PM/Service)</a:t>
                      </a:r>
                    </a:p>
                    <a:p>
                      <a:pPr marL="0" marR="0" lvl="0" indent="0" algn="l" defTabSz="914377"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zh-CN" altLang="en-US" sz="1200" kern="1200" dirty="0">
                        <a:solidFill>
                          <a:schemeClr val="tx1"/>
                        </a:solidFill>
                        <a:latin typeface="+mn-lt"/>
                        <a:ea typeface="+mn-ea"/>
                        <a:cs typeface="+mn-cs"/>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dirty="0">
                          <a:solidFill>
                            <a:schemeClr val="tx1"/>
                          </a:solidFill>
                          <a:latin typeface="+mn-lt"/>
                        </a:rPr>
                        <a:t>WFB execution </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kern="1200" dirty="0">
                          <a:solidFill>
                            <a:schemeClr val="tx1"/>
                          </a:solidFill>
                          <a:latin typeface="+mn-lt"/>
                          <a:ea typeface="+mn-ea"/>
                          <a:cs typeface="+mn-cs"/>
                        </a:rPr>
                        <a:t>WFB </a:t>
                      </a:r>
                      <a:r>
                        <a:rPr lang="en-US" altLang="zh-CN" sz="1200" kern="1200" dirty="0" err="1">
                          <a:solidFill>
                            <a:schemeClr val="tx1"/>
                          </a:solidFill>
                          <a:latin typeface="+mn-lt"/>
                          <a:ea typeface="+mn-ea"/>
                          <a:cs typeface="+mn-cs"/>
                        </a:rPr>
                        <a:t>Warroom</a:t>
                      </a:r>
                      <a:r>
                        <a:rPr lang="en-US" altLang="zh-CN" sz="1200" kern="1200" dirty="0">
                          <a:solidFill>
                            <a:schemeClr val="tx1"/>
                          </a:solidFill>
                          <a:latin typeface="+mn-lt"/>
                          <a:ea typeface="+mn-ea"/>
                          <a:cs typeface="+mn-cs"/>
                        </a:rPr>
                        <a:t> </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kern="1200" dirty="0">
                          <a:solidFill>
                            <a:schemeClr val="tx1"/>
                          </a:solidFill>
                          <a:latin typeface="+mn-lt"/>
                          <a:ea typeface="+mn-ea"/>
                          <a:cs typeface="+mn-cs"/>
                        </a:rPr>
                        <a:t>EWG &amp; PSI &amp; VOC close loop management</a:t>
                      </a:r>
                      <a:endParaRPr lang="zh-CN" altLang="en-US" sz="1200" kern="1200" dirty="0">
                        <a:solidFill>
                          <a:schemeClr val="tx1"/>
                        </a:solidFill>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altLang="zh-CN" sz="1200" dirty="0">
                        <a:solidFill>
                          <a:schemeClr val="tx1"/>
                        </a:solidFill>
                        <a:latin typeface="+mn-lt"/>
                      </a:endParaRPr>
                    </a:p>
                    <a:p>
                      <a:pPr marL="171450" indent="-171450" algn="l">
                        <a:buFont typeface="Wingdings" panose="05000000000000000000" pitchFamily="2" charset="2"/>
                        <a:buChar char="Ø"/>
                      </a:pPr>
                      <a:endParaRPr lang="zh-CN" altLang="en-US" sz="1200"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a:buFont typeface="Wingdings" panose="05000000000000000000" pitchFamily="2" charset="2"/>
                        <a:buChar char="Ø"/>
                      </a:pPr>
                      <a:r>
                        <a:rPr lang="en-US" altLang="zh-CN" sz="1200" dirty="0">
                          <a:solidFill>
                            <a:schemeClr val="tx1"/>
                          </a:solidFill>
                          <a:latin typeface="+mn-lt"/>
                        </a:rPr>
                        <a:t>WFB </a:t>
                      </a:r>
                      <a:r>
                        <a:rPr lang="en-US" altLang="zh-CN" sz="1200" dirty="0" err="1">
                          <a:solidFill>
                            <a:schemeClr val="tx1"/>
                          </a:solidFill>
                          <a:latin typeface="+mn-lt"/>
                        </a:rPr>
                        <a:t>FuPan</a:t>
                      </a:r>
                      <a:endParaRPr lang="zh-CN" altLang="en-US" sz="1200"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15330529"/>
                  </a:ext>
                </a:extLst>
              </a:tr>
              <a:tr h="1134906">
                <a:tc>
                  <a:txBody>
                    <a:bodyPr/>
                    <a:lstStyle/>
                    <a:p>
                      <a:pPr marL="0" marR="0" lvl="0" indent="0" algn="l" defTabSz="914377"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1200" dirty="0">
                          <a:solidFill>
                            <a:schemeClr val="tx1"/>
                          </a:solidFill>
                          <a:latin typeface="+mn-lt"/>
                        </a:rPr>
                        <a:t>Delivery</a:t>
                      </a:r>
                      <a:endParaRPr lang="zh-CN" altLang="en-US" sz="1200"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kern="1200" dirty="0">
                          <a:solidFill>
                            <a:schemeClr val="tx1"/>
                          </a:solidFill>
                          <a:latin typeface="+mn-lt"/>
                          <a:ea typeface="+mn-ea"/>
                          <a:cs typeface="+mn-cs"/>
                        </a:rPr>
                        <a:t> </a:t>
                      </a:r>
                      <a:r>
                        <a:rPr lang="en-US" altLang="zh-CN" sz="1200" kern="1200" dirty="0" err="1">
                          <a:solidFill>
                            <a:schemeClr val="tx1"/>
                          </a:solidFill>
                          <a:latin typeface="+mn-lt"/>
                          <a:ea typeface="+mn-ea"/>
                          <a:cs typeface="+mn-cs"/>
                        </a:rPr>
                        <a:t>Keyparts</a:t>
                      </a:r>
                      <a:r>
                        <a:rPr lang="en-US" altLang="zh-CN" sz="1200" kern="1200" dirty="0">
                          <a:solidFill>
                            <a:schemeClr val="tx1"/>
                          </a:solidFill>
                          <a:latin typeface="+mn-lt"/>
                          <a:ea typeface="+mn-ea"/>
                          <a:cs typeface="+mn-cs"/>
                        </a:rPr>
                        <a:t> SPEC</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kern="1200" dirty="0">
                          <a:solidFill>
                            <a:schemeClr val="tx1"/>
                          </a:solidFill>
                          <a:latin typeface="+mn-lt"/>
                          <a:ea typeface="+mn-ea"/>
                          <a:cs typeface="+mn-cs"/>
                        </a:rPr>
                        <a:t>Issue PCR &amp; New PN for specific parts</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kern="1200" dirty="0">
                          <a:solidFill>
                            <a:schemeClr val="tx1"/>
                          </a:solidFill>
                          <a:latin typeface="+mn-lt"/>
                          <a:ea typeface="+mn-ea"/>
                          <a:cs typeface="+mn-cs"/>
                        </a:rPr>
                        <a:t>RFQ package </a:t>
                      </a:r>
                    </a:p>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dirty="0">
                          <a:solidFill>
                            <a:schemeClr val="tx1"/>
                          </a:solidFill>
                          <a:latin typeface="+mn-lt"/>
                        </a:rPr>
                        <a:t>Action plan </a:t>
                      </a:r>
                      <a:endParaRPr lang="zh-CN" altLang="en-US" sz="1200"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7" rtl="0" eaLnBrk="1" fontAlgn="auto" latinLnBrk="0" hangingPunct="1">
                        <a:lnSpc>
                          <a:spcPct val="100000"/>
                        </a:lnSpc>
                        <a:spcBef>
                          <a:spcPts val="0"/>
                        </a:spcBef>
                        <a:spcAft>
                          <a:spcPts val="0"/>
                        </a:spcAft>
                        <a:buClr>
                          <a:schemeClr val="tx1"/>
                        </a:buClr>
                        <a:buSzTx/>
                        <a:buFont typeface="Wingdings" panose="05000000000000000000" pitchFamily="2" charset="2"/>
                        <a:buChar char="Ø"/>
                        <a:tabLst/>
                        <a:defRPr/>
                      </a:pPr>
                      <a:endParaRPr lang="en-US" altLang="zh-CN" sz="1200" dirty="0">
                        <a:solidFill>
                          <a:schemeClr val="tx1"/>
                        </a:solidFill>
                        <a:latin typeface="+mn-lt"/>
                      </a:endParaRPr>
                    </a:p>
                    <a:p>
                      <a:pPr marL="171450" marR="0" lvl="0" indent="-171450" algn="l" defTabSz="914377" rtl="0" eaLnBrk="1" fontAlgn="auto" latinLnBrk="0" hangingPunct="1">
                        <a:lnSpc>
                          <a:spcPct val="100000"/>
                        </a:lnSpc>
                        <a:spcBef>
                          <a:spcPts val="0"/>
                        </a:spcBef>
                        <a:spcAft>
                          <a:spcPts val="0"/>
                        </a:spcAft>
                        <a:buClr>
                          <a:schemeClr val="tx1"/>
                        </a:buClr>
                        <a:buSzTx/>
                        <a:buFont typeface="Wingdings" panose="05000000000000000000" pitchFamily="2" charset="2"/>
                        <a:buChar char="Ø"/>
                        <a:tabLst/>
                        <a:defRPr/>
                      </a:pPr>
                      <a:r>
                        <a:rPr lang="en-US" altLang="zh-CN" sz="1200" dirty="0">
                          <a:solidFill>
                            <a:schemeClr val="tx1"/>
                          </a:solidFill>
                          <a:latin typeface="+mn-lt"/>
                        </a:rPr>
                        <a:t>WFB taskforce member list </a:t>
                      </a:r>
                      <a:endParaRPr lang="zh-CN" altLang="en-US" sz="1200" dirty="0">
                        <a:solidFill>
                          <a:schemeClr val="tx1"/>
                        </a:solidFill>
                        <a:latin typeface="+mn-lt"/>
                      </a:endParaRPr>
                    </a:p>
                    <a:p>
                      <a:pPr marL="171450" marR="0" lvl="0" indent="-171450" algn="l" defTabSz="914377" rtl="0" eaLnBrk="1" fontAlgn="auto" latinLnBrk="0" hangingPunct="1">
                        <a:lnSpc>
                          <a:spcPct val="100000"/>
                        </a:lnSpc>
                        <a:spcBef>
                          <a:spcPts val="0"/>
                        </a:spcBef>
                        <a:spcAft>
                          <a:spcPts val="0"/>
                        </a:spcAft>
                        <a:buClr>
                          <a:schemeClr val="tx1"/>
                        </a:buClr>
                        <a:buSzTx/>
                        <a:buFont typeface="Wingdings" panose="05000000000000000000" pitchFamily="2" charset="2"/>
                        <a:buChar char="Ø"/>
                        <a:tabLst/>
                        <a:defRPr/>
                      </a:pPr>
                      <a:r>
                        <a:rPr lang="en-US" altLang="zh-CN" sz="1200" dirty="0">
                          <a:solidFill>
                            <a:schemeClr val="tx1"/>
                          </a:solidFill>
                          <a:latin typeface="+mn-lt"/>
                        </a:rPr>
                        <a:t>WFB readiness check list </a:t>
                      </a:r>
                    </a:p>
                    <a:p>
                      <a:pPr marL="171450" marR="0" lvl="0" indent="-171450" algn="l" defTabSz="914377" rtl="0" eaLnBrk="1" fontAlgn="auto" latinLnBrk="0" hangingPunct="1">
                        <a:lnSpc>
                          <a:spcPct val="100000"/>
                        </a:lnSpc>
                        <a:spcBef>
                          <a:spcPts val="0"/>
                        </a:spcBef>
                        <a:spcAft>
                          <a:spcPts val="0"/>
                        </a:spcAft>
                        <a:buClr>
                          <a:schemeClr val="tx1"/>
                        </a:buClr>
                        <a:buSzTx/>
                        <a:buFont typeface="Wingdings" panose="05000000000000000000" pitchFamily="2" charset="2"/>
                        <a:buChar char="Ø"/>
                        <a:tabLst/>
                        <a:defRPr/>
                      </a:pPr>
                      <a:r>
                        <a:rPr lang="en-US" altLang="zh-CN" sz="1200" dirty="0">
                          <a:solidFill>
                            <a:schemeClr val="tx1"/>
                          </a:solidFill>
                          <a:latin typeface="+mn-lt"/>
                        </a:rPr>
                        <a:t>Cosmetic spec (system &amp;parts )</a:t>
                      </a:r>
                      <a:endParaRPr lang="zh-CN" altLang="en-US" sz="1200" dirty="0">
                        <a:solidFill>
                          <a:schemeClr val="tx1"/>
                        </a:solidFill>
                        <a:latin typeface="+mn-lt"/>
                      </a:endParaRPr>
                    </a:p>
                    <a:p>
                      <a:pPr marL="171450" lvl="0" indent="-171450" algn="l" defTabSz="914377" rtl="0" eaLnBrk="1" latinLnBrk="0" hangingPunct="1">
                        <a:buClr>
                          <a:schemeClr val="tx1"/>
                        </a:buClr>
                        <a:buFont typeface="Wingdings" panose="05000000000000000000" pitchFamily="2" charset="2"/>
                        <a:buChar char="Ø"/>
                      </a:pPr>
                      <a:endParaRPr lang="zh-CN" altLang="zh-CN" sz="1200" b="0" kern="1200" dirty="0">
                        <a:solidFill>
                          <a:schemeClr val="tx1"/>
                        </a:solidFill>
                        <a:effectLst/>
                        <a:latin typeface="+mn-lt"/>
                        <a:ea typeface="+mn-ea"/>
                        <a:cs typeface="+mn-cs"/>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a:buFont typeface="Wingdings" panose="05000000000000000000" pitchFamily="2" charset="2"/>
                        <a:buChar char="Ø"/>
                      </a:pPr>
                      <a:r>
                        <a:rPr lang="en-US" altLang="zh-CN" sz="1200" dirty="0">
                          <a:solidFill>
                            <a:schemeClr val="tx1"/>
                          </a:solidFill>
                          <a:latin typeface="+mn-lt"/>
                        </a:rPr>
                        <a:t>WFB readiness check list</a:t>
                      </a:r>
                    </a:p>
                    <a:p>
                      <a:pPr marL="171450" indent="-171450" algn="l">
                        <a:buFont typeface="Wingdings" panose="05000000000000000000" pitchFamily="2" charset="2"/>
                        <a:buChar char="Ø"/>
                      </a:pPr>
                      <a:r>
                        <a:rPr lang="en-US" altLang="zh-CN" sz="1200" dirty="0">
                          <a:solidFill>
                            <a:schemeClr val="tx1"/>
                          </a:solidFill>
                          <a:latin typeface="+mn-lt"/>
                        </a:rPr>
                        <a:t>Strict cosmetic spec </a:t>
                      </a:r>
                      <a:endParaRPr lang="zh-CN" altLang="en-US" sz="1200"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a:buFont typeface="Wingdings" panose="05000000000000000000" pitchFamily="2" charset="2"/>
                        <a:buChar char="Ø"/>
                      </a:pPr>
                      <a:r>
                        <a:rPr lang="en-US" altLang="zh-CN" sz="1200" dirty="0">
                          <a:solidFill>
                            <a:schemeClr val="tx1"/>
                          </a:solidFill>
                          <a:latin typeface="+mn-lt"/>
                        </a:rPr>
                        <a:t>WFB MFG control report </a:t>
                      </a:r>
                      <a:endParaRPr lang="zh-CN" altLang="en-US" sz="1200"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200" dirty="0">
                          <a:solidFill>
                            <a:schemeClr val="tx1"/>
                          </a:solidFill>
                          <a:latin typeface="+mn-lt"/>
                        </a:rPr>
                        <a:t>WFB MFG control report </a:t>
                      </a:r>
                      <a:endParaRPr lang="zh-CN" altLang="en-US" sz="1200"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a:buFont typeface="Wingdings" panose="05000000000000000000" pitchFamily="2" charset="2"/>
                        <a:buChar char="Ø"/>
                      </a:pPr>
                      <a:r>
                        <a:rPr lang="en-US" altLang="zh-CN" sz="1200" dirty="0">
                          <a:solidFill>
                            <a:schemeClr val="tx1"/>
                          </a:solidFill>
                          <a:latin typeface="+mn-lt"/>
                        </a:rPr>
                        <a:t>LL &amp; </a:t>
                      </a:r>
                      <a:r>
                        <a:rPr lang="en-US" altLang="zh-CN" sz="1200" dirty="0" err="1">
                          <a:solidFill>
                            <a:schemeClr val="tx1"/>
                          </a:solidFill>
                          <a:latin typeface="+mn-lt"/>
                        </a:rPr>
                        <a:t>Fupan</a:t>
                      </a:r>
                      <a:r>
                        <a:rPr lang="en-US" altLang="zh-CN" sz="1200" dirty="0">
                          <a:solidFill>
                            <a:schemeClr val="tx1"/>
                          </a:solidFill>
                          <a:latin typeface="+mn-lt"/>
                        </a:rPr>
                        <a:t> report </a:t>
                      </a:r>
                    </a:p>
                    <a:p>
                      <a:pPr marL="171450" indent="-171450" algn="l">
                        <a:buFont typeface="Wingdings" panose="05000000000000000000" pitchFamily="2" charset="2"/>
                        <a:buChar char="Ø"/>
                      </a:pPr>
                      <a:r>
                        <a:rPr lang="en-US" altLang="zh-CN" sz="1200" dirty="0">
                          <a:solidFill>
                            <a:schemeClr val="tx1"/>
                          </a:solidFill>
                          <a:latin typeface="+mn-lt"/>
                        </a:rPr>
                        <a:t>Monthly dashboard</a:t>
                      </a:r>
                      <a:endParaRPr lang="zh-CN" altLang="en-US" sz="1200" dirty="0">
                        <a:solidFill>
                          <a:schemeClr val="tx1"/>
                        </a:solidFill>
                        <a:latin typeface="+mn-lt"/>
                      </a:endParaRPr>
                    </a:p>
                  </a:txBody>
                  <a:tcPr marL="80618" marR="8061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91259711"/>
                  </a:ext>
                </a:extLst>
              </a:tr>
            </a:tbl>
          </a:graphicData>
        </a:graphic>
      </p:graphicFrame>
      <p:sp>
        <p:nvSpPr>
          <p:cNvPr id="11" name="Title 7">
            <a:extLst>
              <a:ext uri="{FF2B5EF4-FFF2-40B4-BE49-F238E27FC236}">
                <a16:creationId xmlns:a16="http://schemas.microsoft.com/office/drawing/2014/main" id="{58E99367-9C4A-4FFD-9F75-9BC43654AD9B}"/>
              </a:ext>
            </a:extLst>
          </p:cNvPr>
          <p:cNvSpPr txBox="1">
            <a:spLocks/>
          </p:cNvSpPr>
          <p:nvPr/>
        </p:nvSpPr>
        <p:spPr>
          <a:xfrm>
            <a:off x="-39385" y="211168"/>
            <a:ext cx="10956281" cy="521208"/>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3200" kern="0" dirty="0"/>
              <a:t>WFB process build up </a:t>
            </a:r>
            <a:endParaRPr lang="en-US" sz="3200" dirty="0"/>
          </a:p>
        </p:txBody>
      </p:sp>
      <p:sp>
        <p:nvSpPr>
          <p:cNvPr id="15" name="矩形: 圆角 14">
            <a:extLst>
              <a:ext uri="{FF2B5EF4-FFF2-40B4-BE49-F238E27FC236}">
                <a16:creationId xmlns:a16="http://schemas.microsoft.com/office/drawing/2014/main" id="{7E60BF1C-A8A2-4C5E-AF35-319F88759ECE}"/>
              </a:ext>
            </a:extLst>
          </p:cNvPr>
          <p:cNvSpPr/>
          <p:nvPr/>
        </p:nvSpPr>
        <p:spPr>
          <a:xfrm>
            <a:off x="3274486" y="2284319"/>
            <a:ext cx="4008272" cy="738664"/>
          </a:xfrm>
          <a:prstGeom prst="roundRect">
            <a:avLst/>
          </a:prstGeom>
          <a:solidFill>
            <a:schemeClr val="accent4"/>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171450" indent="-171450">
              <a:buFont typeface="Arial" panose="020B0604020202020204" pitchFamily="34" charset="0"/>
              <a:buChar char="•"/>
            </a:pPr>
            <a:r>
              <a:rPr lang="en-US" altLang="zh-CN" sz="1200" dirty="0">
                <a:solidFill>
                  <a:schemeClr val="tx1"/>
                </a:solidFill>
              </a:rPr>
              <a:t>Build WFB team, work out WFB plan </a:t>
            </a:r>
          </a:p>
          <a:p>
            <a:pPr marL="171450" indent="-171450">
              <a:buFont typeface="Arial" panose="020B0604020202020204" pitchFamily="34" charset="0"/>
              <a:buChar char="•"/>
            </a:pPr>
            <a:r>
              <a:rPr lang="en-US" altLang="zh-CN" sz="1200" dirty="0">
                <a:solidFill>
                  <a:schemeClr val="tx1"/>
                </a:solidFill>
              </a:rPr>
              <a:t>Review WFB readiness</a:t>
            </a:r>
          </a:p>
          <a:p>
            <a:pPr marL="171450" indent="-171450">
              <a:buFont typeface="Arial" panose="020B0604020202020204" pitchFamily="34" charset="0"/>
              <a:buChar char="•"/>
            </a:pPr>
            <a:r>
              <a:rPr lang="en-US" altLang="zh-CN" sz="1200" dirty="0">
                <a:solidFill>
                  <a:schemeClr val="tx1"/>
                </a:solidFill>
              </a:rPr>
              <a:t>Cross function team(manager+) on-site UE FAI /CXS</a:t>
            </a:r>
          </a:p>
        </p:txBody>
      </p:sp>
      <p:sp>
        <p:nvSpPr>
          <p:cNvPr id="16" name="矩形: 圆角 15">
            <a:extLst>
              <a:ext uri="{FF2B5EF4-FFF2-40B4-BE49-F238E27FC236}">
                <a16:creationId xmlns:a16="http://schemas.microsoft.com/office/drawing/2014/main" id="{B3C96FE3-0709-4632-BE7A-1D6B62B22476}"/>
              </a:ext>
            </a:extLst>
          </p:cNvPr>
          <p:cNvSpPr/>
          <p:nvPr/>
        </p:nvSpPr>
        <p:spPr>
          <a:xfrm>
            <a:off x="7370804" y="2284319"/>
            <a:ext cx="3867665" cy="738664"/>
          </a:xfrm>
          <a:prstGeom prst="roundRect">
            <a:avLst/>
          </a:prstGeom>
          <a:solidFill>
            <a:schemeClr val="accent1"/>
          </a:solidFill>
          <a:ln>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171450" indent="-171450">
              <a:buFont typeface="Arial" panose="020B0604020202020204" pitchFamily="34" charset="0"/>
              <a:buChar char="•"/>
            </a:pPr>
            <a:r>
              <a:rPr lang="en-US" altLang="zh-CN" sz="1200" dirty="0">
                <a:solidFill>
                  <a:schemeClr val="tx1"/>
                </a:solidFill>
              </a:rPr>
              <a:t>WFB MFG control plan execution</a:t>
            </a:r>
          </a:p>
          <a:p>
            <a:pPr marL="171450" indent="-171450">
              <a:buFont typeface="Arial" panose="020B0604020202020204" pitchFamily="34" charset="0"/>
              <a:buChar char="•"/>
            </a:pPr>
            <a:r>
              <a:rPr lang="en-US" altLang="zh-CN" sz="1200" dirty="0">
                <a:solidFill>
                  <a:schemeClr val="tx1"/>
                </a:solidFill>
              </a:rPr>
              <a:t>WFB </a:t>
            </a:r>
            <a:r>
              <a:rPr lang="en-US" altLang="zh-CN" sz="1200" dirty="0" err="1">
                <a:solidFill>
                  <a:schemeClr val="tx1"/>
                </a:solidFill>
              </a:rPr>
              <a:t>warroom</a:t>
            </a:r>
            <a:r>
              <a:rPr lang="en-US" altLang="zh-CN" sz="1200" dirty="0">
                <a:solidFill>
                  <a:schemeClr val="tx1"/>
                </a:solidFill>
              </a:rPr>
              <a:t> and report release</a:t>
            </a:r>
          </a:p>
          <a:p>
            <a:pPr marL="171450" indent="-171450">
              <a:buFont typeface="Arial" panose="020B0604020202020204" pitchFamily="34" charset="0"/>
              <a:buChar char="•"/>
            </a:pPr>
            <a:r>
              <a:rPr lang="en-US" altLang="zh-CN" sz="1200" dirty="0">
                <a:solidFill>
                  <a:schemeClr val="tx1"/>
                </a:solidFill>
              </a:rPr>
              <a:t>WFB LL &amp; </a:t>
            </a:r>
            <a:r>
              <a:rPr lang="en-US" altLang="zh-CN" sz="1200" dirty="0" err="1">
                <a:solidFill>
                  <a:schemeClr val="tx1"/>
                </a:solidFill>
              </a:rPr>
              <a:t>FuPan</a:t>
            </a:r>
            <a:endParaRPr lang="zh-CN" altLang="en-US" sz="1200" dirty="0">
              <a:solidFill>
                <a:schemeClr val="tx1"/>
              </a:solidFill>
            </a:endParaRPr>
          </a:p>
        </p:txBody>
      </p:sp>
      <p:sp>
        <p:nvSpPr>
          <p:cNvPr id="47" name="动作按钮: 前进或下一项 46">
            <a:hlinkClick r:id="rId9" action="ppaction://hlinksldjump" highlightClick="1"/>
            <a:extLst>
              <a:ext uri="{FF2B5EF4-FFF2-40B4-BE49-F238E27FC236}">
                <a16:creationId xmlns:a16="http://schemas.microsoft.com/office/drawing/2014/main" id="{9E7DBCCE-FF83-407D-B031-098415723B81}"/>
              </a:ext>
            </a:extLst>
          </p:cNvPr>
          <p:cNvSpPr>
            <a:spLocks/>
          </p:cNvSpPr>
          <p:nvPr/>
        </p:nvSpPr>
        <p:spPr>
          <a:xfrm>
            <a:off x="5438756" y="2580351"/>
            <a:ext cx="229441" cy="182662"/>
          </a:xfrm>
          <a:prstGeom prst="actionButtonForwardNex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动作按钮: 前进或下一项 47">
            <a:hlinkClick r:id="rId10" action="ppaction://hlinksldjump" highlightClick="1"/>
            <a:extLst>
              <a:ext uri="{FF2B5EF4-FFF2-40B4-BE49-F238E27FC236}">
                <a16:creationId xmlns:a16="http://schemas.microsoft.com/office/drawing/2014/main" id="{0C1E2BF8-8310-4A3E-B1A9-D9F782F2EFF5}"/>
              </a:ext>
            </a:extLst>
          </p:cNvPr>
          <p:cNvSpPr>
            <a:spLocks/>
          </p:cNvSpPr>
          <p:nvPr/>
        </p:nvSpPr>
        <p:spPr>
          <a:xfrm>
            <a:off x="9887497" y="2394681"/>
            <a:ext cx="229441" cy="182662"/>
          </a:xfrm>
          <a:prstGeom prst="actionButtonForwardNex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动作按钮: 前进或下一项 48">
            <a:hlinkClick r:id="rId11" action="ppaction://hlinksldjump" highlightClick="1"/>
            <a:extLst>
              <a:ext uri="{FF2B5EF4-FFF2-40B4-BE49-F238E27FC236}">
                <a16:creationId xmlns:a16="http://schemas.microsoft.com/office/drawing/2014/main" id="{C3F6E564-B6A4-48F9-BE49-D341E9A62546}"/>
              </a:ext>
            </a:extLst>
          </p:cNvPr>
          <p:cNvSpPr>
            <a:spLocks/>
          </p:cNvSpPr>
          <p:nvPr/>
        </p:nvSpPr>
        <p:spPr>
          <a:xfrm>
            <a:off x="2886301" y="2661871"/>
            <a:ext cx="229441" cy="182662"/>
          </a:xfrm>
          <a:prstGeom prst="actionButtonForwardNex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动作按钮: 前进或下一项 42">
            <a:hlinkClick r:id="rId12" action="ppaction://hlinksldjump" highlightClick="1"/>
            <a:extLst>
              <a:ext uri="{FF2B5EF4-FFF2-40B4-BE49-F238E27FC236}">
                <a16:creationId xmlns:a16="http://schemas.microsoft.com/office/drawing/2014/main" id="{9E7DBCCE-FF83-407D-B031-098415723B81}"/>
              </a:ext>
            </a:extLst>
          </p:cNvPr>
          <p:cNvSpPr>
            <a:spLocks/>
          </p:cNvSpPr>
          <p:nvPr/>
        </p:nvSpPr>
        <p:spPr>
          <a:xfrm>
            <a:off x="6917725" y="2748187"/>
            <a:ext cx="229441" cy="182662"/>
          </a:xfrm>
          <a:prstGeom prst="actionButtonForwardNex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1217613" rtl="0" eaLnBrk="0" fontAlgn="base" hangingPunct="0">
              <a:spcBef>
                <a:spcPct val="0"/>
              </a:spcBef>
              <a:spcAft>
                <a:spcPct val="0"/>
              </a:spcAft>
              <a:defRPr sz="2400" kern="1200">
                <a:solidFill>
                  <a:schemeClr val="lt1"/>
                </a:solidFill>
                <a:latin typeface="+mn-lt"/>
                <a:ea typeface="+mn-ea"/>
                <a:cs typeface="+mn-cs"/>
              </a:defRPr>
            </a:lvl1pPr>
            <a:lvl2pPr marL="609600" indent="-152400" algn="l" defTabSz="1217613" rtl="0" eaLnBrk="0" fontAlgn="base" hangingPunct="0">
              <a:spcBef>
                <a:spcPct val="0"/>
              </a:spcBef>
              <a:spcAft>
                <a:spcPct val="0"/>
              </a:spcAft>
              <a:defRPr sz="2400" kern="1200">
                <a:solidFill>
                  <a:schemeClr val="lt1"/>
                </a:solidFill>
                <a:latin typeface="+mn-lt"/>
                <a:ea typeface="+mn-ea"/>
                <a:cs typeface="+mn-cs"/>
              </a:defRPr>
            </a:lvl2pPr>
            <a:lvl3pPr marL="1219200" indent="-304800" algn="l" defTabSz="1217613" rtl="0" eaLnBrk="0" fontAlgn="base" hangingPunct="0">
              <a:spcBef>
                <a:spcPct val="0"/>
              </a:spcBef>
              <a:spcAft>
                <a:spcPct val="0"/>
              </a:spcAft>
              <a:defRPr sz="2400" kern="1200">
                <a:solidFill>
                  <a:schemeClr val="lt1"/>
                </a:solidFill>
                <a:latin typeface="+mn-lt"/>
                <a:ea typeface="+mn-ea"/>
                <a:cs typeface="+mn-cs"/>
              </a:defRPr>
            </a:lvl3pPr>
            <a:lvl4pPr marL="1827213" indent="-455613" algn="l" defTabSz="1217613" rtl="0" eaLnBrk="0" fontAlgn="base" hangingPunct="0">
              <a:spcBef>
                <a:spcPct val="0"/>
              </a:spcBef>
              <a:spcAft>
                <a:spcPct val="0"/>
              </a:spcAft>
              <a:defRPr sz="2400" kern="1200">
                <a:solidFill>
                  <a:schemeClr val="lt1"/>
                </a:solidFill>
                <a:latin typeface="+mn-lt"/>
                <a:ea typeface="+mn-ea"/>
                <a:cs typeface="+mn-cs"/>
              </a:defRPr>
            </a:lvl4pPr>
            <a:lvl5pPr marL="2436813" indent="-608013" algn="l" defTabSz="1217613" rtl="0" eaLnBrk="0" fontAlgn="base" hangingPunct="0">
              <a:spcBef>
                <a:spcPct val="0"/>
              </a:spcBef>
              <a:spcAft>
                <a:spcPct val="0"/>
              </a:spcAft>
              <a:defRPr sz="2400" kern="1200">
                <a:solidFill>
                  <a:schemeClr val="lt1"/>
                </a:solidFill>
                <a:latin typeface="+mn-lt"/>
                <a:ea typeface="+mn-ea"/>
                <a:cs typeface="+mn-cs"/>
              </a:defRPr>
            </a:lvl5pPr>
            <a:lvl6pPr marL="2286000" algn="l" defTabSz="914400" rtl="0" eaLnBrk="1" latinLnBrk="0" hangingPunct="1">
              <a:defRPr sz="2400" kern="1200">
                <a:solidFill>
                  <a:schemeClr val="lt1"/>
                </a:solidFill>
                <a:latin typeface="+mn-lt"/>
                <a:ea typeface="+mn-ea"/>
                <a:cs typeface="+mn-cs"/>
              </a:defRPr>
            </a:lvl6pPr>
            <a:lvl7pPr marL="2743200" algn="l" defTabSz="914400" rtl="0" eaLnBrk="1" latinLnBrk="0" hangingPunct="1">
              <a:defRPr sz="2400" kern="1200">
                <a:solidFill>
                  <a:schemeClr val="lt1"/>
                </a:solidFill>
                <a:latin typeface="+mn-lt"/>
                <a:ea typeface="+mn-ea"/>
                <a:cs typeface="+mn-cs"/>
              </a:defRPr>
            </a:lvl7pPr>
            <a:lvl8pPr marL="3200400" algn="l" defTabSz="914400" rtl="0" eaLnBrk="1" latinLnBrk="0" hangingPunct="1">
              <a:defRPr sz="2400" kern="1200">
                <a:solidFill>
                  <a:schemeClr val="lt1"/>
                </a:solidFill>
                <a:latin typeface="+mn-lt"/>
                <a:ea typeface="+mn-ea"/>
                <a:cs typeface="+mn-cs"/>
              </a:defRPr>
            </a:lvl8pPr>
            <a:lvl9pPr marL="3657600" algn="l" defTabSz="914400" rtl="0" eaLnBrk="1" latinLnBrk="0" hangingPunct="1">
              <a:defRPr sz="2400" kern="1200">
                <a:solidFill>
                  <a:schemeClr val="lt1"/>
                </a:solidFill>
                <a:latin typeface="+mn-lt"/>
                <a:ea typeface="+mn-ea"/>
                <a:cs typeface="+mn-cs"/>
              </a:defRPr>
            </a:lvl9pPr>
          </a:lstStyle>
          <a:p>
            <a:pPr algn="ctr"/>
            <a:endParaRPr lang="zh-CN" altLang="en-US"/>
          </a:p>
        </p:txBody>
      </p:sp>
      <p:sp>
        <p:nvSpPr>
          <p:cNvPr id="44" name="动作按钮: 前进或下一项 43">
            <a:hlinkClick r:id="rId13" action="ppaction://hlinksldjump" highlightClick="1"/>
            <a:extLst>
              <a:ext uri="{FF2B5EF4-FFF2-40B4-BE49-F238E27FC236}">
                <a16:creationId xmlns:a16="http://schemas.microsoft.com/office/drawing/2014/main" id="{0F4FD762-F7F3-449E-BB39-BCA316D834D7}"/>
              </a:ext>
            </a:extLst>
          </p:cNvPr>
          <p:cNvSpPr>
            <a:spLocks/>
          </p:cNvSpPr>
          <p:nvPr/>
        </p:nvSpPr>
        <p:spPr>
          <a:xfrm>
            <a:off x="2886301" y="2394681"/>
            <a:ext cx="229441" cy="182662"/>
          </a:xfrm>
          <a:prstGeom prst="actionButtonForwardNext">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8D467A69-F7E9-4F14-8A10-214085FE7DA4}"/>
              </a:ext>
            </a:extLst>
          </p:cNvPr>
          <p:cNvGrpSpPr/>
          <p:nvPr/>
        </p:nvGrpSpPr>
        <p:grpSpPr>
          <a:xfrm>
            <a:off x="0" y="950427"/>
            <a:ext cx="11741649" cy="1357215"/>
            <a:chOff x="552665" y="662340"/>
            <a:chExt cx="10935133" cy="1357215"/>
          </a:xfrm>
        </p:grpSpPr>
        <p:grpSp>
          <p:nvGrpSpPr>
            <p:cNvPr id="18" name="组合 17">
              <a:extLst>
                <a:ext uri="{FF2B5EF4-FFF2-40B4-BE49-F238E27FC236}">
                  <a16:creationId xmlns:a16="http://schemas.microsoft.com/office/drawing/2014/main" id="{702950D4-2284-4870-AF6E-55FF6C430479}"/>
                </a:ext>
              </a:extLst>
            </p:cNvPr>
            <p:cNvGrpSpPr/>
            <p:nvPr/>
          </p:nvGrpSpPr>
          <p:grpSpPr>
            <a:xfrm>
              <a:off x="552665" y="662340"/>
              <a:ext cx="10935133" cy="1357215"/>
              <a:chOff x="568899" y="869050"/>
              <a:chExt cx="10935133" cy="1357215"/>
            </a:xfrm>
          </p:grpSpPr>
          <p:sp>
            <p:nvSpPr>
              <p:cNvPr id="65" name="任意多边形: 形状 64">
                <a:extLst>
                  <a:ext uri="{FF2B5EF4-FFF2-40B4-BE49-F238E27FC236}">
                    <a16:creationId xmlns:a16="http://schemas.microsoft.com/office/drawing/2014/main" id="{CEC465D0-0027-4F64-8AA7-9115CFD96D4A}"/>
                  </a:ext>
                </a:extLst>
              </p:cNvPr>
              <p:cNvSpPr/>
              <p:nvPr/>
            </p:nvSpPr>
            <p:spPr>
              <a:xfrm rot="5400000">
                <a:off x="5509523" y="-3768245"/>
                <a:ext cx="1352370" cy="10636649"/>
              </a:xfrm>
              <a:custGeom>
                <a:avLst/>
                <a:gdLst>
                  <a:gd name="connsiteX0" fmla="*/ 0 w 1060704"/>
                  <a:gd name="connsiteY0" fmla="*/ 7501805 h 7501805"/>
                  <a:gd name="connsiteX1" fmla="*/ 184928 w 1060704"/>
                  <a:gd name="connsiteY1" fmla="*/ 6455140 h 7501805"/>
                  <a:gd name="connsiteX2" fmla="*/ 184928 w 1060704"/>
                  <a:gd name="connsiteY2" fmla="*/ 3323416 h 7501805"/>
                  <a:gd name="connsiteX3" fmla="*/ 530352 w 1060704"/>
                  <a:gd name="connsiteY3" fmla="*/ 0 h 7501805"/>
                  <a:gd name="connsiteX4" fmla="*/ 875776 w 1060704"/>
                  <a:gd name="connsiteY4" fmla="*/ 3323416 h 7501805"/>
                  <a:gd name="connsiteX5" fmla="*/ 875776 w 1060704"/>
                  <a:gd name="connsiteY5" fmla="*/ 6455135 h 7501805"/>
                  <a:gd name="connsiteX6" fmla="*/ 1060704 w 1060704"/>
                  <a:gd name="connsiteY6" fmla="*/ 7501805 h 7501805"/>
                  <a:gd name="connsiteX0" fmla="*/ 0 w 1060704"/>
                  <a:gd name="connsiteY0" fmla="*/ 7501805 h 7501805"/>
                  <a:gd name="connsiteX1" fmla="*/ 214124 w 1060704"/>
                  <a:gd name="connsiteY1" fmla="*/ 6146135 h 7501805"/>
                  <a:gd name="connsiteX2" fmla="*/ 184928 w 1060704"/>
                  <a:gd name="connsiteY2" fmla="*/ 3323416 h 7501805"/>
                  <a:gd name="connsiteX3" fmla="*/ 530352 w 1060704"/>
                  <a:gd name="connsiteY3" fmla="*/ 0 h 7501805"/>
                  <a:gd name="connsiteX4" fmla="*/ 875776 w 1060704"/>
                  <a:gd name="connsiteY4" fmla="*/ 3323416 h 7501805"/>
                  <a:gd name="connsiteX5" fmla="*/ 875776 w 1060704"/>
                  <a:gd name="connsiteY5" fmla="*/ 6455135 h 7501805"/>
                  <a:gd name="connsiteX6" fmla="*/ 1060704 w 1060704"/>
                  <a:gd name="connsiteY6" fmla="*/ 7501805 h 7501805"/>
                  <a:gd name="connsiteX7" fmla="*/ 0 w 1060704"/>
                  <a:gd name="connsiteY7" fmla="*/ 7501805 h 7501805"/>
                  <a:gd name="connsiteX0" fmla="*/ 0 w 1060704"/>
                  <a:gd name="connsiteY0" fmla="*/ 7501805 h 7501805"/>
                  <a:gd name="connsiteX1" fmla="*/ 214124 w 1060704"/>
                  <a:gd name="connsiteY1" fmla="*/ 6146135 h 7501805"/>
                  <a:gd name="connsiteX2" fmla="*/ 184928 w 1060704"/>
                  <a:gd name="connsiteY2" fmla="*/ 3323416 h 7501805"/>
                  <a:gd name="connsiteX3" fmla="*/ 530352 w 1060704"/>
                  <a:gd name="connsiteY3" fmla="*/ 0 h 7501805"/>
                  <a:gd name="connsiteX4" fmla="*/ 875776 w 1060704"/>
                  <a:gd name="connsiteY4" fmla="*/ 3323416 h 7501805"/>
                  <a:gd name="connsiteX5" fmla="*/ 875777 w 1060704"/>
                  <a:gd name="connsiteY5" fmla="*/ 6154482 h 7501805"/>
                  <a:gd name="connsiteX6" fmla="*/ 1060704 w 1060704"/>
                  <a:gd name="connsiteY6" fmla="*/ 7501805 h 7501805"/>
                  <a:gd name="connsiteX7" fmla="*/ 0 w 1060704"/>
                  <a:gd name="connsiteY7" fmla="*/ 7501805 h 7501805"/>
                  <a:gd name="connsiteX0" fmla="*/ 0 w 1130772"/>
                  <a:gd name="connsiteY0" fmla="*/ 7501805 h 7501805"/>
                  <a:gd name="connsiteX1" fmla="*/ 284192 w 1130772"/>
                  <a:gd name="connsiteY1" fmla="*/ 6146135 h 7501805"/>
                  <a:gd name="connsiteX2" fmla="*/ 254996 w 1130772"/>
                  <a:gd name="connsiteY2" fmla="*/ 3323416 h 7501805"/>
                  <a:gd name="connsiteX3" fmla="*/ 600420 w 1130772"/>
                  <a:gd name="connsiteY3" fmla="*/ 0 h 7501805"/>
                  <a:gd name="connsiteX4" fmla="*/ 945844 w 1130772"/>
                  <a:gd name="connsiteY4" fmla="*/ 3323416 h 7501805"/>
                  <a:gd name="connsiteX5" fmla="*/ 945845 w 1130772"/>
                  <a:gd name="connsiteY5" fmla="*/ 6154482 h 7501805"/>
                  <a:gd name="connsiteX6" fmla="*/ 1130772 w 1130772"/>
                  <a:gd name="connsiteY6" fmla="*/ 7501805 h 7501805"/>
                  <a:gd name="connsiteX7" fmla="*/ 0 w 1130772"/>
                  <a:gd name="connsiteY7" fmla="*/ 7501805 h 7501805"/>
                  <a:gd name="connsiteX0" fmla="*/ 0 w 1177485"/>
                  <a:gd name="connsiteY0" fmla="*/ 7501805 h 7505981"/>
                  <a:gd name="connsiteX1" fmla="*/ 284192 w 1177485"/>
                  <a:gd name="connsiteY1" fmla="*/ 6146135 h 7505981"/>
                  <a:gd name="connsiteX2" fmla="*/ 254996 w 1177485"/>
                  <a:gd name="connsiteY2" fmla="*/ 3323416 h 7505981"/>
                  <a:gd name="connsiteX3" fmla="*/ 600420 w 1177485"/>
                  <a:gd name="connsiteY3" fmla="*/ 0 h 7505981"/>
                  <a:gd name="connsiteX4" fmla="*/ 945844 w 1177485"/>
                  <a:gd name="connsiteY4" fmla="*/ 3323416 h 7505981"/>
                  <a:gd name="connsiteX5" fmla="*/ 945845 w 1177485"/>
                  <a:gd name="connsiteY5" fmla="*/ 6154482 h 7505981"/>
                  <a:gd name="connsiteX6" fmla="*/ 1177485 w 1177485"/>
                  <a:gd name="connsiteY6" fmla="*/ 7505981 h 7505981"/>
                  <a:gd name="connsiteX7" fmla="*/ 0 w 1177485"/>
                  <a:gd name="connsiteY7" fmla="*/ 7501805 h 7505981"/>
                  <a:gd name="connsiteX0" fmla="*/ 0 w 1223237"/>
                  <a:gd name="connsiteY0" fmla="*/ 7501805 h 7505981"/>
                  <a:gd name="connsiteX1" fmla="*/ 329944 w 1223237"/>
                  <a:gd name="connsiteY1" fmla="*/ 6146135 h 7505981"/>
                  <a:gd name="connsiteX2" fmla="*/ 300748 w 1223237"/>
                  <a:gd name="connsiteY2" fmla="*/ 3323416 h 7505981"/>
                  <a:gd name="connsiteX3" fmla="*/ 646172 w 1223237"/>
                  <a:gd name="connsiteY3" fmla="*/ 0 h 7505981"/>
                  <a:gd name="connsiteX4" fmla="*/ 991596 w 1223237"/>
                  <a:gd name="connsiteY4" fmla="*/ 3323416 h 7505981"/>
                  <a:gd name="connsiteX5" fmla="*/ 991597 w 1223237"/>
                  <a:gd name="connsiteY5" fmla="*/ 6154482 h 7505981"/>
                  <a:gd name="connsiteX6" fmla="*/ 1223237 w 1223237"/>
                  <a:gd name="connsiteY6" fmla="*/ 7505981 h 7505981"/>
                  <a:gd name="connsiteX7" fmla="*/ 0 w 1223237"/>
                  <a:gd name="connsiteY7" fmla="*/ 7501805 h 7505981"/>
                  <a:gd name="connsiteX0" fmla="*/ 0 w 1251832"/>
                  <a:gd name="connsiteY0" fmla="*/ 7501805 h 7501805"/>
                  <a:gd name="connsiteX1" fmla="*/ 329944 w 1251832"/>
                  <a:gd name="connsiteY1" fmla="*/ 6146135 h 7501805"/>
                  <a:gd name="connsiteX2" fmla="*/ 300748 w 1251832"/>
                  <a:gd name="connsiteY2" fmla="*/ 3323416 h 7501805"/>
                  <a:gd name="connsiteX3" fmla="*/ 646172 w 1251832"/>
                  <a:gd name="connsiteY3" fmla="*/ 0 h 7501805"/>
                  <a:gd name="connsiteX4" fmla="*/ 991596 w 1251832"/>
                  <a:gd name="connsiteY4" fmla="*/ 3323416 h 7501805"/>
                  <a:gd name="connsiteX5" fmla="*/ 991597 w 1251832"/>
                  <a:gd name="connsiteY5" fmla="*/ 6154482 h 7501805"/>
                  <a:gd name="connsiteX6" fmla="*/ 1251832 w 1251832"/>
                  <a:gd name="connsiteY6" fmla="*/ 7501740 h 7501805"/>
                  <a:gd name="connsiteX7" fmla="*/ 0 w 1251832"/>
                  <a:gd name="connsiteY7" fmla="*/ 7501805 h 7501805"/>
                  <a:gd name="connsiteX0" fmla="*/ 0 w 1251832"/>
                  <a:gd name="connsiteY0" fmla="*/ 7302447 h 7302447"/>
                  <a:gd name="connsiteX1" fmla="*/ 329944 w 1251832"/>
                  <a:gd name="connsiteY1" fmla="*/ 5946777 h 7302447"/>
                  <a:gd name="connsiteX2" fmla="*/ 300748 w 1251832"/>
                  <a:gd name="connsiteY2" fmla="*/ 3124058 h 7302447"/>
                  <a:gd name="connsiteX3" fmla="*/ 651891 w 1251832"/>
                  <a:gd name="connsiteY3" fmla="*/ 0 h 7302447"/>
                  <a:gd name="connsiteX4" fmla="*/ 991596 w 1251832"/>
                  <a:gd name="connsiteY4" fmla="*/ 3124058 h 7302447"/>
                  <a:gd name="connsiteX5" fmla="*/ 991597 w 1251832"/>
                  <a:gd name="connsiteY5" fmla="*/ 5955124 h 7302447"/>
                  <a:gd name="connsiteX6" fmla="*/ 1251832 w 1251832"/>
                  <a:gd name="connsiteY6" fmla="*/ 7302382 h 7302447"/>
                  <a:gd name="connsiteX7" fmla="*/ 0 w 1251832"/>
                  <a:gd name="connsiteY7" fmla="*/ 7302447 h 7302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1832" h="7302447">
                    <a:moveTo>
                      <a:pt x="0" y="7302447"/>
                    </a:moveTo>
                    <a:lnTo>
                      <a:pt x="329944" y="5946777"/>
                    </a:lnTo>
                    <a:cubicBezTo>
                      <a:pt x="329944" y="4902869"/>
                      <a:pt x="300748" y="4167966"/>
                      <a:pt x="300748" y="3124058"/>
                    </a:cubicBezTo>
                    <a:cubicBezTo>
                      <a:pt x="300748" y="1288586"/>
                      <a:pt x="461119" y="0"/>
                      <a:pt x="651891" y="0"/>
                    </a:cubicBezTo>
                    <a:cubicBezTo>
                      <a:pt x="842663" y="0"/>
                      <a:pt x="991596" y="1288586"/>
                      <a:pt x="991596" y="3124058"/>
                    </a:cubicBezTo>
                    <a:cubicBezTo>
                      <a:pt x="991596" y="4067747"/>
                      <a:pt x="991597" y="5011435"/>
                      <a:pt x="991597" y="5955124"/>
                    </a:cubicBezTo>
                    <a:lnTo>
                      <a:pt x="1251832" y="7302382"/>
                    </a:lnTo>
                    <a:lnTo>
                      <a:pt x="0" y="7302447"/>
                    </a:lnTo>
                    <a:close/>
                  </a:path>
                </a:pathLst>
              </a:custGeom>
              <a:gradFill flip="none" rotWithShape="1">
                <a:gsLst>
                  <a:gs pos="0">
                    <a:schemeClr val="accent3">
                      <a:lumMod val="5000"/>
                      <a:lumOff val="95000"/>
                    </a:schemeClr>
                  </a:gs>
                  <a:gs pos="100000">
                    <a:schemeClr val="accent3">
                      <a:lumMod val="45000"/>
                      <a:lumOff val="55000"/>
                    </a:schemeClr>
                  </a:gs>
                  <a:gs pos="100000">
                    <a:schemeClr val="accent3">
                      <a:lumMod val="30000"/>
                      <a:lumOff val="70000"/>
                    </a:schemeClr>
                  </a:gs>
                </a:gsLst>
                <a:lin ang="5400000" scaled="1"/>
                <a:tileRect/>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4" name="组合 13">
                <a:extLst>
                  <a:ext uri="{FF2B5EF4-FFF2-40B4-BE49-F238E27FC236}">
                    <a16:creationId xmlns:a16="http://schemas.microsoft.com/office/drawing/2014/main" id="{C7011B8C-41E3-443E-99EA-0E0E8AAEC8F9}"/>
                  </a:ext>
                </a:extLst>
              </p:cNvPr>
              <p:cNvGrpSpPr/>
              <p:nvPr/>
            </p:nvGrpSpPr>
            <p:grpSpPr>
              <a:xfrm>
                <a:off x="568899" y="869050"/>
                <a:ext cx="578299" cy="1352371"/>
                <a:chOff x="568898" y="869050"/>
                <a:chExt cx="578299" cy="1352371"/>
              </a:xfrm>
            </p:grpSpPr>
            <p:sp>
              <p:nvSpPr>
                <p:cNvPr id="84" name="椭圆 83">
                  <a:extLst>
                    <a:ext uri="{FF2B5EF4-FFF2-40B4-BE49-F238E27FC236}">
                      <a16:creationId xmlns:a16="http://schemas.microsoft.com/office/drawing/2014/main" id="{4927C8D4-AE85-4829-9B56-BC7263A0E624}"/>
                    </a:ext>
                  </a:extLst>
                </p:cNvPr>
                <p:cNvSpPr/>
                <p:nvPr/>
              </p:nvSpPr>
              <p:spPr>
                <a:xfrm>
                  <a:off x="568898" y="869050"/>
                  <a:ext cx="578299" cy="1352371"/>
                </a:xfrm>
                <a:prstGeom prst="ellips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a:extLst>
                    <a:ext uri="{FF2B5EF4-FFF2-40B4-BE49-F238E27FC236}">
                      <a16:creationId xmlns:a16="http://schemas.microsoft.com/office/drawing/2014/main" id="{86CD7368-216E-4585-8C40-4F337B73BBA2}"/>
                    </a:ext>
                  </a:extLst>
                </p:cNvPr>
                <p:cNvSpPr>
                  <a:spLocks noChangeAspect="1"/>
                </p:cNvSpPr>
                <p:nvPr/>
              </p:nvSpPr>
              <p:spPr>
                <a:xfrm>
                  <a:off x="629641" y="981144"/>
                  <a:ext cx="456813" cy="1128182"/>
                </a:xfrm>
                <a:prstGeom prst="ellipse">
                  <a:avLst/>
                </a:prstGeom>
                <a:solidFill>
                  <a:schemeClr val="bg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58" name="任意多边形: 形状 57">
              <a:extLst>
                <a:ext uri="{FF2B5EF4-FFF2-40B4-BE49-F238E27FC236}">
                  <a16:creationId xmlns:a16="http://schemas.microsoft.com/office/drawing/2014/main" id="{785261CE-BA2D-4C18-9538-65762E58A25D}"/>
                </a:ext>
              </a:extLst>
            </p:cNvPr>
            <p:cNvSpPr/>
            <p:nvPr/>
          </p:nvSpPr>
          <p:spPr>
            <a:xfrm rot="5400000">
              <a:off x="5746536" y="-3797368"/>
              <a:ext cx="1027038" cy="10258096"/>
            </a:xfrm>
            <a:custGeom>
              <a:avLst/>
              <a:gdLst>
                <a:gd name="connsiteX0" fmla="*/ 0 w 1060704"/>
                <a:gd name="connsiteY0" fmla="*/ 7501805 h 7501805"/>
                <a:gd name="connsiteX1" fmla="*/ 184928 w 1060704"/>
                <a:gd name="connsiteY1" fmla="*/ 6455140 h 7501805"/>
                <a:gd name="connsiteX2" fmla="*/ 184928 w 1060704"/>
                <a:gd name="connsiteY2" fmla="*/ 3323416 h 7501805"/>
                <a:gd name="connsiteX3" fmla="*/ 530352 w 1060704"/>
                <a:gd name="connsiteY3" fmla="*/ 0 h 7501805"/>
                <a:gd name="connsiteX4" fmla="*/ 875776 w 1060704"/>
                <a:gd name="connsiteY4" fmla="*/ 3323416 h 7501805"/>
                <a:gd name="connsiteX5" fmla="*/ 875776 w 1060704"/>
                <a:gd name="connsiteY5" fmla="*/ 6455135 h 7501805"/>
                <a:gd name="connsiteX6" fmla="*/ 1060704 w 1060704"/>
                <a:gd name="connsiteY6" fmla="*/ 7501805 h 7501805"/>
                <a:gd name="connsiteX0" fmla="*/ 0 w 1060704"/>
                <a:gd name="connsiteY0" fmla="*/ 7501805 h 7501847"/>
                <a:gd name="connsiteX1" fmla="*/ 184928 w 1060704"/>
                <a:gd name="connsiteY1" fmla="*/ 6455140 h 7501847"/>
                <a:gd name="connsiteX2" fmla="*/ 184928 w 1060704"/>
                <a:gd name="connsiteY2" fmla="*/ 3323416 h 7501847"/>
                <a:gd name="connsiteX3" fmla="*/ 530352 w 1060704"/>
                <a:gd name="connsiteY3" fmla="*/ 0 h 7501847"/>
                <a:gd name="connsiteX4" fmla="*/ 875776 w 1060704"/>
                <a:gd name="connsiteY4" fmla="*/ 3323416 h 7501847"/>
                <a:gd name="connsiteX5" fmla="*/ 875776 w 1060704"/>
                <a:gd name="connsiteY5" fmla="*/ 6455135 h 7501847"/>
                <a:gd name="connsiteX6" fmla="*/ 1060704 w 1060704"/>
                <a:gd name="connsiteY6" fmla="*/ 7501805 h 7501847"/>
                <a:gd name="connsiteX7" fmla="*/ 541900 w 1060704"/>
                <a:gd name="connsiteY7" fmla="*/ 7445315 h 7501847"/>
                <a:gd name="connsiteX8" fmla="*/ 0 w 1060704"/>
                <a:gd name="connsiteY8" fmla="*/ 7501805 h 7501847"/>
                <a:gd name="connsiteX0" fmla="*/ 0 w 1060704"/>
                <a:gd name="connsiteY0" fmla="*/ 7501805 h 7501847"/>
                <a:gd name="connsiteX1" fmla="*/ 184928 w 1060704"/>
                <a:gd name="connsiteY1" fmla="*/ 6455140 h 7501847"/>
                <a:gd name="connsiteX2" fmla="*/ 184928 w 1060704"/>
                <a:gd name="connsiteY2" fmla="*/ 3323416 h 7501847"/>
                <a:gd name="connsiteX3" fmla="*/ 530352 w 1060704"/>
                <a:gd name="connsiteY3" fmla="*/ 0 h 7501847"/>
                <a:gd name="connsiteX4" fmla="*/ 875776 w 1060704"/>
                <a:gd name="connsiteY4" fmla="*/ 3323416 h 7501847"/>
                <a:gd name="connsiteX5" fmla="*/ 875776 w 1060704"/>
                <a:gd name="connsiteY5" fmla="*/ 6455135 h 7501847"/>
                <a:gd name="connsiteX6" fmla="*/ 1060704 w 1060704"/>
                <a:gd name="connsiteY6" fmla="*/ 7501805 h 7501847"/>
                <a:gd name="connsiteX7" fmla="*/ 541900 w 1060704"/>
                <a:gd name="connsiteY7" fmla="*/ 7445315 h 7501847"/>
                <a:gd name="connsiteX8" fmla="*/ 0 w 1060704"/>
                <a:gd name="connsiteY8" fmla="*/ 7501805 h 7501847"/>
                <a:gd name="connsiteX0" fmla="*/ 0 w 1060704"/>
                <a:gd name="connsiteY0" fmla="*/ 7501805 h 7501854"/>
                <a:gd name="connsiteX1" fmla="*/ 184928 w 1060704"/>
                <a:gd name="connsiteY1" fmla="*/ 6455140 h 7501854"/>
                <a:gd name="connsiteX2" fmla="*/ 184928 w 1060704"/>
                <a:gd name="connsiteY2" fmla="*/ 3323416 h 7501854"/>
                <a:gd name="connsiteX3" fmla="*/ 530352 w 1060704"/>
                <a:gd name="connsiteY3" fmla="*/ 0 h 7501854"/>
                <a:gd name="connsiteX4" fmla="*/ 875776 w 1060704"/>
                <a:gd name="connsiteY4" fmla="*/ 3323416 h 7501854"/>
                <a:gd name="connsiteX5" fmla="*/ 875776 w 1060704"/>
                <a:gd name="connsiteY5" fmla="*/ 6455135 h 7501854"/>
                <a:gd name="connsiteX6" fmla="*/ 1060704 w 1060704"/>
                <a:gd name="connsiteY6" fmla="*/ 7501805 h 7501854"/>
                <a:gd name="connsiteX7" fmla="*/ 541900 w 1060704"/>
                <a:gd name="connsiteY7" fmla="*/ 7445315 h 7501854"/>
                <a:gd name="connsiteX8" fmla="*/ 0 w 1060704"/>
                <a:gd name="connsiteY8" fmla="*/ 7501805 h 7501854"/>
                <a:gd name="connsiteX0" fmla="*/ 0 w 1060704"/>
                <a:gd name="connsiteY0" fmla="*/ 7501805 h 7501831"/>
                <a:gd name="connsiteX1" fmla="*/ 184928 w 1060704"/>
                <a:gd name="connsiteY1" fmla="*/ 6455140 h 7501831"/>
                <a:gd name="connsiteX2" fmla="*/ 184928 w 1060704"/>
                <a:gd name="connsiteY2" fmla="*/ 3323416 h 7501831"/>
                <a:gd name="connsiteX3" fmla="*/ 530352 w 1060704"/>
                <a:gd name="connsiteY3" fmla="*/ 0 h 7501831"/>
                <a:gd name="connsiteX4" fmla="*/ 875776 w 1060704"/>
                <a:gd name="connsiteY4" fmla="*/ 3323416 h 7501831"/>
                <a:gd name="connsiteX5" fmla="*/ 875776 w 1060704"/>
                <a:gd name="connsiteY5" fmla="*/ 6455135 h 7501831"/>
                <a:gd name="connsiteX6" fmla="*/ 1060704 w 1060704"/>
                <a:gd name="connsiteY6" fmla="*/ 7501805 h 7501831"/>
                <a:gd name="connsiteX7" fmla="*/ 541903 w 1060704"/>
                <a:gd name="connsiteY7" fmla="*/ 7400973 h 7501831"/>
                <a:gd name="connsiteX8" fmla="*/ 0 w 1060704"/>
                <a:gd name="connsiteY8" fmla="*/ 7501805 h 7501831"/>
                <a:gd name="connsiteX0" fmla="*/ 0 w 1060704"/>
                <a:gd name="connsiteY0" fmla="*/ 7501805 h 7501831"/>
                <a:gd name="connsiteX1" fmla="*/ 184928 w 1060704"/>
                <a:gd name="connsiteY1" fmla="*/ 6455140 h 7501831"/>
                <a:gd name="connsiteX2" fmla="*/ 184928 w 1060704"/>
                <a:gd name="connsiteY2" fmla="*/ 3323416 h 7501831"/>
                <a:gd name="connsiteX3" fmla="*/ 530352 w 1060704"/>
                <a:gd name="connsiteY3" fmla="*/ 0 h 7501831"/>
                <a:gd name="connsiteX4" fmla="*/ 875776 w 1060704"/>
                <a:gd name="connsiteY4" fmla="*/ 3323416 h 7501831"/>
                <a:gd name="connsiteX5" fmla="*/ 875776 w 1060704"/>
                <a:gd name="connsiteY5" fmla="*/ 6455135 h 7501831"/>
                <a:gd name="connsiteX6" fmla="*/ 1060704 w 1060704"/>
                <a:gd name="connsiteY6" fmla="*/ 7501805 h 7501831"/>
                <a:gd name="connsiteX7" fmla="*/ 541903 w 1060704"/>
                <a:gd name="connsiteY7" fmla="*/ 7400973 h 7501831"/>
                <a:gd name="connsiteX8" fmla="*/ 0 w 1060704"/>
                <a:gd name="connsiteY8" fmla="*/ 7501805 h 7501831"/>
                <a:gd name="connsiteX0" fmla="*/ 0 w 1060704"/>
                <a:gd name="connsiteY0" fmla="*/ 7501805 h 7501834"/>
                <a:gd name="connsiteX1" fmla="*/ 184928 w 1060704"/>
                <a:gd name="connsiteY1" fmla="*/ 6455140 h 7501834"/>
                <a:gd name="connsiteX2" fmla="*/ 184928 w 1060704"/>
                <a:gd name="connsiteY2" fmla="*/ 3323416 h 7501834"/>
                <a:gd name="connsiteX3" fmla="*/ 530352 w 1060704"/>
                <a:gd name="connsiteY3" fmla="*/ 0 h 7501834"/>
                <a:gd name="connsiteX4" fmla="*/ 875776 w 1060704"/>
                <a:gd name="connsiteY4" fmla="*/ 3323416 h 7501834"/>
                <a:gd name="connsiteX5" fmla="*/ 875776 w 1060704"/>
                <a:gd name="connsiteY5" fmla="*/ 6455135 h 7501834"/>
                <a:gd name="connsiteX6" fmla="*/ 1060704 w 1060704"/>
                <a:gd name="connsiteY6" fmla="*/ 7501805 h 7501834"/>
                <a:gd name="connsiteX7" fmla="*/ 541903 w 1060704"/>
                <a:gd name="connsiteY7" fmla="*/ 7400973 h 7501834"/>
                <a:gd name="connsiteX8" fmla="*/ 0 w 1060704"/>
                <a:gd name="connsiteY8" fmla="*/ 7501805 h 7501834"/>
                <a:gd name="connsiteX0" fmla="*/ 0 w 1060704"/>
                <a:gd name="connsiteY0" fmla="*/ 7501805 h 7501821"/>
                <a:gd name="connsiteX1" fmla="*/ 184928 w 1060704"/>
                <a:gd name="connsiteY1" fmla="*/ 6455140 h 7501821"/>
                <a:gd name="connsiteX2" fmla="*/ 184928 w 1060704"/>
                <a:gd name="connsiteY2" fmla="*/ 3323416 h 7501821"/>
                <a:gd name="connsiteX3" fmla="*/ 530352 w 1060704"/>
                <a:gd name="connsiteY3" fmla="*/ 0 h 7501821"/>
                <a:gd name="connsiteX4" fmla="*/ 875776 w 1060704"/>
                <a:gd name="connsiteY4" fmla="*/ 3323416 h 7501821"/>
                <a:gd name="connsiteX5" fmla="*/ 875776 w 1060704"/>
                <a:gd name="connsiteY5" fmla="*/ 6455135 h 7501821"/>
                <a:gd name="connsiteX6" fmla="*/ 1060704 w 1060704"/>
                <a:gd name="connsiteY6" fmla="*/ 7501805 h 7501821"/>
                <a:gd name="connsiteX7" fmla="*/ 470787 w 1060704"/>
                <a:gd name="connsiteY7" fmla="*/ 7334461 h 7501821"/>
                <a:gd name="connsiteX8" fmla="*/ 0 w 1060704"/>
                <a:gd name="connsiteY8" fmla="*/ 7501805 h 7501821"/>
                <a:gd name="connsiteX0" fmla="*/ 0 w 1052799"/>
                <a:gd name="connsiteY0" fmla="*/ 7497370 h 7501819"/>
                <a:gd name="connsiteX1" fmla="*/ 177023 w 1052799"/>
                <a:gd name="connsiteY1" fmla="*/ 6455140 h 7501819"/>
                <a:gd name="connsiteX2" fmla="*/ 177023 w 1052799"/>
                <a:gd name="connsiteY2" fmla="*/ 3323416 h 7501819"/>
                <a:gd name="connsiteX3" fmla="*/ 522447 w 1052799"/>
                <a:gd name="connsiteY3" fmla="*/ 0 h 7501819"/>
                <a:gd name="connsiteX4" fmla="*/ 867871 w 1052799"/>
                <a:gd name="connsiteY4" fmla="*/ 3323416 h 7501819"/>
                <a:gd name="connsiteX5" fmla="*/ 867871 w 1052799"/>
                <a:gd name="connsiteY5" fmla="*/ 6455135 h 7501819"/>
                <a:gd name="connsiteX6" fmla="*/ 1052799 w 1052799"/>
                <a:gd name="connsiteY6" fmla="*/ 7501805 h 7501819"/>
                <a:gd name="connsiteX7" fmla="*/ 462882 w 1052799"/>
                <a:gd name="connsiteY7" fmla="*/ 7334461 h 7501819"/>
                <a:gd name="connsiteX8" fmla="*/ 0 w 1052799"/>
                <a:gd name="connsiteY8" fmla="*/ 7497370 h 7501819"/>
                <a:gd name="connsiteX0" fmla="*/ 0 w 1052799"/>
                <a:gd name="connsiteY0" fmla="*/ 7497370 h 7501819"/>
                <a:gd name="connsiteX1" fmla="*/ 177023 w 1052799"/>
                <a:gd name="connsiteY1" fmla="*/ 6455140 h 7501819"/>
                <a:gd name="connsiteX2" fmla="*/ 177023 w 1052799"/>
                <a:gd name="connsiteY2" fmla="*/ 3323416 h 7501819"/>
                <a:gd name="connsiteX3" fmla="*/ 522447 w 1052799"/>
                <a:gd name="connsiteY3" fmla="*/ 0 h 7501819"/>
                <a:gd name="connsiteX4" fmla="*/ 867871 w 1052799"/>
                <a:gd name="connsiteY4" fmla="*/ 3323416 h 7501819"/>
                <a:gd name="connsiteX5" fmla="*/ 867871 w 1052799"/>
                <a:gd name="connsiteY5" fmla="*/ 6455135 h 7501819"/>
                <a:gd name="connsiteX6" fmla="*/ 1052799 w 1052799"/>
                <a:gd name="connsiteY6" fmla="*/ 7501805 h 7501819"/>
                <a:gd name="connsiteX7" fmla="*/ 557711 w 1052799"/>
                <a:gd name="connsiteY7" fmla="*/ 7334461 h 7501819"/>
                <a:gd name="connsiteX8" fmla="*/ 0 w 1052799"/>
                <a:gd name="connsiteY8" fmla="*/ 7497370 h 7501819"/>
                <a:gd name="connsiteX0" fmla="*/ 0 w 1052799"/>
                <a:gd name="connsiteY0" fmla="*/ 7497370 h 7501814"/>
                <a:gd name="connsiteX1" fmla="*/ 177023 w 1052799"/>
                <a:gd name="connsiteY1" fmla="*/ 6455140 h 7501814"/>
                <a:gd name="connsiteX2" fmla="*/ 177023 w 1052799"/>
                <a:gd name="connsiteY2" fmla="*/ 3323416 h 7501814"/>
                <a:gd name="connsiteX3" fmla="*/ 522447 w 1052799"/>
                <a:gd name="connsiteY3" fmla="*/ 0 h 7501814"/>
                <a:gd name="connsiteX4" fmla="*/ 867871 w 1052799"/>
                <a:gd name="connsiteY4" fmla="*/ 3323416 h 7501814"/>
                <a:gd name="connsiteX5" fmla="*/ 867871 w 1052799"/>
                <a:gd name="connsiteY5" fmla="*/ 6455135 h 7501814"/>
                <a:gd name="connsiteX6" fmla="*/ 1052799 w 1052799"/>
                <a:gd name="connsiteY6" fmla="*/ 7501805 h 7501814"/>
                <a:gd name="connsiteX7" fmla="*/ 549811 w 1052799"/>
                <a:gd name="connsiteY7" fmla="*/ 7254646 h 7501814"/>
                <a:gd name="connsiteX8" fmla="*/ 0 w 1052799"/>
                <a:gd name="connsiteY8" fmla="*/ 7497370 h 7501814"/>
                <a:gd name="connsiteX0" fmla="*/ 0 w 1052799"/>
                <a:gd name="connsiteY0" fmla="*/ 7497370 h 7501822"/>
                <a:gd name="connsiteX1" fmla="*/ 177023 w 1052799"/>
                <a:gd name="connsiteY1" fmla="*/ 6455140 h 7501822"/>
                <a:gd name="connsiteX2" fmla="*/ 177023 w 1052799"/>
                <a:gd name="connsiteY2" fmla="*/ 3323416 h 7501822"/>
                <a:gd name="connsiteX3" fmla="*/ 522447 w 1052799"/>
                <a:gd name="connsiteY3" fmla="*/ 0 h 7501822"/>
                <a:gd name="connsiteX4" fmla="*/ 867871 w 1052799"/>
                <a:gd name="connsiteY4" fmla="*/ 3323416 h 7501822"/>
                <a:gd name="connsiteX5" fmla="*/ 867871 w 1052799"/>
                <a:gd name="connsiteY5" fmla="*/ 6455135 h 7501822"/>
                <a:gd name="connsiteX6" fmla="*/ 1052799 w 1052799"/>
                <a:gd name="connsiteY6" fmla="*/ 7501805 h 7501822"/>
                <a:gd name="connsiteX7" fmla="*/ 534006 w 1052799"/>
                <a:gd name="connsiteY7" fmla="*/ 7369933 h 7501822"/>
                <a:gd name="connsiteX8" fmla="*/ 0 w 1052799"/>
                <a:gd name="connsiteY8" fmla="*/ 7497370 h 7501822"/>
                <a:gd name="connsiteX0" fmla="*/ 0 w 1052799"/>
                <a:gd name="connsiteY0" fmla="*/ 7497370 h 7501822"/>
                <a:gd name="connsiteX1" fmla="*/ 177026 w 1052799"/>
                <a:gd name="connsiteY1" fmla="*/ 6455139 h 7501822"/>
                <a:gd name="connsiteX2" fmla="*/ 177023 w 1052799"/>
                <a:gd name="connsiteY2" fmla="*/ 3323416 h 7501822"/>
                <a:gd name="connsiteX3" fmla="*/ 522447 w 1052799"/>
                <a:gd name="connsiteY3" fmla="*/ 0 h 7501822"/>
                <a:gd name="connsiteX4" fmla="*/ 867871 w 1052799"/>
                <a:gd name="connsiteY4" fmla="*/ 3323416 h 7501822"/>
                <a:gd name="connsiteX5" fmla="*/ 867871 w 1052799"/>
                <a:gd name="connsiteY5" fmla="*/ 6455135 h 7501822"/>
                <a:gd name="connsiteX6" fmla="*/ 1052799 w 1052799"/>
                <a:gd name="connsiteY6" fmla="*/ 7501805 h 7501822"/>
                <a:gd name="connsiteX7" fmla="*/ 534006 w 1052799"/>
                <a:gd name="connsiteY7" fmla="*/ 7369933 h 7501822"/>
                <a:gd name="connsiteX8" fmla="*/ 0 w 1052799"/>
                <a:gd name="connsiteY8" fmla="*/ 7497370 h 7501822"/>
                <a:gd name="connsiteX0" fmla="*/ 0 w 1052799"/>
                <a:gd name="connsiteY0" fmla="*/ 7497370 h 7501822"/>
                <a:gd name="connsiteX1" fmla="*/ 177029 w 1052799"/>
                <a:gd name="connsiteY1" fmla="*/ 6455139 h 7501822"/>
                <a:gd name="connsiteX2" fmla="*/ 177023 w 1052799"/>
                <a:gd name="connsiteY2" fmla="*/ 3323416 h 7501822"/>
                <a:gd name="connsiteX3" fmla="*/ 522447 w 1052799"/>
                <a:gd name="connsiteY3" fmla="*/ 0 h 7501822"/>
                <a:gd name="connsiteX4" fmla="*/ 867871 w 1052799"/>
                <a:gd name="connsiteY4" fmla="*/ 3323416 h 7501822"/>
                <a:gd name="connsiteX5" fmla="*/ 867871 w 1052799"/>
                <a:gd name="connsiteY5" fmla="*/ 6455135 h 7501822"/>
                <a:gd name="connsiteX6" fmla="*/ 1052799 w 1052799"/>
                <a:gd name="connsiteY6" fmla="*/ 7501805 h 7501822"/>
                <a:gd name="connsiteX7" fmla="*/ 534006 w 1052799"/>
                <a:gd name="connsiteY7" fmla="*/ 7369933 h 7501822"/>
                <a:gd name="connsiteX8" fmla="*/ 0 w 1052799"/>
                <a:gd name="connsiteY8" fmla="*/ 7497370 h 7501822"/>
                <a:gd name="connsiteX0" fmla="*/ 0 w 1052799"/>
                <a:gd name="connsiteY0" fmla="*/ 7497370 h 7501822"/>
                <a:gd name="connsiteX1" fmla="*/ 177029 w 1052799"/>
                <a:gd name="connsiteY1" fmla="*/ 6455139 h 7501822"/>
                <a:gd name="connsiteX2" fmla="*/ 177023 w 1052799"/>
                <a:gd name="connsiteY2" fmla="*/ 3323416 h 7501822"/>
                <a:gd name="connsiteX3" fmla="*/ 522447 w 1052799"/>
                <a:gd name="connsiteY3" fmla="*/ 0 h 7501822"/>
                <a:gd name="connsiteX4" fmla="*/ 867871 w 1052799"/>
                <a:gd name="connsiteY4" fmla="*/ 3323416 h 7501822"/>
                <a:gd name="connsiteX5" fmla="*/ 867874 w 1052799"/>
                <a:gd name="connsiteY5" fmla="*/ 6455134 h 7501822"/>
                <a:gd name="connsiteX6" fmla="*/ 1052799 w 1052799"/>
                <a:gd name="connsiteY6" fmla="*/ 7501805 h 7501822"/>
                <a:gd name="connsiteX7" fmla="*/ 534006 w 1052799"/>
                <a:gd name="connsiteY7" fmla="*/ 7369933 h 7501822"/>
                <a:gd name="connsiteX8" fmla="*/ 0 w 1052799"/>
                <a:gd name="connsiteY8" fmla="*/ 7497370 h 7501822"/>
                <a:gd name="connsiteX0" fmla="*/ 0 w 1052799"/>
                <a:gd name="connsiteY0" fmla="*/ 7497370 h 7501822"/>
                <a:gd name="connsiteX1" fmla="*/ 177029 w 1052799"/>
                <a:gd name="connsiteY1" fmla="*/ 6455139 h 7501822"/>
                <a:gd name="connsiteX2" fmla="*/ 177023 w 1052799"/>
                <a:gd name="connsiteY2" fmla="*/ 3323416 h 7501822"/>
                <a:gd name="connsiteX3" fmla="*/ 522447 w 1052799"/>
                <a:gd name="connsiteY3" fmla="*/ 0 h 7501822"/>
                <a:gd name="connsiteX4" fmla="*/ 867871 w 1052799"/>
                <a:gd name="connsiteY4" fmla="*/ 3323416 h 7501822"/>
                <a:gd name="connsiteX5" fmla="*/ 867874 w 1052799"/>
                <a:gd name="connsiteY5" fmla="*/ 6455134 h 7501822"/>
                <a:gd name="connsiteX6" fmla="*/ 1052799 w 1052799"/>
                <a:gd name="connsiteY6" fmla="*/ 7501805 h 7501822"/>
                <a:gd name="connsiteX7" fmla="*/ 534006 w 1052799"/>
                <a:gd name="connsiteY7" fmla="*/ 7369933 h 7501822"/>
                <a:gd name="connsiteX8" fmla="*/ 0 w 1052799"/>
                <a:gd name="connsiteY8" fmla="*/ 7497370 h 7501822"/>
                <a:gd name="connsiteX0" fmla="*/ 0 w 1052799"/>
                <a:gd name="connsiteY0" fmla="*/ 7497370 h 7501822"/>
                <a:gd name="connsiteX1" fmla="*/ 177029 w 1052799"/>
                <a:gd name="connsiteY1" fmla="*/ 6455139 h 7501822"/>
                <a:gd name="connsiteX2" fmla="*/ 177023 w 1052799"/>
                <a:gd name="connsiteY2" fmla="*/ 3323416 h 7501822"/>
                <a:gd name="connsiteX3" fmla="*/ 522447 w 1052799"/>
                <a:gd name="connsiteY3" fmla="*/ 0 h 7501822"/>
                <a:gd name="connsiteX4" fmla="*/ 867871 w 1052799"/>
                <a:gd name="connsiteY4" fmla="*/ 3323416 h 7501822"/>
                <a:gd name="connsiteX5" fmla="*/ 867874 w 1052799"/>
                <a:gd name="connsiteY5" fmla="*/ 6455134 h 7501822"/>
                <a:gd name="connsiteX6" fmla="*/ 1052799 w 1052799"/>
                <a:gd name="connsiteY6" fmla="*/ 7501805 h 7501822"/>
                <a:gd name="connsiteX7" fmla="*/ 534006 w 1052799"/>
                <a:gd name="connsiteY7" fmla="*/ 7369933 h 7501822"/>
                <a:gd name="connsiteX8" fmla="*/ 0 w 1052799"/>
                <a:gd name="connsiteY8" fmla="*/ 7497370 h 7501822"/>
                <a:gd name="connsiteX0" fmla="*/ 0 w 1052799"/>
                <a:gd name="connsiteY0" fmla="*/ 7497370 h 7501812"/>
                <a:gd name="connsiteX1" fmla="*/ 177029 w 1052799"/>
                <a:gd name="connsiteY1" fmla="*/ 6455139 h 7501812"/>
                <a:gd name="connsiteX2" fmla="*/ 177023 w 1052799"/>
                <a:gd name="connsiteY2" fmla="*/ 3323416 h 7501812"/>
                <a:gd name="connsiteX3" fmla="*/ 522447 w 1052799"/>
                <a:gd name="connsiteY3" fmla="*/ 0 h 7501812"/>
                <a:gd name="connsiteX4" fmla="*/ 867871 w 1052799"/>
                <a:gd name="connsiteY4" fmla="*/ 3323416 h 7501812"/>
                <a:gd name="connsiteX5" fmla="*/ 867874 w 1052799"/>
                <a:gd name="connsiteY5" fmla="*/ 6455134 h 7501812"/>
                <a:gd name="connsiteX6" fmla="*/ 1052799 w 1052799"/>
                <a:gd name="connsiteY6" fmla="*/ 7501805 h 7501812"/>
                <a:gd name="connsiteX7" fmla="*/ 549813 w 1052799"/>
                <a:gd name="connsiteY7" fmla="*/ 7183699 h 7501812"/>
                <a:gd name="connsiteX8" fmla="*/ 0 w 1052799"/>
                <a:gd name="connsiteY8" fmla="*/ 7497370 h 7501812"/>
                <a:gd name="connsiteX0" fmla="*/ 0 w 1052799"/>
                <a:gd name="connsiteY0" fmla="*/ 7497370 h 7501829"/>
                <a:gd name="connsiteX1" fmla="*/ 177029 w 1052799"/>
                <a:gd name="connsiteY1" fmla="*/ 6455139 h 7501829"/>
                <a:gd name="connsiteX2" fmla="*/ 177023 w 1052799"/>
                <a:gd name="connsiteY2" fmla="*/ 3323416 h 7501829"/>
                <a:gd name="connsiteX3" fmla="*/ 522447 w 1052799"/>
                <a:gd name="connsiteY3" fmla="*/ 0 h 7501829"/>
                <a:gd name="connsiteX4" fmla="*/ 867871 w 1052799"/>
                <a:gd name="connsiteY4" fmla="*/ 3323416 h 7501829"/>
                <a:gd name="connsiteX5" fmla="*/ 867874 w 1052799"/>
                <a:gd name="connsiteY5" fmla="*/ 6455134 h 7501829"/>
                <a:gd name="connsiteX6" fmla="*/ 1052799 w 1052799"/>
                <a:gd name="connsiteY6" fmla="*/ 7501805 h 7501829"/>
                <a:gd name="connsiteX7" fmla="*/ 557719 w 1052799"/>
                <a:gd name="connsiteY7" fmla="*/ 7409840 h 7501829"/>
                <a:gd name="connsiteX8" fmla="*/ 0 w 1052799"/>
                <a:gd name="connsiteY8" fmla="*/ 7497370 h 7501829"/>
                <a:gd name="connsiteX0" fmla="*/ 0 w 1052799"/>
                <a:gd name="connsiteY0" fmla="*/ 7497370 h 7501831"/>
                <a:gd name="connsiteX1" fmla="*/ 177029 w 1052799"/>
                <a:gd name="connsiteY1" fmla="*/ 6455139 h 7501831"/>
                <a:gd name="connsiteX2" fmla="*/ 177023 w 1052799"/>
                <a:gd name="connsiteY2" fmla="*/ 3323416 h 7501831"/>
                <a:gd name="connsiteX3" fmla="*/ 522447 w 1052799"/>
                <a:gd name="connsiteY3" fmla="*/ 0 h 7501831"/>
                <a:gd name="connsiteX4" fmla="*/ 867871 w 1052799"/>
                <a:gd name="connsiteY4" fmla="*/ 3323416 h 7501831"/>
                <a:gd name="connsiteX5" fmla="*/ 867874 w 1052799"/>
                <a:gd name="connsiteY5" fmla="*/ 6455134 h 7501831"/>
                <a:gd name="connsiteX6" fmla="*/ 1052799 w 1052799"/>
                <a:gd name="connsiteY6" fmla="*/ 7501805 h 7501831"/>
                <a:gd name="connsiteX7" fmla="*/ 486604 w 1052799"/>
                <a:gd name="connsiteY7" fmla="*/ 7418708 h 7501831"/>
                <a:gd name="connsiteX8" fmla="*/ 0 w 1052799"/>
                <a:gd name="connsiteY8" fmla="*/ 7497370 h 7501831"/>
                <a:gd name="connsiteX0" fmla="*/ 0 w 1084407"/>
                <a:gd name="connsiteY0" fmla="*/ 7497370 h 7497409"/>
                <a:gd name="connsiteX1" fmla="*/ 177029 w 1084407"/>
                <a:gd name="connsiteY1" fmla="*/ 6455139 h 7497409"/>
                <a:gd name="connsiteX2" fmla="*/ 177023 w 1084407"/>
                <a:gd name="connsiteY2" fmla="*/ 3323416 h 7497409"/>
                <a:gd name="connsiteX3" fmla="*/ 522447 w 1084407"/>
                <a:gd name="connsiteY3" fmla="*/ 0 h 7497409"/>
                <a:gd name="connsiteX4" fmla="*/ 867871 w 1084407"/>
                <a:gd name="connsiteY4" fmla="*/ 3323416 h 7497409"/>
                <a:gd name="connsiteX5" fmla="*/ 867874 w 1084407"/>
                <a:gd name="connsiteY5" fmla="*/ 6455134 h 7497409"/>
                <a:gd name="connsiteX6" fmla="*/ 1084407 w 1084407"/>
                <a:gd name="connsiteY6" fmla="*/ 7470766 h 7497409"/>
                <a:gd name="connsiteX7" fmla="*/ 486604 w 1084407"/>
                <a:gd name="connsiteY7" fmla="*/ 7418708 h 7497409"/>
                <a:gd name="connsiteX8" fmla="*/ 0 w 1084407"/>
                <a:gd name="connsiteY8" fmla="*/ 7497370 h 7497409"/>
                <a:gd name="connsiteX0" fmla="*/ 0 w 1155525"/>
                <a:gd name="connsiteY0" fmla="*/ 7501804 h 7501840"/>
                <a:gd name="connsiteX1" fmla="*/ 248147 w 1155525"/>
                <a:gd name="connsiteY1" fmla="*/ 6455139 h 7501840"/>
                <a:gd name="connsiteX2" fmla="*/ 248141 w 1155525"/>
                <a:gd name="connsiteY2" fmla="*/ 3323416 h 7501840"/>
                <a:gd name="connsiteX3" fmla="*/ 593565 w 1155525"/>
                <a:gd name="connsiteY3" fmla="*/ 0 h 7501840"/>
                <a:gd name="connsiteX4" fmla="*/ 938989 w 1155525"/>
                <a:gd name="connsiteY4" fmla="*/ 3323416 h 7501840"/>
                <a:gd name="connsiteX5" fmla="*/ 938992 w 1155525"/>
                <a:gd name="connsiteY5" fmla="*/ 6455134 h 7501840"/>
                <a:gd name="connsiteX6" fmla="*/ 1155525 w 1155525"/>
                <a:gd name="connsiteY6" fmla="*/ 7470766 h 7501840"/>
                <a:gd name="connsiteX7" fmla="*/ 557722 w 1155525"/>
                <a:gd name="connsiteY7" fmla="*/ 7418708 h 7501840"/>
                <a:gd name="connsiteX8" fmla="*/ 0 w 1155525"/>
                <a:gd name="connsiteY8" fmla="*/ 7501804 h 7501840"/>
                <a:gd name="connsiteX0" fmla="*/ 0 w 1155525"/>
                <a:gd name="connsiteY0" fmla="*/ 7501804 h 7501843"/>
                <a:gd name="connsiteX1" fmla="*/ 248147 w 1155525"/>
                <a:gd name="connsiteY1" fmla="*/ 6455139 h 7501843"/>
                <a:gd name="connsiteX2" fmla="*/ 248141 w 1155525"/>
                <a:gd name="connsiteY2" fmla="*/ 3323416 h 7501843"/>
                <a:gd name="connsiteX3" fmla="*/ 593565 w 1155525"/>
                <a:gd name="connsiteY3" fmla="*/ 0 h 7501843"/>
                <a:gd name="connsiteX4" fmla="*/ 938989 w 1155525"/>
                <a:gd name="connsiteY4" fmla="*/ 3323416 h 7501843"/>
                <a:gd name="connsiteX5" fmla="*/ 938992 w 1155525"/>
                <a:gd name="connsiteY5" fmla="*/ 6455134 h 7501843"/>
                <a:gd name="connsiteX6" fmla="*/ 1155525 w 1155525"/>
                <a:gd name="connsiteY6" fmla="*/ 7470766 h 7501843"/>
                <a:gd name="connsiteX7" fmla="*/ 573530 w 1155525"/>
                <a:gd name="connsiteY7" fmla="*/ 7423143 h 7501843"/>
                <a:gd name="connsiteX8" fmla="*/ 0 w 1155525"/>
                <a:gd name="connsiteY8" fmla="*/ 7501804 h 7501843"/>
                <a:gd name="connsiteX0" fmla="*/ 0 w 1289860"/>
                <a:gd name="connsiteY0" fmla="*/ 7497385 h 7497427"/>
                <a:gd name="connsiteX1" fmla="*/ 382482 w 1289860"/>
                <a:gd name="connsiteY1" fmla="*/ 6455139 h 7497427"/>
                <a:gd name="connsiteX2" fmla="*/ 382476 w 1289860"/>
                <a:gd name="connsiteY2" fmla="*/ 3323416 h 7497427"/>
                <a:gd name="connsiteX3" fmla="*/ 727900 w 1289860"/>
                <a:gd name="connsiteY3" fmla="*/ 0 h 7497427"/>
                <a:gd name="connsiteX4" fmla="*/ 1073324 w 1289860"/>
                <a:gd name="connsiteY4" fmla="*/ 3323416 h 7497427"/>
                <a:gd name="connsiteX5" fmla="*/ 1073327 w 1289860"/>
                <a:gd name="connsiteY5" fmla="*/ 6455134 h 7497427"/>
                <a:gd name="connsiteX6" fmla="*/ 1289860 w 1289860"/>
                <a:gd name="connsiteY6" fmla="*/ 7470766 h 7497427"/>
                <a:gd name="connsiteX7" fmla="*/ 707865 w 1289860"/>
                <a:gd name="connsiteY7" fmla="*/ 7423143 h 7497427"/>
                <a:gd name="connsiteX8" fmla="*/ 0 w 1289860"/>
                <a:gd name="connsiteY8" fmla="*/ 7497385 h 7497427"/>
                <a:gd name="connsiteX0" fmla="*/ 0 w 1416297"/>
                <a:gd name="connsiteY0" fmla="*/ 7497385 h 7501724"/>
                <a:gd name="connsiteX1" fmla="*/ 382482 w 1416297"/>
                <a:gd name="connsiteY1" fmla="*/ 6455139 h 7501724"/>
                <a:gd name="connsiteX2" fmla="*/ 382476 w 1416297"/>
                <a:gd name="connsiteY2" fmla="*/ 3323416 h 7501724"/>
                <a:gd name="connsiteX3" fmla="*/ 727900 w 1416297"/>
                <a:gd name="connsiteY3" fmla="*/ 0 h 7501724"/>
                <a:gd name="connsiteX4" fmla="*/ 1073324 w 1416297"/>
                <a:gd name="connsiteY4" fmla="*/ 3323416 h 7501724"/>
                <a:gd name="connsiteX5" fmla="*/ 1073327 w 1416297"/>
                <a:gd name="connsiteY5" fmla="*/ 6455134 h 7501724"/>
                <a:gd name="connsiteX6" fmla="*/ 1416297 w 1416297"/>
                <a:gd name="connsiteY6" fmla="*/ 7501696 h 7501724"/>
                <a:gd name="connsiteX7" fmla="*/ 707865 w 1416297"/>
                <a:gd name="connsiteY7" fmla="*/ 7423143 h 7501724"/>
                <a:gd name="connsiteX8" fmla="*/ 0 w 1416297"/>
                <a:gd name="connsiteY8" fmla="*/ 7497385 h 7501724"/>
                <a:gd name="connsiteX0" fmla="*/ 0 w 1329374"/>
                <a:gd name="connsiteY0" fmla="*/ 7497385 h 7497427"/>
                <a:gd name="connsiteX1" fmla="*/ 382482 w 1329374"/>
                <a:gd name="connsiteY1" fmla="*/ 6455139 h 7497427"/>
                <a:gd name="connsiteX2" fmla="*/ 382476 w 1329374"/>
                <a:gd name="connsiteY2" fmla="*/ 3323416 h 7497427"/>
                <a:gd name="connsiteX3" fmla="*/ 727900 w 1329374"/>
                <a:gd name="connsiteY3" fmla="*/ 0 h 7497427"/>
                <a:gd name="connsiteX4" fmla="*/ 1073324 w 1329374"/>
                <a:gd name="connsiteY4" fmla="*/ 3323416 h 7497427"/>
                <a:gd name="connsiteX5" fmla="*/ 1073327 w 1329374"/>
                <a:gd name="connsiteY5" fmla="*/ 6455134 h 7497427"/>
                <a:gd name="connsiteX6" fmla="*/ 1329374 w 1329374"/>
                <a:gd name="connsiteY6" fmla="*/ 7497277 h 7497427"/>
                <a:gd name="connsiteX7" fmla="*/ 707865 w 1329374"/>
                <a:gd name="connsiteY7" fmla="*/ 7423143 h 7497427"/>
                <a:gd name="connsiteX8" fmla="*/ 0 w 1329374"/>
                <a:gd name="connsiteY8" fmla="*/ 7497385 h 7497427"/>
                <a:gd name="connsiteX0" fmla="*/ 0 w 1329374"/>
                <a:gd name="connsiteY0" fmla="*/ 7497385 h 7497427"/>
                <a:gd name="connsiteX1" fmla="*/ 382482 w 1329374"/>
                <a:gd name="connsiteY1" fmla="*/ 6455139 h 7497427"/>
                <a:gd name="connsiteX2" fmla="*/ 382476 w 1329374"/>
                <a:gd name="connsiteY2" fmla="*/ 3323416 h 7497427"/>
                <a:gd name="connsiteX3" fmla="*/ 727900 w 1329374"/>
                <a:gd name="connsiteY3" fmla="*/ 0 h 7497427"/>
                <a:gd name="connsiteX4" fmla="*/ 1073324 w 1329374"/>
                <a:gd name="connsiteY4" fmla="*/ 3323416 h 7497427"/>
                <a:gd name="connsiteX5" fmla="*/ 1073327 w 1329374"/>
                <a:gd name="connsiteY5" fmla="*/ 6455134 h 7497427"/>
                <a:gd name="connsiteX6" fmla="*/ 1329374 w 1329374"/>
                <a:gd name="connsiteY6" fmla="*/ 7457508 h 7497427"/>
                <a:gd name="connsiteX7" fmla="*/ 707865 w 1329374"/>
                <a:gd name="connsiteY7" fmla="*/ 7423143 h 7497427"/>
                <a:gd name="connsiteX8" fmla="*/ 0 w 1329374"/>
                <a:gd name="connsiteY8" fmla="*/ 7497385 h 7497427"/>
                <a:gd name="connsiteX0" fmla="*/ 0 w 1289863"/>
                <a:gd name="connsiteY0" fmla="*/ 7497385 h 7497427"/>
                <a:gd name="connsiteX1" fmla="*/ 342971 w 1289863"/>
                <a:gd name="connsiteY1" fmla="*/ 6455139 h 7497427"/>
                <a:gd name="connsiteX2" fmla="*/ 342965 w 1289863"/>
                <a:gd name="connsiteY2" fmla="*/ 3323416 h 7497427"/>
                <a:gd name="connsiteX3" fmla="*/ 688389 w 1289863"/>
                <a:gd name="connsiteY3" fmla="*/ 0 h 7497427"/>
                <a:gd name="connsiteX4" fmla="*/ 1033813 w 1289863"/>
                <a:gd name="connsiteY4" fmla="*/ 3323416 h 7497427"/>
                <a:gd name="connsiteX5" fmla="*/ 1033816 w 1289863"/>
                <a:gd name="connsiteY5" fmla="*/ 6455134 h 7497427"/>
                <a:gd name="connsiteX6" fmla="*/ 1289863 w 1289863"/>
                <a:gd name="connsiteY6" fmla="*/ 7457508 h 7497427"/>
                <a:gd name="connsiteX7" fmla="*/ 668354 w 1289863"/>
                <a:gd name="connsiteY7" fmla="*/ 7423143 h 7497427"/>
                <a:gd name="connsiteX8" fmla="*/ 0 w 1289863"/>
                <a:gd name="connsiteY8" fmla="*/ 7497385 h 7497427"/>
                <a:gd name="connsiteX0" fmla="*/ 0 w 1242451"/>
                <a:gd name="connsiteY0" fmla="*/ 7497385 h 7497427"/>
                <a:gd name="connsiteX1" fmla="*/ 342971 w 1242451"/>
                <a:gd name="connsiteY1" fmla="*/ 6455139 h 7497427"/>
                <a:gd name="connsiteX2" fmla="*/ 342965 w 1242451"/>
                <a:gd name="connsiteY2" fmla="*/ 3323416 h 7497427"/>
                <a:gd name="connsiteX3" fmla="*/ 688389 w 1242451"/>
                <a:gd name="connsiteY3" fmla="*/ 0 h 7497427"/>
                <a:gd name="connsiteX4" fmla="*/ 1033813 w 1242451"/>
                <a:gd name="connsiteY4" fmla="*/ 3323416 h 7497427"/>
                <a:gd name="connsiteX5" fmla="*/ 1033816 w 1242451"/>
                <a:gd name="connsiteY5" fmla="*/ 6455134 h 7497427"/>
                <a:gd name="connsiteX6" fmla="*/ 1242451 w 1242451"/>
                <a:gd name="connsiteY6" fmla="*/ 7457508 h 7497427"/>
                <a:gd name="connsiteX7" fmla="*/ 668354 w 1242451"/>
                <a:gd name="connsiteY7" fmla="*/ 7423143 h 7497427"/>
                <a:gd name="connsiteX8" fmla="*/ 0 w 1242451"/>
                <a:gd name="connsiteY8" fmla="*/ 7497385 h 7497427"/>
                <a:gd name="connsiteX0" fmla="*/ 0 w 1195037"/>
                <a:gd name="connsiteY0" fmla="*/ 7484129 h 7484182"/>
                <a:gd name="connsiteX1" fmla="*/ 295557 w 1195037"/>
                <a:gd name="connsiteY1" fmla="*/ 6455139 h 7484182"/>
                <a:gd name="connsiteX2" fmla="*/ 295551 w 1195037"/>
                <a:gd name="connsiteY2" fmla="*/ 3323416 h 7484182"/>
                <a:gd name="connsiteX3" fmla="*/ 640975 w 1195037"/>
                <a:gd name="connsiteY3" fmla="*/ 0 h 7484182"/>
                <a:gd name="connsiteX4" fmla="*/ 986399 w 1195037"/>
                <a:gd name="connsiteY4" fmla="*/ 3323416 h 7484182"/>
                <a:gd name="connsiteX5" fmla="*/ 986402 w 1195037"/>
                <a:gd name="connsiteY5" fmla="*/ 6455134 h 7484182"/>
                <a:gd name="connsiteX6" fmla="*/ 1195037 w 1195037"/>
                <a:gd name="connsiteY6" fmla="*/ 7457508 h 7484182"/>
                <a:gd name="connsiteX7" fmla="*/ 620940 w 1195037"/>
                <a:gd name="connsiteY7" fmla="*/ 7423143 h 7484182"/>
                <a:gd name="connsiteX8" fmla="*/ 0 w 1195037"/>
                <a:gd name="connsiteY8" fmla="*/ 7484129 h 7484182"/>
                <a:gd name="connsiteX0" fmla="*/ 0 w 1195037"/>
                <a:gd name="connsiteY0" fmla="*/ 7484129 h 7484227"/>
                <a:gd name="connsiteX1" fmla="*/ 295557 w 1195037"/>
                <a:gd name="connsiteY1" fmla="*/ 6455139 h 7484227"/>
                <a:gd name="connsiteX2" fmla="*/ 295551 w 1195037"/>
                <a:gd name="connsiteY2" fmla="*/ 3323416 h 7484227"/>
                <a:gd name="connsiteX3" fmla="*/ 640975 w 1195037"/>
                <a:gd name="connsiteY3" fmla="*/ 0 h 7484227"/>
                <a:gd name="connsiteX4" fmla="*/ 986399 w 1195037"/>
                <a:gd name="connsiteY4" fmla="*/ 3323416 h 7484227"/>
                <a:gd name="connsiteX5" fmla="*/ 986402 w 1195037"/>
                <a:gd name="connsiteY5" fmla="*/ 6455134 h 7484227"/>
                <a:gd name="connsiteX6" fmla="*/ 1195037 w 1195037"/>
                <a:gd name="connsiteY6" fmla="*/ 7457508 h 7484227"/>
                <a:gd name="connsiteX7" fmla="*/ 565625 w 1195037"/>
                <a:gd name="connsiteY7" fmla="*/ 7445237 h 7484227"/>
                <a:gd name="connsiteX8" fmla="*/ 0 w 1195037"/>
                <a:gd name="connsiteY8" fmla="*/ 7484129 h 7484227"/>
                <a:gd name="connsiteX0" fmla="*/ 0 w 1195037"/>
                <a:gd name="connsiteY0" fmla="*/ 7484129 h 7484227"/>
                <a:gd name="connsiteX1" fmla="*/ 295557 w 1195037"/>
                <a:gd name="connsiteY1" fmla="*/ 6455139 h 7484227"/>
                <a:gd name="connsiteX2" fmla="*/ 295551 w 1195037"/>
                <a:gd name="connsiteY2" fmla="*/ 3323416 h 7484227"/>
                <a:gd name="connsiteX3" fmla="*/ 640975 w 1195037"/>
                <a:gd name="connsiteY3" fmla="*/ 0 h 7484227"/>
                <a:gd name="connsiteX4" fmla="*/ 986399 w 1195037"/>
                <a:gd name="connsiteY4" fmla="*/ 3323416 h 7484227"/>
                <a:gd name="connsiteX5" fmla="*/ 986402 w 1195037"/>
                <a:gd name="connsiteY5" fmla="*/ 6455134 h 7484227"/>
                <a:gd name="connsiteX6" fmla="*/ 1195037 w 1195037"/>
                <a:gd name="connsiteY6" fmla="*/ 7457508 h 7484227"/>
                <a:gd name="connsiteX7" fmla="*/ 565625 w 1195037"/>
                <a:gd name="connsiteY7" fmla="*/ 7445237 h 7484227"/>
                <a:gd name="connsiteX8" fmla="*/ 0 w 1195037"/>
                <a:gd name="connsiteY8" fmla="*/ 7484129 h 7484227"/>
                <a:gd name="connsiteX0" fmla="*/ 0 w 1195037"/>
                <a:gd name="connsiteY0" fmla="*/ 7484129 h 7484188"/>
                <a:gd name="connsiteX1" fmla="*/ 295557 w 1195037"/>
                <a:gd name="connsiteY1" fmla="*/ 6455139 h 7484188"/>
                <a:gd name="connsiteX2" fmla="*/ 295551 w 1195037"/>
                <a:gd name="connsiteY2" fmla="*/ 3323416 h 7484188"/>
                <a:gd name="connsiteX3" fmla="*/ 640975 w 1195037"/>
                <a:gd name="connsiteY3" fmla="*/ 0 h 7484188"/>
                <a:gd name="connsiteX4" fmla="*/ 986399 w 1195037"/>
                <a:gd name="connsiteY4" fmla="*/ 3323416 h 7484188"/>
                <a:gd name="connsiteX5" fmla="*/ 986402 w 1195037"/>
                <a:gd name="connsiteY5" fmla="*/ 6455134 h 7484188"/>
                <a:gd name="connsiteX6" fmla="*/ 1195037 w 1195037"/>
                <a:gd name="connsiteY6" fmla="*/ 7457508 h 7484188"/>
                <a:gd name="connsiteX7" fmla="*/ 565628 w 1195037"/>
                <a:gd name="connsiteY7" fmla="*/ 7427562 h 7484188"/>
                <a:gd name="connsiteX8" fmla="*/ 0 w 1195037"/>
                <a:gd name="connsiteY8" fmla="*/ 7484129 h 7484188"/>
                <a:gd name="connsiteX0" fmla="*/ 0 w 1195037"/>
                <a:gd name="connsiteY0" fmla="*/ 7484129 h 7484194"/>
                <a:gd name="connsiteX1" fmla="*/ 295557 w 1195037"/>
                <a:gd name="connsiteY1" fmla="*/ 6455139 h 7484194"/>
                <a:gd name="connsiteX2" fmla="*/ 295551 w 1195037"/>
                <a:gd name="connsiteY2" fmla="*/ 3323416 h 7484194"/>
                <a:gd name="connsiteX3" fmla="*/ 640975 w 1195037"/>
                <a:gd name="connsiteY3" fmla="*/ 0 h 7484194"/>
                <a:gd name="connsiteX4" fmla="*/ 986399 w 1195037"/>
                <a:gd name="connsiteY4" fmla="*/ 3323416 h 7484194"/>
                <a:gd name="connsiteX5" fmla="*/ 986402 w 1195037"/>
                <a:gd name="connsiteY5" fmla="*/ 6455134 h 7484194"/>
                <a:gd name="connsiteX6" fmla="*/ 1195037 w 1195037"/>
                <a:gd name="connsiteY6" fmla="*/ 7457508 h 7484194"/>
                <a:gd name="connsiteX7" fmla="*/ 676256 w 1195037"/>
                <a:gd name="connsiteY7" fmla="*/ 7431980 h 7484194"/>
                <a:gd name="connsiteX8" fmla="*/ 0 w 1195037"/>
                <a:gd name="connsiteY8" fmla="*/ 7484129 h 7484194"/>
                <a:gd name="connsiteX0" fmla="*/ 0 w 1195037"/>
                <a:gd name="connsiteY0" fmla="*/ 7484129 h 7484213"/>
                <a:gd name="connsiteX1" fmla="*/ 295557 w 1195037"/>
                <a:gd name="connsiteY1" fmla="*/ 6455139 h 7484213"/>
                <a:gd name="connsiteX2" fmla="*/ 295551 w 1195037"/>
                <a:gd name="connsiteY2" fmla="*/ 3323416 h 7484213"/>
                <a:gd name="connsiteX3" fmla="*/ 640975 w 1195037"/>
                <a:gd name="connsiteY3" fmla="*/ 0 h 7484213"/>
                <a:gd name="connsiteX4" fmla="*/ 986399 w 1195037"/>
                <a:gd name="connsiteY4" fmla="*/ 3323416 h 7484213"/>
                <a:gd name="connsiteX5" fmla="*/ 986402 w 1195037"/>
                <a:gd name="connsiteY5" fmla="*/ 6455134 h 7484213"/>
                <a:gd name="connsiteX6" fmla="*/ 1195037 w 1195037"/>
                <a:gd name="connsiteY6" fmla="*/ 7457508 h 7484213"/>
                <a:gd name="connsiteX7" fmla="*/ 652549 w 1195037"/>
                <a:gd name="connsiteY7" fmla="*/ 7440817 h 7484213"/>
                <a:gd name="connsiteX8" fmla="*/ 0 w 1195037"/>
                <a:gd name="connsiteY8" fmla="*/ 7484129 h 7484213"/>
                <a:gd name="connsiteX0" fmla="*/ 0 w 1195037"/>
                <a:gd name="connsiteY0" fmla="*/ 7484129 h 7484194"/>
                <a:gd name="connsiteX1" fmla="*/ 295557 w 1195037"/>
                <a:gd name="connsiteY1" fmla="*/ 6455139 h 7484194"/>
                <a:gd name="connsiteX2" fmla="*/ 295551 w 1195037"/>
                <a:gd name="connsiteY2" fmla="*/ 3323416 h 7484194"/>
                <a:gd name="connsiteX3" fmla="*/ 640975 w 1195037"/>
                <a:gd name="connsiteY3" fmla="*/ 0 h 7484194"/>
                <a:gd name="connsiteX4" fmla="*/ 986399 w 1195037"/>
                <a:gd name="connsiteY4" fmla="*/ 3323416 h 7484194"/>
                <a:gd name="connsiteX5" fmla="*/ 986402 w 1195037"/>
                <a:gd name="connsiteY5" fmla="*/ 6455134 h 7484194"/>
                <a:gd name="connsiteX6" fmla="*/ 1195037 w 1195037"/>
                <a:gd name="connsiteY6" fmla="*/ 7457508 h 7484194"/>
                <a:gd name="connsiteX7" fmla="*/ 652549 w 1195037"/>
                <a:gd name="connsiteY7" fmla="*/ 7440817 h 7484194"/>
                <a:gd name="connsiteX8" fmla="*/ 0 w 1195037"/>
                <a:gd name="connsiteY8" fmla="*/ 7484129 h 7484194"/>
                <a:gd name="connsiteX0" fmla="*/ 0 w 1163429"/>
                <a:gd name="connsiteY0" fmla="*/ 7484129 h 7484194"/>
                <a:gd name="connsiteX1" fmla="*/ 295557 w 1163429"/>
                <a:gd name="connsiteY1" fmla="*/ 6455139 h 7484194"/>
                <a:gd name="connsiteX2" fmla="*/ 295551 w 1163429"/>
                <a:gd name="connsiteY2" fmla="*/ 3323416 h 7484194"/>
                <a:gd name="connsiteX3" fmla="*/ 640975 w 1163429"/>
                <a:gd name="connsiteY3" fmla="*/ 0 h 7484194"/>
                <a:gd name="connsiteX4" fmla="*/ 986399 w 1163429"/>
                <a:gd name="connsiteY4" fmla="*/ 3323416 h 7484194"/>
                <a:gd name="connsiteX5" fmla="*/ 986402 w 1163429"/>
                <a:gd name="connsiteY5" fmla="*/ 6455134 h 7484194"/>
                <a:gd name="connsiteX6" fmla="*/ 1163429 w 1163429"/>
                <a:gd name="connsiteY6" fmla="*/ 7453089 h 7484194"/>
                <a:gd name="connsiteX7" fmla="*/ 652549 w 1163429"/>
                <a:gd name="connsiteY7" fmla="*/ 7440817 h 7484194"/>
                <a:gd name="connsiteX8" fmla="*/ 0 w 1163429"/>
                <a:gd name="connsiteY8" fmla="*/ 7484129 h 7484194"/>
                <a:gd name="connsiteX0" fmla="*/ 0 w 1242453"/>
                <a:gd name="connsiteY0" fmla="*/ 7484129 h 7484194"/>
                <a:gd name="connsiteX1" fmla="*/ 295557 w 1242453"/>
                <a:gd name="connsiteY1" fmla="*/ 6455139 h 7484194"/>
                <a:gd name="connsiteX2" fmla="*/ 295551 w 1242453"/>
                <a:gd name="connsiteY2" fmla="*/ 3323416 h 7484194"/>
                <a:gd name="connsiteX3" fmla="*/ 640975 w 1242453"/>
                <a:gd name="connsiteY3" fmla="*/ 0 h 7484194"/>
                <a:gd name="connsiteX4" fmla="*/ 986399 w 1242453"/>
                <a:gd name="connsiteY4" fmla="*/ 3323416 h 7484194"/>
                <a:gd name="connsiteX5" fmla="*/ 986402 w 1242453"/>
                <a:gd name="connsiteY5" fmla="*/ 6455134 h 7484194"/>
                <a:gd name="connsiteX6" fmla="*/ 1242453 w 1242453"/>
                <a:gd name="connsiteY6" fmla="*/ 7457508 h 7484194"/>
                <a:gd name="connsiteX7" fmla="*/ 652549 w 1242453"/>
                <a:gd name="connsiteY7" fmla="*/ 7440817 h 7484194"/>
                <a:gd name="connsiteX8" fmla="*/ 0 w 1242453"/>
                <a:gd name="connsiteY8" fmla="*/ 7484129 h 7484194"/>
                <a:gd name="connsiteX0" fmla="*/ 0 w 1242453"/>
                <a:gd name="connsiteY0" fmla="*/ 7484129 h 7484194"/>
                <a:gd name="connsiteX1" fmla="*/ 295557 w 1242453"/>
                <a:gd name="connsiteY1" fmla="*/ 6455139 h 7484194"/>
                <a:gd name="connsiteX2" fmla="*/ 295551 w 1242453"/>
                <a:gd name="connsiteY2" fmla="*/ 3323416 h 7484194"/>
                <a:gd name="connsiteX3" fmla="*/ 640975 w 1242453"/>
                <a:gd name="connsiteY3" fmla="*/ 0 h 7484194"/>
                <a:gd name="connsiteX4" fmla="*/ 986399 w 1242453"/>
                <a:gd name="connsiteY4" fmla="*/ 3323416 h 7484194"/>
                <a:gd name="connsiteX5" fmla="*/ 986402 w 1242453"/>
                <a:gd name="connsiteY5" fmla="*/ 6455134 h 7484194"/>
                <a:gd name="connsiteX6" fmla="*/ 1242453 w 1242453"/>
                <a:gd name="connsiteY6" fmla="*/ 7457508 h 7484194"/>
                <a:gd name="connsiteX7" fmla="*/ 652549 w 1242453"/>
                <a:gd name="connsiteY7" fmla="*/ 7440817 h 7484194"/>
                <a:gd name="connsiteX8" fmla="*/ 0 w 1242453"/>
                <a:gd name="connsiteY8" fmla="*/ 7484129 h 7484194"/>
                <a:gd name="connsiteX0" fmla="*/ 0 w 1242453"/>
                <a:gd name="connsiteY0" fmla="*/ 7280867 h 7280932"/>
                <a:gd name="connsiteX1" fmla="*/ 295557 w 1242453"/>
                <a:gd name="connsiteY1" fmla="*/ 6251877 h 7280932"/>
                <a:gd name="connsiteX2" fmla="*/ 295551 w 1242453"/>
                <a:gd name="connsiteY2" fmla="*/ 3120154 h 7280932"/>
                <a:gd name="connsiteX3" fmla="*/ 633074 w 1242453"/>
                <a:gd name="connsiteY3" fmla="*/ 0 h 7280932"/>
                <a:gd name="connsiteX4" fmla="*/ 986399 w 1242453"/>
                <a:gd name="connsiteY4" fmla="*/ 3120154 h 7280932"/>
                <a:gd name="connsiteX5" fmla="*/ 986402 w 1242453"/>
                <a:gd name="connsiteY5" fmla="*/ 6251872 h 7280932"/>
                <a:gd name="connsiteX6" fmla="*/ 1242453 w 1242453"/>
                <a:gd name="connsiteY6" fmla="*/ 7254246 h 7280932"/>
                <a:gd name="connsiteX7" fmla="*/ 652549 w 1242453"/>
                <a:gd name="connsiteY7" fmla="*/ 7237555 h 7280932"/>
                <a:gd name="connsiteX8" fmla="*/ 0 w 1242453"/>
                <a:gd name="connsiteY8" fmla="*/ 7280867 h 7280932"/>
                <a:gd name="connsiteX0" fmla="*/ 0 w 1242453"/>
                <a:gd name="connsiteY0" fmla="*/ 7311800 h 7311865"/>
                <a:gd name="connsiteX1" fmla="*/ 295557 w 1242453"/>
                <a:gd name="connsiteY1" fmla="*/ 6282810 h 7311865"/>
                <a:gd name="connsiteX2" fmla="*/ 295551 w 1242453"/>
                <a:gd name="connsiteY2" fmla="*/ 3151087 h 7311865"/>
                <a:gd name="connsiteX3" fmla="*/ 672584 w 1242453"/>
                <a:gd name="connsiteY3" fmla="*/ 0 h 7311865"/>
                <a:gd name="connsiteX4" fmla="*/ 986399 w 1242453"/>
                <a:gd name="connsiteY4" fmla="*/ 3151087 h 7311865"/>
                <a:gd name="connsiteX5" fmla="*/ 986402 w 1242453"/>
                <a:gd name="connsiteY5" fmla="*/ 6282805 h 7311865"/>
                <a:gd name="connsiteX6" fmla="*/ 1242453 w 1242453"/>
                <a:gd name="connsiteY6" fmla="*/ 7285179 h 7311865"/>
                <a:gd name="connsiteX7" fmla="*/ 652549 w 1242453"/>
                <a:gd name="connsiteY7" fmla="*/ 7268488 h 7311865"/>
                <a:gd name="connsiteX8" fmla="*/ 0 w 1242453"/>
                <a:gd name="connsiteY8" fmla="*/ 7311800 h 7311865"/>
                <a:gd name="connsiteX0" fmla="*/ 0 w 1242453"/>
                <a:gd name="connsiteY0" fmla="*/ 7311800 h 7311865"/>
                <a:gd name="connsiteX1" fmla="*/ 295557 w 1242453"/>
                <a:gd name="connsiteY1" fmla="*/ 6282810 h 7311865"/>
                <a:gd name="connsiteX2" fmla="*/ 295551 w 1242453"/>
                <a:gd name="connsiteY2" fmla="*/ 3151087 h 7311865"/>
                <a:gd name="connsiteX3" fmla="*/ 656780 w 1242453"/>
                <a:gd name="connsiteY3" fmla="*/ 0 h 7311865"/>
                <a:gd name="connsiteX4" fmla="*/ 986399 w 1242453"/>
                <a:gd name="connsiteY4" fmla="*/ 3151087 h 7311865"/>
                <a:gd name="connsiteX5" fmla="*/ 986402 w 1242453"/>
                <a:gd name="connsiteY5" fmla="*/ 6282805 h 7311865"/>
                <a:gd name="connsiteX6" fmla="*/ 1242453 w 1242453"/>
                <a:gd name="connsiteY6" fmla="*/ 7285179 h 7311865"/>
                <a:gd name="connsiteX7" fmla="*/ 652549 w 1242453"/>
                <a:gd name="connsiteY7" fmla="*/ 7268488 h 7311865"/>
                <a:gd name="connsiteX8" fmla="*/ 0 w 1242453"/>
                <a:gd name="connsiteY8" fmla="*/ 7311800 h 7311865"/>
                <a:gd name="connsiteX0" fmla="*/ 0 w 1266160"/>
                <a:gd name="connsiteY0" fmla="*/ 7311800 h 7326331"/>
                <a:gd name="connsiteX1" fmla="*/ 295557 w 1266160"/>
                <a:gd name="connsiteY1" fmla="*/ 6282810 h 7326331"/>
                <a:gd name="connsiteX2" fmla="*/ 295551 w 1266160"/>
                <a:gd name="connsiteY2" fmla="*/ 3151087 h 7326331"/>
                <a:gd name="connsiteX3" fmla="*/ 656780 w 1266160"/>
                <a:gd name="connsiteY3" fmla="*/ 0 h 7326331"/>
                <a:gd name="connsiteX4" fmla="*/ 986399 w 1266160"/>
                <a:gd name="connsiteY4" fmla="*/ 3151087 h 7326331"/>
                <a:gd name="connsiteX5" fmla="*/ 986402 w 1266160"/>
                <a:gd name="connsiteY5" fmla="*/ 6282805 h 7326331"/>
                <a:gd name="connsiteX6" fmla="*/ 1266160 w 1266160"/>
                <a:gd name="connsiteY6" fmla="*/ 7326331 h 7326331"/>
                <a:gd name="connsiteX7" fmla="*/ 652549 w 1266160"/>
                <a:gd name="connsiteY7" fmla="*/ 7268488 h 7326331"/>
                <a:gd name="connsiteX8" fmla="*/ 0 w 1266160"/>
                <a:gd name="connsiteY8" fmla="*/ 7311800 h 7326331"/>
                <a:gd name="connsiteX0" fmla="*/ 0 w 1313572"/>
                <a:gd name="connsiteY0" fmla="*/ 7336491 h 7336531"/>
                <a:gd name="connsiteX1" fmla="*/ 342969 w 1313572"/>
                <a:gd name="connsiteY1" fmla="*/ 6282810 h 7336531"/>
                <a:gd name="connsiteX2" fmla="*/ 342963 w 1313572"/>
                <a:gd name="connsiteY2" fmla="*/ 3151087 h 7336531"/>
                <a:gd name="connsiteX3" fmla="*/ 704192 w 1313572"/>
                <a:gd name="connsiteY3" fmla="*/ 0 h 7336531"/>
                <a:gd name="connsiteX4" fmla="*/ 1033811 w 1313572"/>
                <a:gd name="connsiteY4" fmla="*/ 3151087 h 7336531"/>
                <a:gd name="connsiteX5" fmla="*/ 1033814 w 1313572"/>
                <a:gd name="connsiteY5" fmla="*/ 6282805 h 7336531"/>
                <a:gd name="connsiteX6" fmla="*/ 1313572 w 1313572"/>
                <a:gd name="connsiteY6" fmla="*/ 7326331 h 7336531"/>
                <a:gd name="connsiteX7" fmla="*/ 699961 w 1313572"/>
                <a:gd name="connsiteY7" fmla="*/ 7268488 h 7336531"/>
                <a:gd name="connsiteX8" fmla="*/ 0 w 1313572"/>
                <a:gd name="connsiteY8" fmla="*/ 7336491 h 7336531"/>
                <a:gd name="connsiteX0" fmla="*/ 0 w 1313572"/>
                <a:gd name="connsiteY0" fmla="*/ 7336491 h 7336521"/>
                <a:gd name="connsiteX1" fmla="*/ 342969 w 1313572"/>
                <a:gd name="connsiteY1" fmla="*/ 6282810 h 7336521"/>
                <a:gd name="connsiteX2" fmla="*/ 342963 w 1313572"/>
                <a:gd name="connsiteY2" fmla="*/ 3151087 h 7336521"/>
                <a:gd name="connsiteX3" fmla="*/ 704192 w 1313572"/>
                <a:gd name="connsiteY3" fmla="*/ 0 h 7336521"/>
                <a:gd name="connsiteX4" fmla="*/ 1033811 w 1313572"/>
                <a:gd name="connsiteY4" fmla="*/ 3151087 h 7336521"/>
                <a:gd name="connsiteX5" fmla="*/ 1033814 w 1313572"/>
                <a:gd name="connsiteY5" fmla="*/ 6282805 h 7336521"/>
                <a:gd name="connsiteX6" fmla="*/ 1313572 w 1313572"/>
                <a:gd name="connsiteY6" fmla="*/ 7326331 h 7336521"/>
                <a:gd name="connsiteX7" fmla="*/ 660450 w 1313572"/>
                <a:gd name="connsiteY7" fmla="*/ 7247912 h 7336521"/>
                <a:gd name="connsiteX8" fmla="*/ 0 w 1313572"/>
                <a:gd name="connsiteY8" fmla="*/ 7336491 h 7336521"/>
                <a:gd name="connsiteX0" fmla="*/ 0 w 1313572"/>
                <a:gd name="connsiteY0" fmla="*/ 7336491 h 7336537"/>
                <a:gd name="connsiteX1" fmla="*/ 342969 w 1313572"/>
                <a:gd name="connsiteY1" fmla="*/ 6282810 h 7336537"/>
                <a:gd name="connsiteX2" fmla="*/ 342963 w 1313572"/>
                <a:gd name="connsiteY2" fmla="*/ 3151087 h 7336537"/>
                <a:gd name="connsiteX3" fmla="*/ 704192 w 1313572"/>
                <a:gd name="connsiteY3" fmla="*/ 0 h 7336537"/>
                <a:gd name="connsiteX4" fmla="*/ 1033811 w 1313572"/>
                <a:gd name="connsiteY4" fmla="*/ 3151087 h 7336537"/>
                <a:gd name="connsiteX5" fmla="*/ 1033814 w 1313572"/>
                <a:gd name="connsiteY5" fmla="*/ 6282805 h 7336537"/>
                <a:gd name="connsiteX6" fmla="*/ 1313572 w 1313572"/>
                <a:gd name="connsiteY6" fmla="*/ 7326331 h 7336537"/>
                <a:gd name="connsiteX7" fmla="*/ 668355 w 1313572"/>
                <a:gd name="connsiteY7" fmla="*/ 7276718 h 7336537"/>
                <a:gd name="connsiteX8" fmla="*/ 0 w 1313572"/>
                <a:gd name="connsiteY8" fmla="*/ 7336491 h 7336537"/>
                <a:gd name="connsiteX0" fmla="*/ 0 w 1313572"/>
                <a:gd name="connsiteY0" fmla="*/ 7336491 h 7336537"/>
                <a:gd name="connsiteX1" fmla="*/ 342969 w 1313572"/>
                <a:gd name="connsiteY1" fmla="*/ 6282810 h 7336537"/>
                <a:gd name="connsiteX2" fmla="*/ 342963 w 1313572"/>
                <a:gd name="connsiteY2" fmla="*/ 3151087 h 7336537"/>
                <a:gd name="connsiteX3" fmla="*/ 704192 w 1313572"/>
                <a:gd name="connsiteY3" fmla="*/ 0 h 7336537"/>
                <a:gd name="connsiteX4" fmla="*/ 1033811 w 1313572"/>
                <a:gd name="connsiteY4" fmla="*/ 3151087 h 7336537"/>
                <a:gd name="connsiteX5" fmla="*/ 1033818 w 1313572"/>
                <a:gd name="connsiteY5" fmla="*/ 6286920 h 7336537"/>
                <a:gd name="connsiteX6" fmla="*/ 1313572 w 1313572"/>
                <a:gd name="connsiteY6" fmla="*/ 7326331 h 7336537"/>
                <a:gd name="connsiteX7" fmla="*/ 668355 w 1313572"/>
                <a:gd name="connsiteY7" fmla="*/ 7276718 h 7336537"/>
                <a:gd name="connsiteX8" fmla="*/ 0 w 1313572"/>
                <a:gd name="connsiteY8" fmla="*/ 7336491 h 7336537"/>
                <a:gd name="connsiteX0" fmla="*/ 0 w 1313572"/>
                <a:gd name="connsiteY0" fmla="*/ 7336491 h 7336537"/>
                <a:gd name="connsiteX1" fmla="*/ 342969 w 1313572"/>
                <a:gd name="connsiteY1" fmla="*/ 6282810 h 7336537"/>
                <a:gd name="connsiteX2" fmla="*/ 342963 w 1313572"/>
                <a:gd name="connsiteY2" fmla="*/ 3151087 h 7336537"/>
                <a:gd name="connsiteX3" fmla="*/ 704192 w 1313572"/>
                <a:gd name="connsiteY3" fmla="*/ 0 h 7336537"/>
                <a:gd name="connsiteX4" fmla="*/ 1033811 w 1313572"/>
                <a:gd name="connsiteY4" fmla="*/ 3151087 h 7336537"/>
                <a:gd name="connsiteX5" fmla="*/ 1033818 w 1313572"/>
                <a:gd name="connsiteY5" fmla="*/ 6286920 h 7336537"/>
                <a:gd name="connsiteX6" fmla="*/ 1313572 w 1313572"/>
                <a:gd name="connsiteY6" fmla="*/ 7326331 h 7336537"/>
                <a:gd name="connsiteX7" fmla="*/ 668355 w 1313572"/>
                <a:gd name="connsiteY7" fmla="*/ 7276718 h 7336537"/>
                <a:gd name="connsiteX8" fmla="*/ 0 w 1313572"/>
                <a:gd name="connsiteY8" fmla="*/ 7336491 h 7336537"/>
                <a:gd name="connsiteX0" fmla="*/ 0 w 1313572"/>
                <a:gd name="connsiteY0" fmla="*/ 7336491 h 7336537"/>
                <a:gd name="connsiteX1" fmla="*/ 342969 w 1313572"/>
                <a:gd name="connsiteY1" fmla="*/ 6282810 h 7336537"/>
                <a:gd name="connsiteX2" fmla="*/ 342963 w 1313572"/>
                <a:gd name="connsiteY2" fmla="*/ 3151087 h 7336537"/>
                <a:gd name="connsiteX3" fmla="*/ 704192 w 1313572"/>
                <a:gd name="connsiteY3" fmla="*/ 0 h 7336537"/>
                <a:gd name="connsiteX4" fmla="*/ 1033811 w 1313572"/>
                <a:gd name="connsiteY4" fmla="*/ 3151087 h 7336537"/>
                <a:gd name="connsiteX5" fmla="*/ 1057529 w 1313572"/>
                <a:gd name="connsiteY5" fmla="*/ 6291035 h 7336537"/>
                <a:gd name="connsiteX6" fmla="*/ 1313572 w 1313572"/>
                <a:gd name="connsiteY6" fmla="*/ 7326331 h 7336537"/>
                <a:gd name="connsiteX7" fmla="*/ 668355 w 1313572"/>
                <a:gd name="connsiteY7" fmla="*/ 7276718 h 7336537"/>
                <a:gd name="connsiteX8" fmla="*/ 0 w 1313572"/>
                <a:gd name="connsiteY8" fmla="*/ 7336491 h 7336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3572" h="7336537">
                  <a:moveTo>
                    <a:pt x="0" y="7336491"/>
                  </a:moveTo>
                  <a:lnTo>
                    <a:pt x="342969" y="6282810"/>
                  </a:lnTo>
                  <a:cubicBezTo>
                    <a:pt x="342968" y="5238902"/>
                    <a:pt x="342964" y="4194995"/>
                    <a:pt x="342963" y="3151087"/>
                  </a:cubicBezTo>
                  <a:cubicBezTo>
                    <a:pt x="342963" y="1315615"/>
                    <a:pt x="513420" y="0"/>
                    <a:pt x="704192" y="0"/>
                  </a:cubicBezTo>
                  <a:cubicBezTo>
                    <a:pt x="894964" y="0"/>
                    <a:pt x="1033811" y="1315615"/>
                    <a:pt x="1033811" y="3151087"/>
                  </a:cubicBezTo>
                  <a:cubicBezTo>
                    <a:pt x="1033812" y="4194993"/>
                    <a:pt x="1057531" y="5247129"/>
                    <a:pt x="1057529" y="6291035"/>
                  </a:cubicBezTo>
                  <a:cubicBezTo>
                    <a:pt x="1166590" y="6732372"/>
                    <a:pt x="1251930" y="6977441"/>
                    <a:pt x="1313572" y="7326331"/>
                  </a:cubicBezTo>
                  <a:cubicBezTo>
                    <a:pt x="987867" y="7306099"/>
                    <a:pt x="1065191" y="7292500"/>
                    <a:pt x="668355" y="7276718"/>
                  </a:cubicBezTo>
                  <a:cubicBezTo>
                    <a:pt x="229596" y="7283754"/>
                    <a:pt x="154293" y="7338353"/>
                    <a:pt x="0" y="7336491"/>
                  </a:cubicBezTo>
                  <a:close/>
                </a:path>
              </a:pathLst>
            </a:custGeom>
            <a:gradFill flip="none" rotWithShape="1">
              <a:gsLst>
                <a:gs pos="0">
                  <a:schemeClr val="accent3">
                    <a:lumMod val="0"/>
                    <a:lumOff val="100000"/>
                  </a:schemeClr>
                </a:gs>
                <a:gs pos="35000">
                  <a:schemeClr val="accent3">
                    <a:lumMod val="0"/>
                    <a:lumOff val="100000"/>
                  </a:schemeClr>
                </a:gs>
                <a:gs pos="83000">
                  <a:schemeClr val="accent3">
                    <a:lumMod val="100000"/>
                  </a:schemeClr>
                </a:gs>
              </a:gsLst>
              <a:path path="circle">
                <a:fillToRect l="50000" t="-80000" r="50000" b="180000"/>
              </a:path>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grpSp>
        <p:nvGrpSpPr>
          <p:cNvPr id="87" name="Group 10">
            <a:extLst>
              <a:ext uri="{FF2B5EF4-FFF2-40B4-BE49-F238E27FC236}">
                <a16:creationId xmlns:a16="http://schemas.microsoft.com/office/drawing/2014/main" id="{CFED077C-0251-4E29-9794-87893138F559}"/>
              </a:ext>
            </a:extLst>
          </p:cNvPr>
          <p:cNvGrpSpPr/>
          <p:nvPr/>
        </p:nvGrpSpPr>
        <p:grpSpPr>
          <a:xfrm>
            <a:off x="100929" y="1222663"/>
            <a:ext cx="425753" cy="716613"/>
            <a:chOff x="1806602" y="3735349"/>
            <a:chExt cx="516167" cy="722332"/>
          </a:xfrm>
        </p:grpSpPr>
        <p:grpSp>
          <p:nvGrpSpPr>
            <p:cNvPr id="88" name="Group 142">
              <a:extLst>
                <a:ext uri="{FF2B5EF4-FFF2-40B4-BE49-F238E27FC236}">
                  <a16:creationId xmlns:a16="http://schemas.microsoft.com/office/drawing/2014/main" id="{BF28BC0F-FF72-4993-8FB4-373F59F536BF}"/>
                </a:ext>
              </a:extLst>
            </p:cNvPr>
            <p:cNvGrpSpPr/>
            <p:nvPr/>
          </p:nvGrpSpPr>
          <p:grpSpPr>
            <a:xfrm>
              <a:off x="1838039" y="3735349"/>
              <a:ext cx="453292" cy="483710"/>
              <a:chOff x="6254751" y="3557588"/>
              <a:chExt cx="969963" cy="1035050"/>
            </a:xfrm>
            <a:gradFill flip="none" rotWithShape="1">
              <a:gsLst>
                <a:gs pos="0">
                  <a:schemeClr val="accent4"/>
                </a:gs>
                <a:gs pos="100000">
                  <a:schemeClr val="accent3"/>
                </a:gs>
              </a:gsLst>
              <a:lin ang="16200000" scaled="1"/>
              <a:tileRect/>
            </a:gradFill>
          </p:grpSpPr>
          <p:sp>
            <p:nvSpPr>
              <p:cNvPr id="90" name="Freeform 45">
                <a:extLst>
                  <a:ext uri="{FF2B5EF4-FFF2-40B4-BE49-F238E27FC236}">
                    <a16:creationId xmlns:a16="http://schemas.microsoft.com/office/drawing/2014/main" id="{3FCE9381-7DA4-44B1-B181-2D746005EEE3}"/>
                  </a:ext>
                </a:extLst>
              </p:cNvPr>
              <p:cNvSpPr>
                <a:spLocks/>
              </p:cNvSpPr>
              <p:nvPr/>
            </p:nvSpPr>
            <p:spPr bwMode="auto">
              <a:xfrm>
                <a:off x="6254751" y="4003675"/>
                <a:ext cx="158750" cy="63500"/>
              </a:xfrm>
              <a:custGeom>
                <a:avLst/>
                <a:gdLst>
                  <a:gd name="T0" fmla="*/ 56 w 56"/>
                  <a:gd name="T1" fmla="*/ 11 h 22"/>
                  <a:gd name="T2" fmla="*/ 45 w 56"/>
                  <a:gd name="T3" fmla="*/ 0 h 22"/>
                  <a:gd name="T4" fmla="*/ 12 w 56"/>
                  <a:gd name="T5" fmla="*/ 0 h 22"/>
                  <a:gd name="T6" fmla="*/ 0 w 56"/>
                  <a:gd name="T7" fmla="*/ 11 h 22"/>
                  <a:gd name="T8" fmla="*/ 12 w 56"/>
                  <a:gd name="T9" fmla="*/ 22 h 22"/>
                  <a:gd name="T10" fmla="*/ 45 w 56"/>
                  <a:gd name="T11" fmla="*/ 22 h 22"/>
                  <a:gd name="T12" fmla="*/ 56 w 56"/>
                  <a:gd name="T13" fmla="*/ 11 h 22"/>
                </a:gdLst>
                <a:ahLst/>
                <a:cxnLst>
                  <a:cxn ang="0">
                    <a:pos x="T0" y="T1"/>
                  </a:cxn>
                  <a:cxn ang="0">
                    <a:pos x="T2" y="T3"/>
                  </a:cxn>
                  <a:cxn ang="0">
                    <a:pos x="T4" y="T5"/>
                  </a:cxn>
                  <a:cxn ang="0">
                    <a:pos x="T6" y="T7"/>
                  </a:cxn>
                  <a:cxn ang="0">
                    <a:pos x="T8" y="T9"/>
                  </a:cxn>
                  <a:cxn ang="0">
                    <a:pos x="T10" y="T11"/>
                  </a:cxn>
                  <a:cxn ang="0">
                    <a:pos x="T12" y="T13"/>
                  </a:cxn>
                </a:cxnLst>
                <a:rect l="0" t="0" r="r" b="b"/>
                <a:pathLst>
                  <a:path w="56" h="22">
                    <a:moveTo>
                      <a:pt x="56" y="11"/>
                    </a:moveTo>
                    <a:cubicBezTo>
                      <a:pt x="56" y="5"/>
                      <a:pt x="51" y="0"/>
                      <a:pt x="45" y="0"/>
                    </a:cubicBezTo>
                    <a:cubicBezTo>
                      <a:pt x="12" y="0"/>
                      <a:pt x="12" y="0"/>
                      <a:pt x="12" y="0"/>
                    </a:cubicBezTo>
                    <a:cubicBezTo>
                      <a:pt x="5" y="0"/>
                      <a:pt x="0" y="5"/>
                      <a:pt x="0" y="11"/>
                    </a:cubicBezTo>
                    <a:cubicBezTo>
                      <a:pt x="0" y="17"/>
                      <a:pt x="5" y="22"/>
                      <a:pt x="12" y="22"/>
                    </a:cubicBezTo>
                    <a:cubicBezTo>
                      <a:pt x="45" y="22"/>
                      <a:pt x="45" y="22"/>
                      <a:pt x="45" y="22"/>
                    </a:cubicBezTo>
                    <a:cubicBezTo>
                      <a:pt x="51" y="22"/>
                      <a:pt x="56" y="17"/>
                      <a:pt x="5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91" name="Freeform 46">
                <a:extLst>
                  <a:ext uri="{FF2B5EF4-FFF2-40B4-BE49-F238E27FC236}">
                    <a16:creationId xmlns:a16="http://schemas.microsoft.com/office/drawing/2014/main" id="{6D0B3DF2-61DD-4303-936C-0DC46A44D485}"/>
                  </a:ext>
                </a:extLst>
              </p:cNvPr>
              <p:cNvSpPr>
                <a:spLocks/>
              </p:cNvSpPr>
              <p:nvPr/>
            </p:nvSpPr>
            <p:spPr bwMode="auto">
              <a:xfrm>
                <a:off x="7067551" y="4003675"/>
                <a:ext cx="157163" cy="63500"/>
              </a:xfrm>
              <a:custGeom>
                <a:avLst/>
                <a:gdLst>
                  <a:gd name="T0" fmla="*/ 44 w 55"/>
                  <a:gd name="T1" fmla="*/ 0 h 22"/>
                  <a:gd name="T2" fmla="*/ 11 w 55"/>
                  <a:gd name="T3" fmla="*/ 0 h 22"/>
                  <a:gd name="T4" fmla="*/ 0 w 55"/>
                  <a:gd name="T5" fmla="*/ 11 h 22"/>
                  <a:gd name="T6" fmla="*/ 11 w 55"/>
                  <a:gd name="T7" fmla="*/ 22 h 22"/>
                  <a:gd name="T8" fmla="*/ 44 w 55"/>
                  <a:gd name="T9" fmla="*/ 22 h 22"/>
                  <a:gd name="T10" fmla="*/ 55 w 55"/>
                  <a:gd name="T11" fmla="*/ 11 h 22"/>
                  <a:gd name="T12" fmla="*/ 44 w 55"/>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55" h="22">
                    <a:moveTo>
                      <a:pt x="44" y="0"/>
                    </a:moveTo>
                    <a:cubicBezTo>
                      <a:pt x="11" y="0"/>
                      <a:pt x="11" y="0"/>
                      <a:pt x="11" y="0"/>
                    </a:cubicBezTo>
                    <a:cubicBezTo>
                      <a:pt x="5" y="0"/>
                      <a:pt x="0" y="5"/>
                      <a:pt x="0" y="11"/>
                    </a:cubicBezTo>
                    <a:cubicBezTo>
                      <a:pt x="0" y="17"/>
                      <a:pt x="5" y="22"/>
                      <a:pt x="11" y="22"/>
                    </a:cubicBezTo>
                    <a:cubicBezTo>
                      <a:pt x="44" y="22"/>
                      <a:pt x="44" y="22"/>
                      <a:pt x="44" y="22"/>
                    </a:cubicBezTo>
                    <a:cubicBezTo>
                      <a:pt x="50" y="22"/>
                      <a:pt x="55" y="17"/>
                      <a:pt x="55" y="11"/>
                    </a:cubicBezTo>
                    <a:cubicBezTo>
                      <a:pt x="55" y="5"/>
                      <a:pt x="50" y="0"/>
                      <a:pt x="4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92" name="Freeform 47">
                <a:extLst>
                  <a:ext uri="{FF2B5EF4-FFF2-40B4-BE49-F238E27FC236}">
                    <a16:creationId xmlns:a16="http://schemas.microsoft.com/office/drawing/2014/main" id="{9AF4070B-18C5-490D-9C1A-F97FE92C82FB}"/>
                  </a:ext>
                </a:extLst>
              </p:cNvPr>
              <p:cNvSpPr>
                <a:spLocks/>
              </p:cNvSpPr>
              <p:nvPr/>
            </p:nvSpPr>
            <p:spPr bwMode="auto">
              <a:xfrm>
                <a:off x="6383338" y="3689350"/>
                <a:ext cx="136525" cy="133350"/>
              </a:xfrm>
              <a:custGeom>
                <a:avLst/>
                <a:gdLst>
                  <a:gd name="T0" fmla="*/ 28 w 48"/>
                  <a:gd name="T1" fmla="*/ 44 h 47"/>
                  <a:gd name="T2" fmla="*/ 36 w 48"/>
                  <a:gd name="T3" fmla="*/ 47 h 47"/>
                  <a:gd name="T4" fmla="*/ 44 w 48"/>
                  <a:gd name="T5" fmla="*/ 44 h 47"/>
                  <a:gd name="T6" fmla="*/ 44 w 48"/>
                  <a:gd name="T7" fmla="*/ 28 h 47"/>
                  <a:gd name="T8" fmla="*/ 20 w 48"/>
                  <a:gd name="T9" fmla="*/ 4 h 47"/>
                  <a:gd name="T10" fmla="*/ 4 w 48"/>
                  <a:gd name="T11" fmla="*/ 4 h 47"/>
                  <a:gd name="T12" fmla="*/ 4 w 48"/>
                  <a:gd name="T13" fmla="*/ 20 h 47"/>
                  <a:gd name="T14" fmla="*/ 28 w 48"/>
                  <a:gd name="T15" fmla="*/ 44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47">
                    <a:moveTo>
                      <a:pt x="28" y="44"/>
                    </a:moveTo>
                    <a:cubicBezTo>
                      <a:pt x="30" y="46"/>
                      <a:pt x="33" y="47"/>
                      <a:pt x="36" y="47"/>
                    </a:cubicBezTo>
                    <a:cubicBezTo>
                      <a:pt x="38" y="47"/>
                      <a:pt x="41" y="46"/>
                      <a:pt x="44" y="44"/>
                    </a:cubicBezTo>
                    <a:cubicBezTo>
                      <a:pt x="48" y="39"/>
                      <a:pt x="48" y="32"/>
                      <a:pt x="44" y="28"/>
                    </a:cubicBezTo>
                    <a:cubicBezTo>
                      <a:pt x="20" y="4"/>
                      <a:pt x="20" y="4"/>
                      <a:pt x="20" y="4"/>
                    </a:cubicBezTo>
                    <a:cubicBezTo>
                      <a:pt x="15" y="0"/>
                      <a:pt x="8" y="0"/>
                      <a:pt x="4" y="4"/>
                    </a:cubicBezTo>
                    <a:cubicBezTo>
                      <a:pt x="0" y="9"/>
                      <a:pt x="0" y="16"/>
                      <a:pt x="4" y="20"/>
                    </a:cubicBezTo>
                    <a:lnTo>
                      <a:pt x="28"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93" name="Freeform 48">
                <a:extLst>
                  <a:ext uri="{FF2B5EF4-FFF2-40B4-BE49-F238E27FC236}">
                    <a16:creationId xmlns:a16="http://schemas.microsoft.com/office/drawing/2014/main" id="{3146FF03-06A6-4295-8197-FDCDDB4F771C}"/>
                  </a:ext>
                </a:extLst>
              </p:cNvPr>
              <p:cNvSpPr>
                <a:spLocks/>
              </p:cNvSpPr>
              <p:nvPr/>
            </p:nvSpPr>
            <p:spPr bwMode="auto">
              <a:xfrm>
                <a:off x="6962776" y="4243388"/>
                <a:ext cx="136525" cy="133350"/>
              </a:xfrm>
              <a:custGeom>
                <a:avLst/>
                <a:gdLst>
                  <a:gd name="T0" fmla="*/ 20 w 48"/>
                  <a:gd name="T1" fmla="*/ 5 h 47"/>
                  <a:gd name="T2" fmla="*/ 4 w 48"/>
                  <a:gd name="T3" fmla="*/ 5 h 47"/>
                  <a:gd name="T4" fmla="*/ 4 w 48"/>
                  <a:gd name="T5" fmla="*/ 20 h 47"/>
                  <a:gd name="T6" fmla="*/ 28 w 48"/>
                  <a:gd name="T7" fmla="*/ 44 h 47"/>
                  <a:gd name="T8" fmla="*/ 36 w 48"/>
                  <a:gd name="T9" fmla="*/ 47 h 47"/>
                  <a:gd name="T10" fmla="*/ 44 w 48"/>
                  <a:gd name="T11" fmla="*/ 44 h 47"/>
                  <a:gd name="T12" fmla="*/ 44 w 48"/>
                  <a:gd name="T13" fmla="*/ 28 h 47"/>
                  <a:gd name="T14" fmla="*/ 20 w 48"/>
                  <a:gd name="T15" fmla="*/ 5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47">
                    <a:moveTo>
                      <a:pt x="20" y="5"/>
                    </a:moveTo>
                    <a:cubicBezTo>
                      <a:pt x="16" y="0"/>
                      <a:pt x="9" y="0"/>
                      <a:pt x="4" y="5"/>
                    </a:cubicBezTo>
                    <a:cubicBezTo>
                      <a:pt x="0" y="9"/>
                      <a:pt x="0" y="16"/>
                      <a:pt x="4" y="20"/>
                    </a:cubicBezTo>
                    <a:cubicBezTo>
                      <a:pt x="28" y="44"/>
                      <a:pt x="28" y="44"/>
                      <a:pt x="28" y="44"/>
                    </a:cubicBezTo>
                    <a:cubicBezTo>
                      <a:pt x="30" y="46"/>
                      <a:pt x="33" y="47"/>
                      <a:pt x="36" y="47"/>
                    </a:cubicBezTo>
                    <a:cubicBezTo>
                      <a:pt x="39" y="47"/>
                      <a:pt x="42" y="46"/>
                      <a:pt x="44" y="44"/>
                    </a:cubicBezTo>
                    <a:cubicBezTo>
                      <a:pt x="48" y="40"/>
                      <a:pt x="48" y="33"/>
                      <a:pt x="44" y="28"/>
                    </a:cubicBezTo>
                    <a:lnTo>
                      <a:pt x="2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94" name="Freeform 49">
                <a:extLst>
                  <a:ext uri="{FF2B5EF4-FFF2-40B4-BE49-F238E27FC236}">
                    <a16:creationId xmlns:a16="http://schemas.microsoft.com/office/drawing/2014/main" id="{7BB8EF21-1120-4EC3-876E-726C4A39963F}"/>
                  </a:ext>
                </a:extLst>
              </p:cNvPr>
              <p:cNvSpPr>
                <a:spLocks/>
              </p:cNvSpPr>
              <p:nvPr/>
            </p:nvSpPr>
            <p:spPr bwMode="auto">
              <a:xfrm>
                <a:off x="6383338" y="4243388"/>
                <a:ext cx="136525" cy="133350"/>
              </a:xfrm>
              <a:custGeom>
                <a:avLst/>
                <a:gdLst>
                  <a:gd name="T0" fmla="*/ 28 w 48"/>
                  <a:gd name="T1" fmla="*/ 5 h 47"/>
                  <a:gd name="T2" fmla="*/ 4 w 48"/>
                  <a:gd name="T3" fmla="*/ 28 h 47"/>
                  <a:gd name="T4" fmla="*/ 4 w 48"/>
                  <a:gd name="T5" fmla="*/ 44 h 47"/>
                  <a:gd name="T6" fmla="*/ 12 w 48"/>
                  <a:gd name="T7" fmla="*/ 47 h 47"/>
                  <a:gd name="T8" fmla="*/ 20 w 48"/>
                  <a:gd name="T9" fmla="*/ 44 h 47"/>
                  <a:gd name="T10" fmla="*/ 44 w 48"/>
                  <a:gd name="T11" fmla="*/ 20 h 47"/>
                  <a:gd name="T12" fmla="*/ 44 w 48"/>
                  <a:gd name="T13" fmla="*/ 5 h 47"/>
                  <a:gd name="T14" fmla="*/ 28 w 48"/>
                  <a:gd name="T15" fmla="*/ 5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47">
                    <a:moveTo>
                      <a:pt x="28" y="5"/>
                    </a:moveTo>
                    <a:cubicBezTo>
                      <a:pt x="4" y="28"/>
                      <a:pt x="4" y="28"/>
                      <a:pt x="4" y="28"/>
                    </a:cubicBezTo>
                    <a:cubicBezTo>
                      <a:pt x="0" y="33"/>
                      <a:pt x="0" y="40"/>
                      <a:pt x="4" y="44"/>
                    </a:cubicBezTo>
                    <a:cubicBezTo>
                      <a:pt x="6" y="46"/>
                      <a:pt x="9" y="47"/>
                      <a:pt x="12" y="47"/>
                    </a:cubicBezTo>
                    <a:cubicBezTo>
                      <a:pt x="15" y="47"/>
                      <a:pt x="18" y="46"/>
                      <a:pt x="20" y="44"/>
                    </a:cubicBezTo>
                    <a:cubicBezTo>
                      <a:pt x="44" y="20"/>
                      <a:pt x="44" y="20"/>
                      <a:pt x="44" y="20"/>
                    </a:cubicBezTo>
                    <a:cubicBezTo>
                      <a:pt x="48" y="16"/>
                      <a:pt x="48" y="9"/>
                      <a:pt x="44" y="5"/>
                    </a:cubicBezTo>
                    <a:cubicBezTo>
                      <a:pt x="39" y="0"/>
                      <a:pt x="32" y="0"/>
                      <a:pt x="2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95" name="Freeform 50">
                <a:extLst>
                  <a:ext uri="{FF2B5EF4-FFF2-40B4-BE49-F238E27FC236}">
                    <a16:creationId xmlns:a16="http://schemas.microsoft.com/office/drawing/2014/main" id="{D0E69D33-1C26-49CB-BFA9-8BA8758C34FD}"/>
                  </a:ext>
                </a:extLst>
              </p:cNvPr>
              <p:cNvSpPr>
                <a:spLocks/>
              </p:cNvSpPr>
              <p:nvPr/>
            </p:nvSpPr>
            <p:spPr bwMode="auto">
              <a:xfrm>
                <a:off x="6962776" y="3689350"/>
                <a:ext cx="136525" cy="133350"/>
              </a:xfrm>
              <a:custGeom>
                <a:avLst/>
                <a:gdLst>
                  <a:gd name="T0" fmla="*/ 12 w 48"/>
                  <a:gd name="T1" fmla="*/ 47 h 47"/>
                  <a:gd name="T2" fmla="*/ 20 w 48"/>
                  <a:gd name="T3" fmla="*/ 44 h 47"/>
                  <a:gd name="T4" fmla="*/ 44 w 48"/>
                  <a:gd name="T5" fmla="*/ 20 h 47"/>
                  <a:gd name="T6" fmla="*/ 44 w 48"/>
                  <a:gd name="T7" fmla="*/ 4 h 47"/>
                  <a:gd name="T8" fmla="*/ 28 w 48"/>
                  <a:gd name="T9" fmla="*/ 4 h 47"/>
                  <a:gd name="T10" fmla="*/ 4 w 48"/>
                  <a:gd name="T11" fmla="*/ 28 h 47"/>
                  <a:gd name="T12" fmla="*/ 4 w 48"/>
                  <a:gd name="T13" fmla="*/ 44 h 47"/>
                  <a:gd name="T14" fmla="*/ 12 w 48"/>
                  <a:gd name="T15" fmla="*/ 47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47">
                    <a:moveTo>
                      <a:pt x="12" y="47"/>
                    </a:moveTo>
                    <a:cubicBezTo>
                      <a:pt x="15" y="47"/>
                      <a:pt x="18" y="46"/>
                      <a:pt x="20" y="44"/>
                    </a:cubicBezTo>
                    <a:cubicBezTo>
                      <a:pt x="44" y="20"/>
                      <a:pt x="44" y="20"/>
                      <a:pt x="44" y="20"/>
                    </a:cubicBezTo>
                    <a:cubicBezTo>
                      <a:pt x="48" y="16"/>
                      <a:pt x="48" y="9"/>
                      <a:pt x="44" y="4"/>
                    </a:cubicBezTo>
                    <a:cubicBezTo>
                      <a:pt x="39" y="0"/>
                      <a:pt x="32" y="0"/>
                      <a:pt x="28" y="4"/>
                    </a:cubicBezTo>
                    <a:cubicBezTo>
                      <a:pt x="4" y="28"/>
                      <a:pt x="4" y="28"/>
                      <a:pt x="4" y="28"/>
                    </a:cubicBezTo>
                    <a:cubicBezTo>
                      <a:pt x="0" y="32"/>
                      <a:pt x="0" y="39"/>
                      <a:pt x="4" y="44"/>
                    </a:cubicBezTo>
                    <a:cubicBezTo>
                      <a:pt x="6" y="46"/>
                      <a:pt x="9" y="47"/>
                      <a:pt x="1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96" name="Freeform 51">
                <a:extLst>
                  <a:ext uri="{FF2B5EF4-FFF2-40B4-BE49-F238E27FC236}">
                    <a16:creationId xmlns:a16="http://schemas.microsoft.com/office/drawing/2014/main" id="{E1215E2D-189E-488F-BF77-F454F0033A69}"/>
                  </a:ext>
                </a:extLst>
              </p:cNvPr>
              <p:cNvSpPr>
                <a:spLocks/>
              </p:cNvSpPr>
              <p:nvPr/>
            </p:nvSpPr>
            <p:spPr bwMode="auto">
              <a:xfrm>
                <a:off x="6710363" y="3557588"/>
                <a:ext cx="61913" cy="158750"/>
              </a:xfrm>
              <a:custGeom>
                <a:avLst/>
                <a:gdLst>
                  <a:gd name="T0" fmla="*/ 11 w 22"/>
                  <a:gd name="T1" fmla="*/ 56 h 56"/>
                  <a:gd name="T2" fmla="*/ 22 w 22"/>
                  <a:gd name="T3" fmla="*/ 45 h 56"/>
                  <a:gd name="T4" fmla="*/ 22 w 22"/>
                  <a:gd name="T5" fmla="*/ 11 h 56"/>
                  <a:gd name="T6" fmla="*/ 11 w 22"/>
                  <a:gd name="T7" fmla="*/ 0 h 56"/>
                  <a:gd name="T8" fmla="*/ 0 w 22"/>
                  <a:gd name="T9" fmla="*/ 11 h 56"/>
                  <a:gd name="T10" fmla="*/ 0 w 22"/>
                  <a:gd name="T11" fmla="*/ 45 h 56"/>
                  <a:gd name="T12" fmla="*/ 11 w 22"/>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22" h="56">
                    <a:moveTo>
                      <a:pt x="11" y="56"/>
                    </a:moveTo>
                    <a:cubicBezTo>
                      <a:pt x="17" y="56"/>
                      <a:pt x="22" y="51"/>
                      <a:pt x="22" y="45"/>
                    </a:cubicBezTo>
                    <a:cubicBezTo>
                      <a:pt x="22" y="11"/>
                      <a:pt x="22" y="11"/>
                      <a:pt x="22" y="11"/>
                    </a:cubicBezTo>
                    <a:cubicBezTo>
                      <a:pt x="22" y="5"/>
                      <a:pt x="17" y="0"/>
                      <a:pt x="11" y="0"/>
                    </a:cubicBezTo>
                    <a:cubicBezTo>
                      <a:pt x="5" y="0"/>
                      <a:pt x="0" y="5"/>
                      <a:pt x="0" y="11"/>
                    </a:cubicBezTo>
                    <a:cubicBezTo>
                      <a:pt x="0" y="45"/>
                      <a:pt x="0" y="45"/>
                      <a:pt x="0" y="45"/>
                    </a:cubicBezTo>
                    <a:cubicBezTo>
                      <a:pt x="0" y="51"/>
                      <a:pt x="5" y="56"/>
                      <a:pt x="11"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97" name="Freeform 52">
                <a:extLst>
                  <a:ext uri="{FF2B5EF4-FFF2-40B4-BE49-F238E27FC236}">
                    <a16:creationId xmlns:a16="http://schemas.microsoft.com/office/drawing/2014/main" id="{5E005405-46C9-45F0-9639-437BC234A2D9}"/>
                  </a:ext>
                </a:extLst>
              </p:cNvPr>
              <p:cNvSpPr>
                <a:spLocks/>
              </p:cNvSpPr>
              <p:nvPr/>
            </p:nvSpPr>
            <p:spPr bwMode="auto">
              <a:xfrm>
                <a:off x="6553201" y="3848100"/>
                <a:ext cx="158750" cy="215900"/>
              </a:xfrm>
              <a:custGeom>
                <a:avLst/>
                <a:gdLst>
                  <a:gd name="T0" fmla="*/ 42 w 56"/>
                  <a:gd name="T1" fmla="*/ 2 h 76"/>
                  <a:gd name="T2" fmla="*/ 0 w 56"/>
                  <a:gd name="T3" fmla="*/ 67 h 76"/>
                  <a:gd name="T4" fmla="*/ 9 w 56"/>
                  <a:gd name="T5" fmla="*/ 76 h 76"/>
                  <a:gd name="T6" fmla="*/ 18 w 56"/>
                  <a:gd name="T7" fmla="*/ 67 h 76"/>
                  <a:gd name="T8" fmla="*/ 49 w 56"/>
                  <a:gd name="T9" fmla="*/ 18 h 76"/>
                  <a:gd name="T10" fmla="*/ 54 w 56"/>
                  <a:gd name="T11" fmla="*/ 7 h 76"/>
                  <a:gd name="T12" fmla="*/ 42 w 56"/>
                  <a:gd name="T13" fmla="*/ 2 h 76"/>
                </a:gdLst>
                <a:ahLst/>
                <a:cxnLst>
                  <a:cxn ang="0">
                    <a:pos x="T0" y="T1"/>
                  </a:cxn>
                  <a:cxn ang="0">
                    <a:pos x="T2" y="T3"/>
                  </a:cxn>
                  <a:cxn ang="0">
                    <a:pos x="T4" y="T5"/>
                  </a:cxn>
                  <a:cxn ang="0">
                    <a:pos x="T6" y="T7"/>
                  </a:cxn>
                  <a:cxn ang="0">
                    <a:pos x="T8" y="T9"/>
                  </a:cxn>
                  <a:cxn ang="0">
                    <a:pos x="T10" y="T11"/>
                  </a:cxn>
                  <a:cxn ang="0">
                    <a:pos x="T12" y="T13"/>
                  </a:cxn>
                </a:cxnLst>
                <a:rect l="0" t="0" r="r" b="b"/>
                <a:pathLst>
                  <a:path w="56" h="76">
                    <a:moveTo>
                      <a:pt x="42" y="2"/>
                    </a:moveTo>
                    <a:cubicBezTo>
                      <a:pt x="16" y="14"/>
                      <a:pt x="0" y="39"/>
                      <a:pt x="0" y="67"/>
                    </a:cubicBezTo>
                    <a:cubicBezTo>
                      <a:pt x="0" y="72"/>
                      <a:pt x="4" y="76"/>
                      <a:pt x="9" y="76"/>
                    </a:cubicBezTo>
                    <a:cubicBezTo>
                      <a:pt x="14" y="76"/>
                      <a:pt x="18" y="72"/>
                      <a:pt x="18" y="67"/>
                    </a:cubicBezTo>
                    <a:cubicBezTo>
                      <a:pt x="18" y="46"/>
                      <a:pt x="30" y="27"/>
                      <a:pt x="49" y="18"/>
                    </a:cubicBezTo>
                    <a:cubicBezTo>
                      <a:pt x="54" y="16"/>
                      <a:pt x="56" y="11"/>
                      <a:pt x="54" y="7"/>
                    </a:cubicBezTo>
                    <a:cubicBezTo>
                      <a:pt x="52" y="2"/>
                      <a:pt x="46" y="0"/>
                      <a:pt x="4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98" name="Freeform 53">
                <a:extLst>
                  <a:ext uri="{FF2B5EF4-FFF2-40B4-BE49-F238E27FC236}">
                    <a16:creationId xmlns:a16="http://schemas.microsoft.com/office/drawing/2014/main" id="{60FEC39E-48E6-4A47-A100-6DBAA4799CFA}"/>
                  </a:ext>
                </a:extLst>
              </p:cNvPr>
              <p:cNvSpPr>
                <a:spLocks/>
              </p:cNvSpPr>
              <p:nvPr/>
            </p:nvSpPr>
            <p:spPr bwMode="auto">
              <a:xfrm>
                <a:off x="6589713" y="4422775"/>
                <a:ext cx="300038" cy="55563"/>
              </a:xfrm>
              <a:custGeom>
                <a:avLst/>
                <a:gdLst>
                  <a:gd name="T0" fmla="*/ 99 w 105"/>
                  <a:gd name="T1" fmla="*/ 0 h 20"/>
                  <a:gd name="T2" fmla="*/ 6 w 105"/>
                  <a:gd name="T3" fmla="*/ 0 h 20"/>
                  <a:gd name="T4" fmla="*/ 0 w 105"/>
                  <a:gd name="T5" fmla="*/ 10 h 20"/>
                  <a:gd name="T6" fmla="*/ 6 w 105"/>
                  <a:gd name="T7" fmla="*/ 20 h 20"/>
                  <a:gd name="T8" fmla="*/ 99 w 105"/>
                  <a:gd name="T9" fmla="*/ 20 h 20"/>
                  <a:gd name="T10" fmla="*/ 105 w 105"/>
                  <a:gd name="T11" fmla="*/ 10 h 20"/>
                  <a:gd name="T12" fmla="*/ 99 w 105"/>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05" h="20">
                    <a:moveTo>
                      <a:pt x="99" y="0"/>
                    </a:moveTo>
                    <a:cubicBezTo>
                      <a:pt x="6" y="0"/>
                      <a:pt x="6" y="0"/>
                      <a:pt x="6" y="0"/>
                    </a:cubicBezTo>
                    <a:cubicBezTo>
                      <a:pt x="3" y="2"/>
                      <a:pt x="0" y="6"/>
                      <a:pt x="0" y="10"/>
                    </a:cubicBezTo>
                    <a:cubicBezTo>
                      <a:pt x="0" y="15"/>
                      <a:pt x="3" y="18"/>
                      <a:pt x="6" y="20"/>
                    </a:cubicBezTo>
                    <a:cubicBezTo>
                      <a:pt x="99" y="20"/>
                      <a:pt x="99" y="20"/>
                      <a:pt x="99" y="20"/>
                    </a:cubicBezTo>
                    <a:cubicBezTo>
                      <a:pt x="103" y="18"/>
                      <a:pt x="105" y="15"/>
                      <a:pt x="105" y="10"/>
                    </a:cubicBezTo>
                    <a:cubicBezTo>
                      <a:pt x="105" y="6"/>
                      <a:pt x="103" y="2"/>
                      <a:pt x="9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99" name="Freeform 54">
                <a:extLst>
                  <a:ext uri="{FF2B5EF4-FFF2-40B4-BE49-F238E27FC236}">
                    <a16:creationId xmlns:a16="http://schemas.microsoft.com/office/drawing/2014/main" id="{8C145DAF-6818-4531-8552-E6F105A58559}"/>
                  </a:ext>
                </a:extLst>
              </p:cNvPr>
              <p:cNvSpPr>
                <a:spLocks/>
              </p:cNvSpPr>
              <p:nvPr/>
            </p:nvSpPr>
            <p:spPr bwMode="auto">
              <a:xfrm>
                <a:off x="6589713" y="4491038"/>
                <a:ext cx="300038" cy="101600"/>
              </a:xfrm>
              <a:custGeom>
                <a:avLst/>
                <a:gdLst>
                  <a:gd name="T0" fmla="*/ 100 w 105"/>
                  <a:gd name="T1" fmla="*/ 0 h 36"/>
                  <a:gd name="T2" fmla="*/ 5 w 105"/>
                  <a:gd name="T3" fmla="*/ 0 h 36"/>
                  <a:gd name="T4" fmla="*/ 0 w 105"/>
                  <a:gd name="T5" fmla="*/ 10 h 36"/>
                  <a:gd name="T6" fmla="*/ 8 w 105"/>
                  <a:gd name="T7" fmla="*/ 21 h 36"/>
                  <a:gd name="T8" fmla="*/ 10 w 105"/>
                  <a:gd name="T9" fmla="*/ 22 h 36"/>
                  <a:gd name="T10" fmla="*/ 12 w 105"/>
                  <a:gd name="T11" fmla="*/ 22 h 36"/>
                  <a:gd name="T12" fmla="*/ 12 w 105"/>
                  <a:gd name="T13" fmla="*/ 22 h 36"/>
                  <a:gd name="T14" fmla="*/ 22 w 105"/>
                  <a:gd name="T15" fmla="*/ 22 h 36"/>
                  <a:gd name="T16" fmla="*/ 22 w 105"/>
                  <a:gd name="T17" fmla="*/ 23 h 36"/>
                  <a:gd name="T18" fmla="*/ 36 w 105"/>
                  <a:gd name="T19" fmla="*/ 36 h 36"/>
                  <a:gd name="T20" fmla="*/ 70 w 105"/>
                  <a:gd name="T21" fmla="*/ 36 h 36"/>
                  <a:gd name="T22" fmla="*/ 83 w 105"/>
                  <a:gd name="T23" fmla="*/ 23 h 36"/>
                  <a:gd name="T24" fmla="*/ 83 w 105"/>
                  <a:gd name="T25" fmla="*/ 22 h 36"/>
                  <a:gd name="T26" fmla="*/ 93 w 105"/>
                  <a:gd name="T27" fmla="*/ 22 h 36"/>
                  <a:gd name="T28" fmla="*/ 94 w 105"/>
                  <a:gd name="T29" fmla="*/ 22 h 36"/>
                  <a:gd name="T30" fmla="*/ 95 w 105"/>
                  <a:gd name="T31" fmla="*/ 22 h 36"/>
                  <a:gd name="T32" fmla="*/ 98 w 105"/>
                  <a:gd name="T33" fmla="*/ 21 h 36"/>
                  <a:gd name="T34" fmla="*/ 105 w 105"/>
                  <a:gd name="T35" fmla="*/ 10 h 36"/>
                  <a:gd name="T36" fmla="*/ 100 w 105"/>
                  <a:gd name="T3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5" h="36">
                    <a:moveTo>
                      <a:pt x="100" y="0"/>
                    </a:moveTo>
                    <a:cubicBezTo>
                      <a:pt x="5" y="0"/>
                      <a:pt x="5" y="0"/>
                      <a:pt x="5" y="0"/>
                    </a:cubicBezTo>
                    <a:cubicBezTo>
                      <a:pt x="2" y="3"/>
                      <a:pt x="0" y="6"/>
                      <a:pt x="0" y="10"/>
                    </a:cubicBezTo>
                    <a:cubicBezTo>
                      <a:pt x="0" y="15"/>
                      <a:pt x="3" y="20"/>
                      <a:pt x="8" y="21"/>
                    </a:cubicBezTo>
                    <a:cubicBezTo>
                      <a:pt x="9" y="22"/>
                      <a:pt x="9" y="22"/>
                      <a:pt x="10" y="22"/>
                    </a:cubicBezTo>
                    <a:cubicBezTo>
                      <a:pt x="12" y="22"/>
                      <a:pt x="12" y="22"/>
                      <a:pt x="12" y="22"/>
                    </a:cubicBezTo>
                    <a:cubicBezTo>
                      <a:pt x="12" y="22"/>
                      <a:pt x="12" y="22"/>
                      <a:pt x="12" y="22"/>
                    </a:cubicBezTo>
                    <a:cubicBezTo>
                      <a:pt x="22" y="22"/>
                      <a:pt x="22" y="22"/>
                      <a:pt x="22" y="22"/>
                    </a:cubicBezTo>
                    <a:cubicBezTo>
                      <a:pt x="22" y="22"/>
                      <a:pt x="22" y="23"/>
                      <a:pt x="22" y="23"/>
                    </a:cubicBezTo>
                    <a:cubicBezTo>
                      <a:pt x="22" y="30"/>
                      <a:pt x="28" y="36"/>
                      <a:pt x="36" y="36"/>
                    </a:cubicBezTo>
                    <a:cubicBezTo>
                      <a:pt x="70" y="36"/>
                      <a:pt x="70" y="36"/>
                      <a:pt x="70" y="36"/>
                    </a:cubicBezTo>
                    <a:cubicBezTo>
                      <a:pt x="77" y="36"/>
                      <a:pt x="83" y="30"/>
                      <a:pt x="83" y="23"/>
                    </a:cubicBezTo>
                    <a:cubicBezTo>
                      <a:pt x="83" y="23"/>
                      <a:pt x="83" y="22"/>
                      <a:pt x="83" y="22"/>
                    </a:cubicBezTo>
                    <a:cubicBezTo>
                      <a:pt x="93" y="22"/>
                      <a:pt x="93" y="22"/>
                      <a:pt x="93" y="22"/>
                    </a:cubicBezTo>
                    <a:cubicBezTo>
                      <a:pt x="93" y="22"/>
                      <a:pt x="94" y="22"/>
                      <a:pt x="94" y="22"/>
                    </a:cubicBezTo>
                    <a:cubicBezTo>
                      <a:pt x="95" y="22"/>
                      <a:pt x="95" y="22"/>
                      <a:pt x="95" y="22"/>
                    </a:cubicBezTo>
                    <a:cubicBezTo>
                      <a:pt x="96" y="22"/>
                      <a:pt x="97" y="22"/>
                      <a:pt x="98" y="21"/>
                    </a:cubicBezTo>
                    <a:cubicBezTo>
                      <a:pt x="102" y="20"/>
                      <a:pt x="105" y="15"/>
                      <a:pt x="105" y="10"/>
                    </a:cubicBezTo>
                    <a:cubicBezTo>
                      <a:pt x="105" y="6"/>
                      <a:pt x="103" y="3"/>
                      <a:pt x="10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sp>
            <p:nvSpPr>
              <p:cNvPr id="100" name="Freeform 55">
                <a:extLst>
                  <a:ext uri="{FF2B5EF4-FFF2-40B4-BE49-F238E27FC236}">
                    <a16:creationId xmlns:a16="http://schemas.microsoft.com/office/drawing/2014/main" id="{D410EA7B-E67F-4134-AC97-BF201982D1A5}"/>
                  </a:ext>
                </a:extLst>
              </p:cNvPr>
              <p:cNvSpPr>
                <a:spLocks noEditPoints="1"/>
              </p:cNvSpPr>
              <p:nvPr/>
            </p:nvSpPr>
            <p:spPr bwMode="auto">
              <a:xfrm>
                <a:off x="6462713" y="3765550"/>
                <a:ext cx="554038" cy="644525"/>
              </a:xfrm>
              <a:custGeom>
                <a:avLst/>
                <a:gdLst>
                  <a:gd name="T0" fmla="*/ 195 w 195"/>
                  <a:gd name="T1" fmla="*/ 97 h 227"/>
                  <a:gd name="T2" fmla="*/ 98 w 195"/>
                  <a:gd name="T3" fmla="*/ 0 h 227"/>
                  <a:gd name="T4" fmla="*/ 0 w 195"/>
                  <a:gd name="T5" fmla="*/ 97 h 227"/>
                  <a:gd name="T6" fmla="*/ 43 w 195"/>
                  <a:gd name="T7" fmla="*/ 182 h 227"/>
                  <a:gd name="T8" fmla="*/ 55 w 195"/>
                  <a:gd name="T9" fmla="*/ 206 h 227"/>
                  <a:gd name="T10" fmla="*/ 45 w 195"/>
                  <a:gd name="T11" fmla="*/ 217 h 227"/>
                  <a:gd name="T12" fmla="*/ 50 w 195"/>
                  <a:gd name="T13" fmla="*/ 227 h 227"/>
                  <a:gd name="T14" fmla="*/ 145 w 195"/>
                  <a:gd name="T15" fmla="*/ 227 h 227"/>
                  <a:gd name="T16" fmla="*/ 150 w 195"/>
                  <a:gd name="T17" fmla="*/ 217 h 227"/>
                  <a:gd name="T18" fmla="*/ 140 w 195"/>
                  <a:gd name="T19" fmla="*/ 206 h 227"/>
                  <a:gd name="T20" fmla="*/ 152 w 195"/>
                  <a:gd name="T21" fmla="*/ 182 h 227"/>
                  <a:gd name="T22" fmla="*/ 195 w 195"/>
                  <a:gd name="T23" fmla="*/ 97 h 227"/>
                  <a:gd name="T24" fmla="*/ 140 w 195"/>
                  <a:gd name="T25" fmla="*/ 171 h 227"/>
                  <a:gd name="T26" fmla="*/ 124 w 195"/>
                  <a:gd name="T27" fmla="*/ 205 h 227"/>
                  <a:gd name="T28" fmla="*/ 72 w 195"/>
                  <a:gd name="T29" fmla="*/ 205 h 227"/>
                  <a:gd name="T30" fmla="*/ 55 w 195"/>
                  <a:gd name="T31" fmla="*/ 171 h 227"/>
                  <a:gd name="T32" fmla="*/ 55 w 195"/>
                  <a:gd name="T33" fmla="*/ 171 h 227"/>
                  <a:gd name="T34" fmla="*/ 17 w 195"/>
                  <a:gd name="T35" fmla="*/ 97 h 227"/>
                  <a:gd name="T36" fmla="*/ 98 w 195"/>
                  <a:gd name="T37" fmla="*/ 16 h 227"/>
                  <a:gd name="T38" fmla="*/ 179 w 195"/>
                  <a:gd name="T39" fmla="*/ 97 h 227"/>
                  <a:gd name="T40" fmla="*/ 141 w 195"/>
                  <a:gd name="T41" fmla="*/ 171 h 227"/>
                  <a:gd name="T42" fmla="*/ 140 w 195"/>
                  <a:gd name="T43" fmla="*/ 17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5" h="227">
                    <a:moveTo>
                      <a:pt x="195" y="97"/>
                    </a:moveTo>
                    <a:cubicBezTo>
                      <a:pt x="195" y="43"/>
                      <a:pt x="152" y="0"/>
                      <a:pt x="98" y="0"/>
                    </a:cubicBezTo>
                    <a:cubicBezTo>
                      <a:pt x="44" y="0"/>
                      <a:pt x="0" y="43"/>
                      <a:pt x="0" y="97"/>
                    </a:cubicBezTo>
                    <a:cubicBezTo>
                      <a:pt x="0" y="129"/>
                      <a:pt x="11" y="149"/>
                      <a:pt x="43" y="182"/>
                    </a:cubicBezTo>
                    <a:cubicBezTo>
                      <a:pt x="44" y="183"/>
                      <a:pt x="51" y="192"/>
                      <a:pt x="55" y="206"/>
                    </a:cubicBezTo>
                    <a:cubicBezTo>
                      <a:pt x="49" y="207"/>
                      <a:pt x="45" y="212"/>
                      <a:pt x="45" y="217"/>
                    </a:cubicBezTo>
                    <a:cubicBezTo>
                      <a:pt x="45" y="221"/>
                      <a:pt x="47" y="225"/>
                      <a:pt x="50" y="227"/>
                    </a:cubicBezTo>
                    <a:cubicBezTo>
                      <a:pt x="145" y="227"/>
                      <a:pt x="145" y="227"/>
                      <a:pt x="145" y="227"/>
                    </a:cubicBezTo>
                    <a:cubicBezTo>
                      <a:pt x="148" y="225"/>
                      <a:pt x="150" y="221"/>
                      <a:pt x="150" y="217"/>
                    </a:cubicBezTo>
                    <a:cubicBezTo>
                      <a:pt x="150" y="212"/>
                      <a:pt x="146" y="207"/>
                      <a:pt x="140" y="206"/>
                    </a:cubicBezTo>
                    <a:cubicBezTo>
                      <a:pt x="144" y="192"/>
                      <a:pt x="152" y="183"/>
                      <a:pt x="152" y="182"/>
                    </a:cubicBezTo>
                    <a:cubicBezTo>
                      <a:pt x="185" y="149"/>
                      <a:pt x="195" y="129"/>
                      <a:pt x="195" y="97"/>
                    </a:cubicBezTo>
                    <a:close/>
                    <a:moveTo>
                      <a:pt x="140" y="171"/>
                    </a:moveTo>
                    <a:cubicBezTo>
                      <a:pt x="140" y="171"/>
                      <a:pt x="128" y="184"/>
                      <a:pt x="124" y="205"/>
                    </a:cubicBezTo>
                    <a:cubicBezTo>
                      <a:pt x="72" y="205"/>
                      <a:pt x="72" y="205"/>
                      <a:pt x="72" y="205"/>
                    </a:cubicBezTo>
                    <a:cubicBezTo>
                      <a:pt x="67" y="184"/>
                      <a:pt x="56" y="171"/>
                      <a:pt x="55" y="171"/>
                    </a:cubicBezTo>
                    <a:cubicBezTo>
                      <a:pt x="55" y="171"/>
                      <a:pt x="55" y="171"/>
                      <a:pt x="55" y="171"/>
                    </a:cubicBezTo>
                    <a:cubicBezTo>
                      <a:pt x="22" y="138"/>
                      <a:pt x="17" y="121"/>
                      <a:pt x="17" y="97"/>
                    </a:cubicBezTo>
                    <a:cubicBezTo>
                      <a:pt x="17" y="52"/>
                      <a:pt x="53" y="16"/>
                      <a:pt x="98" y="16"/>
                    </a:cubicBezTo>
                    <a:cubicBezTo>
                      <a:pt x="143" y="16"/>
                      <a:pt x="179" y="52"/>
                      <a:pt x="179" y="97"/>
                    </a:cubicBezTo>
                    <a:cubicBezTo>
                      <a:pt x="179" y="121"/>
                      <a:pt x="173" y="138"/>
                      <a:pt x="141" y="171"/>
                    </a:cubicBezTo>
                    <a:cubicBezTo>
                      <a:pt x="141" y="171"/>
                      <a:pt x="141" y="171"/>
                      <a:pt x="140"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400">
                  <a:solidFill>
                    <a:srgbClr val="000000"/>
                  </a:solidFill>
                  <a:latin typeface="Arial"/>
                </a:endParaRPr>
              </a:p>
            </p:txBody>
          </p:sp>
        </p:grpSp>
        <p:sp>
          <p:nvSpPr>
            <p:cNvPr id="89" name="TextBox 139">
              <a:extLst>
                <a:ext uri="{FF2B5EF4-FFF2-40B4-BE49-F238E27FC236}">
                  <a16:creationId xmlns:a16="http://schemas.microsoft.com/office/drawing/2014/main" id="{C590D73B-FFD5-42C8-8D54-A1D541F9999A}"/>
                </a:ext>
              </a:extLst>
            </p:cNvPr>
            <p:cNvSpPr txBox="1"/>
            <p:nvPr/>
          </p:nvSpPr>
          <p:spPr>
            <a:xfrm>
              <a:off x="1806602" y="4242237"/>
              <a:ext cx="516167" cy="215444"/>
            </a:xfrm>
            <a:prstGeom prst="rect">
              <a:avLst/>
            </a:prstGeom>
            <a:noFill/>
          </p:spPr>
          <p:txBody>
            <a:bodyPr vert="horz" wrap="none" lIns="0" tIns="0" rIns="0" bIns="0" rtlCol="0" anchor="ctr" anchorCtr="0">
              <a:spAutoFit/>
            </a:bodyPr>
            <a:lstStyle>
              <a:lvl1pPr marL="0" lvl="0" indent="0" defTabSz="895350" eaLnBrk="1" hangingPunct="1">
                <a:buClr>
                  <a:schemeClr val="tx2"/>
                </a:buClr>
                <a:defRPr baseline="0">
                  <a:latin typeface="+mn-lt"/>
                </a:defRPr>
              </a:lvl1pPr>
              <a:lvl2pPr marL="193675" lvl="1" indent="-192088" defTabSz="895350" eaLnBrk="1" hangingPunct="1">
                <a:buClr>
                  <a:schemeClr val="tx2"/>
                </a:buClr>
                <a:buSzPct val="125000"/>
                <a:buFont typeface="Arial" charset="0"/>
                <a:buChar char="▪"/>
                <a:defRPr baseline="0">
                  <a:latin typeface="+mn-lt"/>
                </a:defRPr>
              </a:lvl2pPr>
              <a:lvl3pPr marL="457200" lvl="2" indent="-261938" defTabSz="895350" eaLnBrk="1" hangingPunct="1">
                <a:buClr>
                  <a:schemeClr val="tx2"/>
                </a:buClr>
                <a:buSzPct val="120000"/>
                <a:buFont typeface="Arial" charset="0"/>
                <a:buChar char="–"/>
                <a:defRPr baseline="0">
                  <a:latin typeface="+mn-lt"/>
                </a:defRPr>
              </a:lvl3pPr>
              <a:lvl4pPr marL="614363" lvl="3" indent="-155575" defTabSz="895350" eaLnBrk="1" hangingPunct="1">
                <a:buClr>
                  <a:schemeClr val="tx2"/>
                </a:buClr>
                <a:buSzPct val="120000"/>
                <a:buFont typeface="Arial" charset="0"/>
                <a:buChar char="▫"/>
                <a:defRPr baseline="0">
                  <a:latin typeface="+mn-lt"/>
                </a:defRPr>
              </a:lvl4pPr>
              <a:lvl5pPr marL="749808" lvl="4" indent="-130175" defTabSz="895350" eaLnBrk="1" hangingPunct="1">
                <a:buClr>
                  <a:schemeClr val="tx2"/>
                </a:buClr>
                <a:buSzPct val="89000"/>
                <a:buFont typeface="Arial" charset="0"/>
                <a:buChar char="-"/>
                <a:defRPr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algn="ctr" fontAlgn="auto">
                <a:spcBef>
                  <a:spcPts val="0"/>
                </a:spcBef>
                <a:spcAft>
                  <a:spcPts val="0"/>
                </a:spcAft>
                <a:buClr>
                  <a:srgbClr val="000000"/>
                </a:buClr>
              </a:pPr>
              <a:r>
                <a:rPr lang="en-US" altLang="zh-TW" sz="1400" b="1" dirty="0">
                  <a:solidFill>
                    <a:srgbClr val="E2231A"/>
                  </a:solidFill>
                </a:rPr>
                <a:t>Ideate</a:t>
              </a:r>
              <a:endParaRPr lang="en-US" sz="1400" b="1" dirty="0">
                <a:solidFill>
                  <a:srgbClr val="E2231A"/>
                </a:solidFill>
              </a:endParaRPr>
            </a:p>
          </p:txBody>
        </p:sp>
      </p:grpSp>
      <p:grpSp>
        <p:nvGrpSpPr>
          <p:cNvPr id="10" name="组合 9">
            <a:extLst>
              <a:ext uri="{FF2B5EF4-FFF2-40B4-BE49-F238E27FC236}">
                <a16:creationId xmlns:a16="http://schemas.microsoft.com/office/drawing/2014/main" id="{F764C946-63C5-44ED-9919-710F45040963}"/>
              </a:ext>
            </a:extLst>
          </p:cNvPr>
          <p:cNvGrpSpPr/>
          <p:nvPr/>
        </p:nvGrpSpPr>
        <p:grpSpPr>
          <a:xfrm>
            <a:off x="5612796" y="768773"/>
            <a:ext cx="995477" cy="632395"/>
            <a:chOff x="10884641" y="800182"/>
            <a:chExt cx="995477" cy="632395"/>
          </a:xfrm>
        </p:grpSpPr>
        <p:grpSp>
          <p:nvGrpSpPr>
            <p:cNvPr id="9" name="组合 8">
              <a:extLst>
                <a:ext uri="{FF2B5EF4-FFF2-40B4-BE49-F238E27FC236}">
                  <a16:creationId xmlns:a16="http://schemas.microsoft.com/office/drawing/2014/main" id="{AD85BBEE-E49C-43FA-95C5-8CE5CE9F9CEB}"/>
                </a:ext>
              </a:extLst>
            </p:cNvPr>
            <p:cNvGrpSpPr/>
            <p:nvPr/>
          </p:nvGrpSpPr>
          <p:grpSpPr>
            <a:xfrm>
              <a:off x="11045256" y="800182"/>
              <a:ext cx="674246" cy="632395"/>
              <a:chOff x="11045256" y="800182"/>
              <a:chExt cx="674246" cy="632395"/>
            </a:xfrm>
          </p:grpSpPr>
          <p:sp>
            <p:nvSpPr>
              <p:cNvPr id="30" name="同心圆 9">
                <a:extLst>
                  <a:ext uri="{FF2B5EF4-FFF2-40B4-BE49-F238E27FC236}">
                    <a16:creationId xmlns:a16="http://schemas.microsoft.com/office/drawing/2014/main" id="{E071158F-F388-406B-AB6B-F2FF7D995707}"/>
                  </a:ext>
                </a:extLst>
              </p:cNvPr>
              <p:cNvSpPr/>
              <p:nvPr/>
            </p:nvSpPr>
            <p:spPr>
              <a:xfrm>
                <a:off x="11045256" y="800182"/>
                <a:ext cx="674246" cy="632395"/>
              </a:xfrm>
              <a:prstGeom prst="donut">
                <a:avLst>
                  <a:gd name="adj" fmla="val 4879"/>
                </a:avLst>
              </a:prstGeom>
              <a:solidFill>
                <a:schemeClr val="accent2"/>
              </a:solidFill>
              <a:ln w="25400" cap="flat" cmpd="sng" algn="ctr">
                <a:no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dirty="0">
                  <a:ln>
                    <a:noFill/>
                  </a:ln>
                  <a:solidFill>
                    <a:srgbClr val="000000"/>
                  </a:solidFill>
                  <a:effectLst/>
                  <a:uLnTx/>
                  <a:uFillTx/>
                  <a:latin typeface="Arial"/>
                  <a:ea typeface="黑体" panose="02010609060101010101" pitchFamily="49" charset="-122"/>
                  <a:cs typeface="+mn-cs"/>
                </a:endParaRPr>
              </a:p>
            </p:txBody>
          </p:sp>
          <p:sp>
            <p:nvSpPr>
              <p:cNvPr id="31" name="椭圆 30">
                <a:extLst>
                  <a:ext uri="{FF2B5EF4-FFF2-40B4-BE49-F238E27FC236}">
                    <a16:creationId xmlns:a16="http://schemas.microsoft.com/office/drawing/2014/main" id="{9A51DA8D-C28C-4437-A758-DE485A5D0B6A}"/>
                  </a:ext>
                </a:extLst>
              </p:cNvPr>
              <p:cNvSpPr/>
              <p:nvPr/>
            </p:nvSpPr>
            <p:spPr>
              <a:xfrm>
                <a:off x="11113361" y="877067"/>
                <a:ext cx="533702" cy="478624"/>
              </a:xfrm>
              <a:prstGeom prst="ellipse">
                <a:avLst/>
              </a:prstGeom>
              <a:solidFill>
                <a:schemeClr val="accent6"/>
              </a:solidFill>
              <a:ln w="25400" cap="flat" cmpd="sng" algn="ctr">
                <a:noFill/>
                <a:prstDash val="solid"/>
              </a:ln>
              <a:effectLst>
                <a:innerShdw blurRad="114300">
                  <a:prstClr val="black"/>
                </a:innerShdw>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dirty="0">
                  <a:ln>
                    <a:noFill/>
                  </a:ln>
                  <a:solidFill>
                    <a:prstClr val="white"/>
                  </a:solidFill>
                  <a:effectLst/>
                  <a:uLnTx/>
                  <a:uFillTx/>
                  <a:latin typeface="Arial"/>
                  <a:ea typeface="黑体" panose="02010609060101010101" pitchFamily="49" charset="-122"/>
                  <a:cs typeface="+mn-cs"/>
                </a:endParaRPr>
              </a:p>
            </p:txBody>
          </p:sp>
        </p:grpSp>
        <p:sp>
          <p:nvSpPr>
            <p:cNvPr id="29" name="TextBox 97">
              <a:extLst>
                <a:ext uri="{FF2B5EF4-FFF2-40B4-BE49-F238E27FC236}">
                  <a16:creationId xmlns:a16="http://schemas.microsoft.com/office/drawing/2014/main" id="{E302DC98-DFA0-47C0-9419-B97AAB7FE25E}"/>
                </a:ext>
              </a:extLst>
            </p:cNvPr>
            <p:cNvSpPr txBox="1"/>
            <p:nvPr/>
          </p:nvSpPr>
          <p:spPr>
            <a:xfrm>
              <a:off x="10884641" y="861961"/>
              <a:ext cx="995477" cy="508837"/>
            </a:xfrm>
            <a:prstGeom prst="rect">
              <a:avLst/>
            </a:prstGeom>
            <a:noFill/>
          </p:spPr>
          <p:txBody>
            <a:bodyPr wrap="square" lIns="138156" tIns="69078" rIns="138156" bIns="69078" rtlCol="0">
              <a:spAutoFit/>
            </a:bodyPr>
            <a:lstStyle/>
            <a:p>
              <a:pPr marL="0" marR="0" lvl="0" indent="0" algn="ctr" defTabSz="1218987" eaLnBrk="1" fontAlgn="auto" latinLnBrk="0" hangingPunct="1">
                <a:lnSpc>
                  <a:spcPct val="100000"/>
                </a:lnSpc>
                <a:spcBef>
                  <a:spcPts val="0"/>
                </a:spcBef>
                <a:spcAft>
                  <a:spcPts val="0"/>
                </a:spcAft>
                <a:buClrTx/>
                <a:buSzTx/>
                <a:buFontTx/>
                <a:buNone/>
                <a:tabLst/>
                <a:defRPr/>
              </a:pPr>
              <a:r>
                <a:rPr lang="en-US" altLang="zh-CN" sz="1200" b="1" u="sng" kern="0" dirty="0">
                  <a:latin typeface="+mn-lt"/>
                  <a:ea typeface="黑体" panose="02010609060101010101" pitchFamily="49" charset="-122"/>
                </a:rPr>
                <a:t>Readiness Check</a:t>
              </a:r>
              <a:endParaRPr kumimoji="0" lang="zh-CN" altLang="en-US" sz="1200" b="1" i="0" u="sng" strike="noStrike" kern="0" cap="none" spc="0" normalizeH="0" baseline="0" noProof="0" dirty="0">
                <a:ln>
                  <a:noFill/>
                </a:ln>
                <a:effectLst/>
                <a:uLnTx/>
                <a:uFillTx/>
                <a:latin typeface="+mn-lt"/>
                <a:ea typeface="黑体" panose="02010609060101010101" pitchFamily="49" charset="-122"/>
              </a:endParaRPr>
            </a:p>
          </p:txBody>
        </p:sp>
      </p:grpSp>
      <p:sp>
        <p:nvSpPr>
          <p:cNvPr id="7" name="箭头: 下 6">
            <a:extLst>
              <a:ext uri="{FF2B5EF4-FFF2-40B4-BE49-F238E27FC236}">
                <a16:creationId xmlns:a16="http://schemas.microsoft.com/office/drawing/2014/main" id="{0F73CE82-524A-40C6-8F09-21481E9FDCFD}"/>
              </a:ext>
            </a:extLst>
          </p:cNvPr>
          <p:cNvSpPr/>
          <p:nvPr/>
        </p:nvSpPr>
        <p:spPr>
          <a:xfrm>
            <a:off x="6062457" y="1351961"/>
            <a:ext cx="96155" cy="142744"/>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Oval 20">
            <a:extLst>
              <a:ext uri="{FF2B5EF4-FFF2-40B4-BE49-F238E27FC236}">
                <a16:creationId xmlns:a16="http://schemas.microsoft.com/office/drawing/2014/main" id="{E9C845AD-628C-4FDB-8F78-6764D81A048F}"/>
              </a:ext>
            </a:extLst>
          </p:cNvPr>
          <p:cNvSpPr>
            <a:spLocks noChangeArrowheads="1"/>
          </p:cNvSpPr>
          <p:nvPr>
            <p:custDataLst>
              <p:tags r:id="rId1"/>
            </p:custDataLst>
          </p:nvPr>
        </p:nvSpPr>
        <p:spPr bwMode="gray">
          <a:xfrm>
            <a:off x="9063463" y="1519790"/>
            <a:ext cx="594074" cy="273061"/>
          </a:xfrm>
          <a:prstGeom prst="ellipse">
            <a:avLst/>
          </a:prstGeom>
          <a:solidFill>
            <a:srgbClr val="C00000"/>
          </a:solidFill>
          <a:ln>
            <a:solidFill>
              <a:schemeClr val="accent5">
                <a:lumMod val="50000"/>
              </a:schemeClr>
            </a:solidFill>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mn-lt"/>
                <a:ea typeface="ＭＳ Ｐゴシック"/>
              </a:rPr>
              <a:t>SS</a:t>
            </a:r>
            <a:endParaRPr kumimoji="0" lang="en-US" sz="1400" b="0" i="0" u="none" strike="noStrike" kern="0" cap="none" spc="0" normalizeH="0" baseline="0" noProof="0" dirty="0">
              <a:ln>
                <a:noFill/>
              </a:ln>
              <a:solidFill>
                <a:srgbClr val="000000"/>
              </a:solidFill>
              <a:effectLst/>
              <a:uLnTx/>
              <a:uFillTx/>
              <a:latin typeface="+mn-lt"/>
              <a:ea typeface="ＭＳ Ｐゴシック"/>
            </a:endParaRPr>
          </a:p>
        </p:txBody>
      </p:sp>
      <p:sp>
        <p:nvSpPr>
          <p:cNvPr id="70" name="Oval 20">
            <a:extLst>
              <a:ext uri="{FF2B5EF4-FFF2-40B4-BE49-F238E27FC236}">
                <a16:creationId xmlns:a16="http://schemas.microsoft.com/office/drawing/2014/main" id="{430AA675-6059-4751-B452-AF1AC8A55445}"/>
              </a:ext>
            </a:extLst>
          </p:cNvPr>
          <p:cNvSpPr>
            <a:spLocks noChangeArrowheads="1"/>
          </p:cNvSpPr>
          <p:nvPr>
            <p:custDataLst>
              <p:tags r:id="rId2"/>
            </p:custDataLst>
          </p:nvPr>
        </p:nvSpPr>
        <p:spPr bwMode="gray">
          <a:xfrm>
            <a:off x="847402" y="1515379"/>
            <a:ext cx="594074" cy="273061"/>
          </a:xfrm>
          <a:prstGeom prst="ellipse">
            <a:avLst/>
          </a:prstGeom>
          <a:solidFill>
            <a:srgbClr val="C00000"/>
          </a:solidFill>
          <a:ln>
            <a:solidFill>
              <a:schemeClr val="accent5">
                <a:lumMod val="50000"/>
              </a:schemeClr>
            </a:solidFill>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mn-lt"/>
                <a:ea typeface="ＭＳ Ｐゴシック"/>
              </a:rPr>
              <a:t>PKO</a:t>
            </a:r>
            <a:endParaRPr kumimoji="0" lang="en-US" sz="1400" b="0" i="0" u="none" strike="noStrike" kern="0" cap="none" spc="0" normalizeH="0" baseline="0" noProof="0" dirty="0">
              <a:ln>
                <a:noFill/>
              </a:ln>
              <a:solidFill>
                <a:srgbClr val="000000"/>
              </a:solidFill>
              <a:effectLst/>
              <a:uLnTx/>
              <a:uFillTx/>
              <a:latin typeface="+mn-lt"/>
              <a:ea typeface="ＭＳ Ｐゴシック"/>
            </a:endParaRPr>
          </a:p>
        </p:txBody>
      </p:sp>
      <p:sp>
        <p:nvSpPr>
          <p:cNvPr id="71" name="Oval 20">
            <a:extLst>
              <a:ext uri="{FF2B5EF4-FFF2-40B4-BE49-F238E27FC236}">
                <a16:creationId xmlns:a16="http://schemas.microsoft.com/office/drawing/2014/main" id="{F82935C6-3BF5-441A-AAF5-014F51D00ADE}"/>
              </a:ext>
            </a:extLst>
          </p:cNvPr>
          <p:cNvSpPr>
            <a:spLocks noChangeArrowheads="1"/>
          </p:cNvSpPr>
          <p:nvPr>
            <p:custDataLst>
              <p:tags r:id="rId3"/>
            </p:custDataLst>
          </p:nvPr>
        </p:nvSpPr>
        <p:spPr bwMode="gray">
          <a:xfrm>
            <a:off x="1832007" y="1513394"/>
            <a:ext cx="594074" cy="273061"/>
          </a:xfrm>
          <a:prstGeom prst="ellipse">
            <a:avLst/>
          </a:prstGeom>
          <a:solidFill>
            <a:srgbClr val="C00000"/>
          </a:solidFill>
          <a:ln>
            <a:solidFill>
              <a:schemeClr val="accent5">
                <a:lumMod val="50000"/>
              </a:schemeClr>
            </a:solid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mn-lt"/>
                <a:ea typeface="ＭＳ Ｐゴシック"/>
              </a:rPr>
              <a:t>RFQ</a:t>
            </a:r>
            <a:endParaRPr kumimoji="0" lang="en-US" sz="1400" b="0" i="0" u="none" strike="noStrike" kern="0" cap="none" spc="0" normalizeH="0" baseline="0" noProof="0" dirty="0">
              <a:ln>
                <a:noFill/>
              </a:ln>
              <a:solidFill>
                <a:srgbClr val="000000"/>
              </a:solidFill>
              <a:effectLst/>
              <a:uLnTx/>
              <a:uFillTx/>
              <a:latin typeface="+mn-lt"/>
              <a:ea typeface="ＭＳ Ｐゴシック"/>
            </a:endParaRPr>
          </a:p>
        </p:txBody>
      </p:sp>
      <p:sp>
        <p:nvSpPr>
          <p:cNvPr id="73" name="Oval 20">
            <a:extLst>
              <a:ext uri="{FF2B5EF4-FFF2-40B4-BE49-F238E27FC236}">
                <a16:creationId xmlns:a16="http://schemas.microsoft.com/office/drawing/2014/main" id="{C0564711-656A-4EF7-9642-AA6AEF8E271C}"/>
              </a:ext>
            </a:extLst>
          </p:cNvPr>
          <p:cNvSpPr>
            <a:spLocks noChangeArrowheads="1"/>
          </p:cNvSpPr>
          <p:nvPr>
            <p:custDataLst>
              <p:tags r:id="rId4"/>
            </p:custDataLst>
          </p:nvPr>
        </p:nvSpPr>
        <p:spPr bwMode="gray">
          <a:xfrm>
            <a:off x="2802049" y="1508431"/>
            <a:ext cx="594074" cy="273061"/>
          </a:xfrm>
          <a:prstGeom prst="ellipse">
            <a:avLst/>
          </a:prstGeom>
          <a:solidFill>
            <a:srgbClr val="C00000"/>
          </a:solidFill>
          <a:ln>
            <a:solidFill>
              <a:schemeClr val="accent5">
                <a:lumMod val="50000"/>
              </a:schemeClr>
            </a:solidFill>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mn-lt"/>
                <a:ea typeface="ＭＳ Ｐゴシック"/>
              </a:rPr>
              <a:t>BC</a:t>
            </a:r>
            <a:endParaRPr kumimoji="0" lang="en-US" sz="1400" b="0" i="0" u="none" strike="noStrike" kern="0" cap="none" spc="0" normalizeH="0" baseline="0" noProof="0" dirty="0">
              <a:ln>
                <a:noFill/>
              </a:ln>
              <a:solidFill>
                <a:srgbClr val="000000"/>
              </a:solidFill>
              <a:effectLst/>
              <a:uLnTx/>
              <a:uFillTx/>
              <a:latin typeface="+mn-lt"/>
              <a:ea typeface="ＭＳ Ｐゴシック"/>
            </a:endParaRPr>
          </a:p>
        </p:txBody>
      </p:sp>
      <p:sp>
        <p:nvSpPr>
          <p:cNvPr id="57" name="Oval 20">
            <a:extLst>
              <a:ext uri="{FF2B5EF4-FFF2-40B4-BE49-F238E27FC236}">
                <a16:creationId xmlns:a16="http://schemas.microsoft.com/office/drawing/2014/main" id="{77CD00CB-4C74-4319-9BF1-03458F277709}"/>
              </a:ext>
            </a:extLst>
          </p:cNvPr>
          <p:cNvSpPr>
            <a:spLocks noChangeArrowheads="1"/>
          </p:cNvSpPr>
          <p:nvPr>
            <p:custDataLst>
              <p:tags r:id="rId5"/>
            </p:custDataLst>
          </p:nvPr>
        </p:nvSpPr>
        <p:spPr bwMode="gray">
          <a:xfrm>
            <a:off x="4088155" y="1508431"/>
            <a:ext cx="594074" cy="273061"/>
          </a:xfrm>
          <a:prstGeom prst="ellipse">
            <a:avLst/>
          </a:prstGeom>
          <a:solidFill>
            <a:srgbClr val="C00000"/>
          </a:solidFill>
          <a:ln>
            <a:solidFill>
              <a:schemeClr val="accent5">
                <a:lumMod val="50000"/>
              </a:schemeClr>
            </a:solidFill>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mn-lt"/>
                <a:ea typeface="ＭＳ Ｐゴシック"/>
              </a:rPr>
              <a:t>SIT</a:t>
            </a:r>
          </a:p>
        </p:txBody>
      </p:sp>
      <p:sp>
        <p:nvSpPr>
          <p:cNvPr id="59" name="Oval 20">
            <a:extLst>
              <a:ext uri="{FF2B5EF4-FFF2-40B4-BE49-F238E27FC236}">
                <a16:creationId xmlns:a16="http://schemas.microsoft.com/office/drawing/2014/main" id="{8EAE021B-A18C-4AB2-BC7E-92457E152CAF}"/>
              </a:ext>
            </a:extLst>
          </p:cNvPr>
          <p:cNvSpPr>
            <a:spLocks noChangeArrowheads="1"/>
          </p:cNvSpPr>
          <p:nvPr>
            <p:custDataLst>
              <p:tags r:id="rId6"/>
            </p:custDataLst>
          </p:nvPr>
        </p:nvSpPr>
        <p:spPr bwMode="gray">
          <a:xfrm>
            <a:off x="7493709" y="1494853"/>
            <a:ext cx="594074" cy="273061"/>
          </a:xfrm>
          <a:prstGeom prst="ellipse">
            <a:avLst/>
          </a:prstGeom>
          <a:solidFill>
            <a:srgbClr val="C00000"/>
          </a:solidFill>
          <a:ln>
            <a:solidFill>
              <a:schemeClr val="accent5">
                <a:lumMod val="50000"/>
              </a:schemeClr>
            </a:solidFill>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mn-lt"/>
                <a:ea typeface="ＭＳ Ｐゴシック"/>
              </a:rPr>
              <a:t>SOVP</a:t>
            </a:r>
            <a:endParaRPr kumimoji="0" lang="en-US" sz="1400" b="0" i="0" u="none" strike="noStrike" kern="0" cap="none" spc="0" normalizeH="0" baseline="0" noProof="0" dirty="0">
              <a:ln>
                <a:noFill/>
              </a:ln>
              <a:solidFill>
                <a:srgbClr val="000000"/>
              </a:solidFill>
              <a:effectLst/>
              <a:uLnTx/>
              <a:uFillTx/>
              <a:latin typeface="+mn-lt"/>
              <a:ea typeface="ＭＳ Ｐゴシック"/>
            </a:endParaRPr>
          </a:p>
        </p:txBody>
      </p:sp>
      <p:sp>
        <p:nvSpPr>
          <p:cNvPr id="60" name="Oval 20">
            <a:extLst>
              <a:ext uri="{FF2B5EF4-FFF2-40B4-BE49-F238E27FC236}">
                <a16:creationId xmlns:a16="http://schemas.microsoft.com/office/drawing/2014/main" id="{D6288608-15EA-4082-B45F-1FB094D04B27}"/>
              </a:ext>
            </a:extLst>
          </p:cNvPr>
          <p:cNvSpPr>
            <a:spLocks noChangeArrowheads="1"/>
          </p:cNvSpPr>
          <p:nvPr>
            <p:custDataLst>
              <p:tags r:id="rId7"/>
            </p:custDataLst>
          </p:nvPr>
        </p:nvSpPr>
        <p:spPr bwMode="gray">
          <a:xfrm>
            <a:off x="5813498" y="1494853"/>
            <a:ext cx="594074" cy="273061"/>
          </a:xfrm>
          <a:prstGeom prst="ellipse">
            <a:avLst/>
          </a:prstGeom>
          <a:solidFill>
            <a:srgbClr val="C00000"/>
          </a:solidFill>
          <a:ln>
            <a:solidFill>
              <a:schemeClr val="accent5">
                <a:lumMod val="50000"/>
              </a:schemeClr>
            </a:solidFill>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kern="0" dirty="0">
                <a:solidFill>
                  <a:srgbClr val="000000"/>
                </a:solidFill>
                <a:latin typeface="+mn-lt"/>
                <a:ea typeface="ＭＳ Ｐゴシック"/>
              </a:rPr>
              <a:t>SVT</a:t>
            </a:r>
            <a:endParaRPr kumimoji="0" lang="en-US" sz="1400" b="0" i="0" u="none" strike="noStrike" kern="0" cap="none" spc="0" normalizeH="0" baseline="0" noProof="0" dirty="0">
              <a:ln>
                <a:noFill/>
              </a:ln>
              <a:solidFill>
                <a:srgbClr val="000000"/>
              </a:solidFill>
              <a:effectLst/>
              <a:uLnTx/>
              <a:uFillTx/>
              <a:latin typeface="+mn-lt"/>
              <a:ea typeface="ＭＳ Ｐゴシック"/>
            </a:endParaRPr>
          </a:p>
        </p:txBody>
      </p:sp>
      <p:grpSp>
        <p:nvGrpSpPr>
          <p:cNvPr id="81" name="组合 80">
            <a:extLst>
              <a:ext uri="{FF2B5EF4-FFF2-40B4-BE49-F238E27FC236}">
                <a16:creationId xmlns:a16="http://schemas.microsoft.com/office/drawing/2014/main" id="{EF55AD6B-4262-41E1-85B7-9DF967477400}"/>
              </a:ext>
            </a:extLst>
          </p:cNvPr>
          <p:cNvGrpSpPr/>
          <p:nvPr/>
        </p:nvGrpSpPr>
        <p:grpSpPr>
          <a:xfrm>
            <a:off x="7282758" y="762335"/>
            <a:ext cx="995477" cy="632395"/>
            <a:chOff x="10884641" y="800182"/>
            <a:chExt cx="995477" cy="632395"/>
          </a:xfrm>
        </p:grpSpPr>
        <p:grpSp>
          <p:nvGrpSpPr>
            <p:cNvPr id="82" name="组合 81">
              <a:extLst>
                <a:ext uri="{FF2B5EF4-FFF2-40B4-BE49-F238E27FC236}">
                  <a16:creationId xmlns:a16="http://schemas.microsoft.com/office/drawing/2014/main" id="{18E63FDA-2B40-4915-8BB3-0458E6733B1E}"/>
                </a:ext>
              </a:extLst>
            </p:cNvPr>
            <p:cNvGrpSpPr/>
            <p:nvPr/>
          </p:nvGrpSpPr>
          <p:grpSpPr>
            <a:xfrm>
              <a:off x="11045256" y="800182"/>
              <a:ext cx="674246" cy="632395"/>
              <a:chOff x="11045256" y="800182"/>
              <a:chExt cx="674246" cy="632395"/>
            </a:xfrm>
          </p:grpSpPr>
          <p:sp>
            <p:nvSpPr>
              <p:cNvPr id="85" name="同心圆 9">
                <a:extLst>
                  <a:ext uri="{FF2B5EF4-FFF2-40B4-BE49-F238E27FC236}">
                    <a16:creationId xmlns:a16="http://schemas.microsoft.com/office/drawing/2014/main" id="{4AE0F798-4F4B-40E8-9DCC-9608132FF547}"/>
                  </a:ext>
                </a:extLst>
              </p:cNvPr>
              <p:cNvSpPr/>
              <p:nvPr/>
            </p:nvSpPr>
            <p:spPr>
              <a:xfrm>
                <a:off x="11045256" y="800182"/>
                <a:ext cx="674246" cy="632395"/>
              </a:xfrm>
              <a:prstGeom prst="donut">
                <a:avLst>
                  <a:gd name="adj" fmla="val 4879"/>
                </a:avLst>
              </a:prstGeom>
              <a:solidFill>
                <a:schemeClr val="accent2"/>
              </a:solidFill>
              <a:ln w="25400" cap="flat" cmpd="sng" algn="ctr">
                <a:no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dirty="0">
                  <a:ln>
                    <a:noFill/>
                  </a:ln>
                  <a:solidFill>
                    <a:srgbClr val="000000"/>
                  </a:solidFill>
                  <a:effectLst/>
                  <a:uLnTx/>
                  <a:uFillTx/>
                  <a:latin typeface="Arial"/>
                  <a:ea typeface="黑体" panose="02010609060101010101" pitchFamily="49" charset="-122"/>
                  <a:cs typeface="+mn-cs"/>
                </a:endParaRPr>
              </a:p>
            </p:txBody>
          </p:sp>
          <p:sp>
            <p:nvSpPr>
              <p:cNvPr id="86" name="椭圆 85">
                <a:extLst>
                  <a:ext uri="{FF2B5EF4-FFF2-40B4-BE49-F238E27FC236}">
                    <a16:creationId xmlns:a16="http://schemas.microsoft.com/office/drawing/2014/main" id="{75A46C68-DD83-4AE5-8C2D-1D057360C82F}"/>
                  </a:ext>
                </a:extLst>
              </p:cNvPr>
              <p:cNvSpPr/>
              <p:nvPr/>
            </p:nvSpPr>
            <p:spPr>
              <a:xfrm>
                <a:off x="11113361" y="877067"/>
                <a:ext cx="533702" cy="478624"/>
              </a:xfrm>
              <a:prstGeom prst="ellipse">
                <a:avLst/>
              </a:prstGeom>
              <a:solidFill>
                <a:schemeClr val="accent6"/>
              </a:solidFill>
              <a:ln w="25400" cap="flat" cmpd="sng" algn="ctr">
                <a:noFill/>
                <a:prstDash val="solid"/>
              </a:ln>
              <a:effectLst>
                <a:innerShdw blurRad="114300">
                  <a:prstClr val="black"/>
                </a:innerShdw>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dirty="0">
                  <a:ln>
                    <a:noFill/>
                  </a:ln>
                  <a:solidFill>
                    <a:prstClr val="white"/>
                  </a:solidFill>
                  <a:effectLst/>
                  <a:uLnTx/>
                  <a:uFillTx/>
                  <a:latin typeface="Arial"/>
                  <a:ea typeface="黑体" panose="02010609060101010101" pitchFamily="49" charset="-122"/>
                  <a:cs typeface="+mn-cs"/>
                </a:endParaRPr>
              </a:p>
            </p:txBody>
          </p:sp>
        </p:grpSp>
        <p:sp>
          <p:nvSpPr>
            <p:cNvPr id="83" name="TextBox 97">
              <a:extLst>
                <a:ext uri="{FF2B5EF4-FFF2-40B4-BE49-F238E27FC236}">
                  <a16:creationId xmlns:a16="http://schemas.microsoft.com/office/drawing/2014/main" id="{A28268FC-F703-4078-B172-7A5D866EC55B}"/>
                </a:ext>
              </a:extLst>
            </p:cNvPr>
            <p:cNvSpPr txBox="1"/>
            <p:nvPr/>
          </p:nvSpPr>
          <p:spPr>
            <a:xfrm>
              <a:off x="10884641" y="948094"/>
              <a:ext cx="995477" cy="324171"/>
            </a:xfrm>
            <a:prstGeom prst="rect">
              <a:avLst/>
            </a:prstGeom>
            <a:noFill/>
          </p:spPr>
          <p:txBody>
            <a:bodyPr wrap="square" lIns="138156" tIns="69078" rIns="138156" bIns="69078" rtlCol="0">
              <a:spAutoFit/>
            </a:bodyP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altLang="zh-CN" sz="1200" b="1" i="0" u="sng" strike="noStrike" kern="0" cap="none" spc="0" normalizeH="0" baseline="0" noProof="0" dirty="0">
                  <a:ln>
                    <a:noFill/>
                  </a:ln>
                  <a:effectLst/>
                  <a:uLnTx/>
                  <a:uFillTx/>
                  <a:latin typeface="+mn-lt"/>
                  <a:ea typeface="黑体" panose="02010609060101010101" pitchFamily="49" charset="-122"/>
                </a:rPr>
                <a:t>GO</a:t>
              </a:r>
              <a:endParaRPr kumimoji="0" lang="zh-CN" altLang="en-US" sz="1200" b="1" i="0" u="sng" strike="noStrike" kern="0" cap="none" spc="0" normalizeH="0" baseline="0" noProof="0" dirty="0">
                <a:ln>
                  <a:noFill/>
                </a:ln>
                <a:effectLst/>
                <a:uLnTx/>
                <a:uFillTx/>
                <a:latin typeface="+mn-lt"/>
                <a:ea typeface="黑体" panose="02010609060101010101" pitchFamily="49" charset="-122"/>
              </a:endParaRPr>
            </a:p>
          </p:txBody>
        </p:sp>
      </p:grpSp>
      <p:sp>
        <p:nvSpPr>
          <p:cNvPr id="40" name="箭头: 下 39">
            <a:extLst>
              <a:ext uri="{FF2B5EF4-FFF2-40B4-BE49-F238E27FC236}">
                <a16:creationId xmlns:a16="http://schemas.microsoft.com/office/drawing/2014/main" id="{D5E47E35-A430-48C1-9757-B7B031767787}"/>
              </a:ext>
            </a:extLst>
          </p:cNvPr>
          <p:cNvSpPr/>
          <p:nvPr/>
        </p:nvSpPr>
        <p:spPr>
          <a:xfrm>
            <a:off x="7732419" y="1347256"/>
            <a:ext cx="96155" cy="142744"/>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60">
            <a:extLst>
              <a:ext uri="{FF2B5EF4-FFF2-40B4-BE49-F238E27FC236}">
                <a16:creationId xmlns:a16="http://schemas.microsoft.com/office/drawing/2014/main" id="{6E6BDB81-2778-4EB5-9459-6011F34ED260}"/>
              </a:ext>
            </a:extLst>
          </p:cNvPr>
          <p:cNvGrpSpPr/>
          <p:nvPr/>
        </p:nvGrpSpPr>
        <p:grpSpPr>
          <a:xfrm>
            <a:off x="3902149" y="768300"/>
            <a:ext cx="995477" cy="632395"/>
            <a:chOff x="10884641" y="800182"/>
            <a:chExt cx="995477" cy="632395"/>
          </a:xfrm>
        </p:grpSpPr>
        <p:grpSp>
          <p:nvGrpSpPr>
            <p:cNvPr id="62" name="组合 61">
              <a:extLst>
                <a:ext uri="{FF2B5EF4-FFF2-40B4-BE49-F238E27FC236}">
                  <a16:creationId xmlns:a16="http://schemas.microsoft.com/office/drawing/2014/main" id="{67FEDB0F-811B-4480-AFA6-EC86DF69A162}"/>
                </a:ext>
              </a:extLst>
            </p:cNvPr>
            <p:cNvGrpSpPr/>
            <p:nvPr/>
          </p:nvGrpSpPr>
          <p:grpSpPr>
            <a:xfrm>
              <a:off x="11045256" y="800182"/>
              <a:ext cx="674246" cy="632395"/>
              <a:chOff x="11045256" y="800182"/>
              <a:chExt cx="674246" cy="632395"/>
            </a:xfrm>
          </p:grpSpPr>
          <p:sp>
            <p:nvSpPr>
              <p:cNvPr id="64" name="同心圆 9">
                <a:extLst>
                  <a:ext uri="{FF2B5EF4-FFF2-40B4-BE49-F238E27FC236}">
                    <a16:creationId xmlns:a16="http://schemas.microsoft.com/office/drawing/2014/main" id="{9B08A40F-C5B6-43C9-95B3-7263006D499F}"/>
                  </a:ext>
                </a:extLst>
              </p:cNvPr>
              <p:cNvSpPr/>
              <p:nvPr/>
            </p:nvSpPr>
            <p:spPr>
              <a:xfrm>
                <a:off x="11045256" y="800182"/>
                <a:ext cx="674246" cy="632395"/>
              </a:xfrm>
              <a:prstGeom prst="donut">
                <a:avLst>
                  <a:gd name="adj" fmla="val 4879"/>
                </a:avLst>
              </a:prstGeom>
              <a:solidFill>
                <a:schemeClr val="accent2"/>
              </a:solidFill>
              <a:ln w="25400" cap="flat" cmpd="sng" algn="ctr">
                <a:no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dirty="0">
                  <a:ln>
                    <a:noFill/>
                  </a:ln>
                  <a:solidFill>
                    <a:srgbClr val="000000"/>
                  </a:solidFill>
                  <a:effectLst/>
                  <a:uLnTx/>
                  <a:uFillTx/>
                  <a:latin typeface="Arial"/>
                  <a:ea typeface="黑体" panose="02010609060101010101" pitchFamily="49" charset="-122"/>
                  <a:cs typeface="+mn-cs"/>
                </a:endParaRPr>
              </a:p>
            </p:txBody>
          </p:sp>
          <p:sp>
            <p:nvSpPr>
              <p:cNvPr id="66" name="椭圆 65">
                <a:extLst>
                  <a:ext uri="{FF2B5EF4-FFF2-40B4-BE49-F238E27FC236}">
                    <a16:creationId xmlns:a16="http://schemas.microsoft.com/office/drawing/2014/main" id="{3F75617A-8BA5-4151-A678-8F5960AD559B}"/>
                  </a:ext>
                </a:extLst>
              </p:cNvPr>
              <p:cNvSpPr/>
              <p:nvPr/>
            </p:nvSpPr>
            <p:spPr>
              <a:xfrm>
                <a:off x="11113361" y="877067"/>
                <a:ext cx="533702" cy="478624"/>
              </a:xfrm>
              <a:prstGeom prst="ellipse">
                <a:avLst/>
              </a:prstGeom>
              <a:solidFill>
                <a:schemeClr val="accent6"/>
              </a:solidFill>
              <a:ln w="25400" cap="flat" cmpd="sng" algn="ctr">
                <a:noFill/>
                <a:prstDash val="solid"/>
              </a:ln>
              <a:effectLst>
                <a:innerShdw blurRad="114300">
                  <a:prstClr val="black"/>
                </a:innerShdw>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dirty="0">
                  <a:ln>
                    <a:noFill/>
                  </a:ln>
                  <a:solidFill>
                    <a:prstClr val="white"/>
                  </a:solidFill>
                  <a:effectLst/>
                  <a:uLnTx/>
                  <a:uFillTx/>
                  <a:latin typeface="Arial"/>
                  <a:ea typeface="黑体" panose="02010609060101010101" pitchFamily="49" charset="-122"/>
                  <a:cs typeface="+mn-cs"/>
                </a:endParaRPr>
              </a:p>
            </p:txBody>
          </p:sp>
        </p:grpSp>
        <p:sp>
          <p:nvSpPr>
            <p:cNvPr id="63" name="TextBox 97">
              <a:extLst>
                <a:ext uri="{FF2B5EF4-FFF2-40B4-BE49-F238E27FC236}">
                  <a16:creationId xmlns:a16="http://schemas.microsoft.com/office/drawing/2014/main" id="{2C26FF72-A5F9-4220-BD55-9CBF816905BF}"/>
                </a:ext>
              </a:extLst>
            </p:cNvPr>
            <p:cNvSpPr txBox="1"/>
            <p:nvPr/>
          </p:nvSpPr>
          <p:spPr>
            <a:xfrm>
              <a:off x="10884641" y="873709"/>
              <a:ext cx="995477" cy="508837"/>
            </a:xfrm>
            <a:prstGeom prst="rect">
              <a:avLst/>
            </a:prstGeom>
            <a:noFill/>
          </p:spPr>
          <p:txBody>
            <a:bodyPr wrap="square" lIns="138156" tIns="69078" rIns="138156" bIns="69078" rtlCol="0">
              <a:spAutoFit/>
            </a:bodyP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altLang="zh-CN" sz="1200" b="1" i="0" u="sng" strike="noStrike" kern="0" cap="none" spc="0" normalizeH="0" baseline="0" noProof="0" dirty="0">
                  <a:ln>
                    <a:noFill/>
                  </a:ln>
                  <a:effectLst/>
                  <a:uLnTx/>
                  <a:uFillTx/>
                  <a:latin typeface="+mn-lt"/>
                  <a:ea typeface="黑体" panose="02010609060101010101" pitchFamily="49" charset="-122"/>
                </a:rPr>
                <a:t>Kick </a:t>
              </a:r>
            </a:p>
            <a:p>
              <a:pPr marL="0" marR="0" lvl="0" indent="0" algn="ctr" defTabSz="1218987" eaLnBrk="1" fontAlgn="auto" latinLnBrk="0" hangingPunct="1">
                <a:lnSpc>
                  <a:spcPct val="100000"/>
                </a:lnSpc>
                <a:spcBef>
                  <a:spcPts val="0"/>
                </a:spcBef>
                <a:spcAft>
                  <a:spcPts val="0"/>
                </a:spcAft>
                <a:buClrTx/>
                <a:buSzTx/>
                <a:buFontTx/>
                <a:buNone/>
                <a:tabLst/>
                <a:defRPr/>
              </a:pPr>
              <a:r>
                <a:rPr lang="en-US" altLang="zh-CN" sz="1200" b="1" u="sng" kern="0" dirty="0">
                  <a:latin typeface="+mn-lt"/>
                  <a:ea typeface="黑体" panose="02010609060101010101" pitchFamily="49" charset="-122"/>
                </a:rPr>
                <a:t>Off</a:t>
              </a:r>
              <a:endParaRPr kumimoji="0" lang="zh-CN" altLang="en-US" sz="1200" b="1" i="0" u="sng" strike="noStrike" kern="0" cap="none" spc="0" normalizeH="0" baseline="0" noProof="0" dirty="0">
                <a:ln>
                  <a:noFill/>
                </a:ln>
                <a:effectLst/>
                <a:uLnTx/>
                <a:uFillTx/>
                <a:latin typeface="+mn-lt"/>
                <a:ea typeface="黑体" panose="02010609060101010101" pitchFamily="49" charset="-122"/>
              </a:endParaRPr>
            </a:p>
          </p:txBody>
        </p:sp>
      </p:grpSp>
      <p:sp>
        <p:nvSpPr>
          <p:cNvPr id="6" name="箭头: 下 5">
            <a:extLst>
              <a:ext uri="{FF2B5EF4-FFF2-40B4-BE49-F238E27FC236}">
                <a16:creationId xmlns:a16="http://schemas.microsoft.com/office/drawing/2014/main" id="{DB84555A-61CA-48A0-B4DC-316121263E2E}"/>
              </a:ext>
            </a:extLst>
          </p:cNvPr>
          <p:cNvSpPr/>
          <p:nvPr/>
        </p:nvSpPr>
        <p:spPr>
          <a:xfrm>
            <a:off x="4351810" y="1370754"/>
            <a:ext cx="96155" cy="125064"/>
          </a:xfrm>
          <a:prstGeom prst="down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35932652"/>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A04D173-8FF0-487E-B61F-145219C53AC6}"/>
              </a:ext>
            </a:extLst>
          </p:cNvPr>
          <p:cNvSpPr txBox="1"/>
          <p:nvPr/>
        </p:nvSpPr>
        <p:spPr>
          <a:xfrm>
            <a:off x="4527807" y="2899228"/>
            <a:ext cx="3136386" cy="1107996"/>
          </a:xfrm>
          <a:prstGeom prst="rect">
            <a:avLst/>
          </a:prstGeom>
          <a:noFill/>
        </p:spPr>
        <p:txBody>
          <a:bodyPr wrap="square" rtlCol="0">
            <a:spAutoFit/>
          </a:bodyPr>
          <a:lstStyle/>
          <a:p>
            <a:r>
              <a:rPr lang="en-US" altLang="zh-CN" sz="6600" b="1" dirty="0">
                <a:latin typeface="+mj-lt"/>
              </a:rPr>
              <a:t>BACK UP</a:t>
            </a:r>
            <a:endParaRPr lang="zh-CN" altLang="en-US" sz="6600" b="1" dirty="0">
              <a:latin typeface="+mj-lt"/>
            </a:endParaRPr>
          </a:p>
        </p:txBody>
      </p:sp>
    </p:spTree>
    <p:extLst>
      <p:ext uri="{BB962C8B-B14F-4D97-AF65-F5344CB8AC3E}">
        <p14:creationId xmlns:p14="http://schemas.microsoft.com/office/powerpoint/2010/main" val="3976309236"/>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7">
            <a:extLst>
              <a:ext uri="{FF2B5EF4-FFF2-40B4-BE49-F238E27FC236}">
                <a16:creationId xmlns:a16="http://schemas.microsoft.com/office/drawing/2014/main" id="{F0A8537E-DDC9-43FF-832B-4F20E6376EFE}"/>
              </a:ext>
            </a:extLst>
          </p:cNvPr>
          <p:cNvSpPr txBox="1">
            <a:spLocks/>
          </p:cNvSpPr>
          <p:nvPr/>
        </p:nvSpPr>
        <p:spPr>
          <a:xfrm>
            <a:off x="0" y="901524"/>
            <a:ext cx="10956281" cy="316554"/>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285750" indent="-285750">
              <a:buFont typeface="Wingdings" panose="05000000000000000000" pitchFamily="2" charset="2"/>
              <a:buChar char="Ø"/>
            </a:pPr>
            <a:r>
              <a:rPr lang="en-US" sz="1600" kern="0" dirty="0"/>
              <a:t>Check the WFB requirement with cross function team(PM&amp;PRC geo team),WFB </a:t>
            </a:r>
            <a:r>
              <a:rPr lang="en-US" altLang="zh-CN" sz="1600" kern="0" dirty="0"/>
              <a:t>requirement matrix template as below: </a:t>
            </a:r>
            <a:endParaRPr lang="en-US" sz="1600" dirty="0"/>
          </a:p>
        </p:txBody>
      </p:sp>
      <p:sp>
        <p:nvSpPr>
          <p:cNvPr id="5" name="动作按钮: 转到开头 4">
            <a:hlinkClick r:id="rId2" action="ppaction://hlinksldjump" highlightClick="1"/>
            <a:extLst>
              <a:ext uri="{FF2B5EF4-FFF2-40B4-BE49-F238E27FC236}">
                <a16:creationId xmlns:a16="http://schemas.microsoft.com/office/drawing/2014/main" id="{32B7FA52-3D9C-4448-A21D-AB0F486CBC5E}"/>
              </a:ext>
            </a:extLst>
          </p:cNvPr>
          <p:cNvSpPr/>
          <p:nvPr/>
        </p:nvSpPr>
        <p:spPr>
          <a:xfrm>
            <a:off x="11718003" y="6594067"/>
            <a:ext cx="392335" cy="203318"/>
          </a:xfrm>
          <a:prstGeom prst="actionButtonBeginning">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E649F22F-B95F-4481-B283-7DC07B2D5541}"/>
              </a:ext>
            </a:extLst>
          </p:cNvPr>
          <p:cNvPicPr>
            <a:picLocks noChangeAspect="1"/>
          </p:cNvPicPr>
          <p:nvPr/>
        </p:nvPicPr>
        <p:blipFill>
          <a:blip r:embed="rId3"/>
          <a:stretch>
            <a:fillRect/>
          </a:stretch>
        </p:blipFill>
        <p:spPr>
          <a:xfrm>
            <a:off x="162558" y="1245070"/>
            <a:ext cx="10471573" cy="5612930"/>
          </a:xfrm>
          <a:prstGeom prst="rect">
            <a:avLst/>
          </a:prstGeom>
        </p:spPr>
      </p:pic>
      <p:graphicFrame>
        <p:nvGraphicFramePr>
          <p:cNvPr id="8" name="对象 7">
            <a:extLst>
              <a:ext uri="{FF2B5EF4-FFF2-40B4-BE49-F238E27FC236}">
                <a16:creationId xmlns:a16="http://schemas.microsoft.com/office/drawing/2014/main" id="{E4C6EAB8-1E3E-414D-8C27-282C0BB0E23C}"/>
              </a:ext>
            </a:extLst>
          </p:cNvPr>
          <p:cNvGraphicFramePr>
            <a:graphicFrameLocks noChangeAspect="1"/>
          </p:cNvGraphicFramePr>
          <p:nvPr>
            <p:extLst>
              <p:ext uri="{D42A27DB-BD31-4B8C-83A1-F6EECF244321}">
                <p14:modId xmlns:p14="http://schemas.microsoft.com/office/powerpoint/2010/main" val="669554829"/>
              </p:ext>
            </p:extLst>
          </p:nvPr>
        </p:nvGraphicFramePr>
        <p:xfrm>
          <a:off x="11057881" y="3528060"/>
          <a:ext cx="914400" cy="787400"/>
        </p:xfrm>
        <a:graphic>
          <a:graphicData uri="http://schemas.openxmlformats.org/presentationml/2006/ole">
            <mc:AlternateContent xmlns:mc="http://schemas.openxmlformats.org/markup-compatibility/2006">
              <mc:Choice xmlns:v="urn:schemas-microsoft-com:vml" Requires="v">
                <p:oleObj name="Worksheet" showAsIcon="1" r:id="rId4" imgW="914577" imgH="787282" progId="Excel.Sheet.12">
                  <p:embed/>
                </p:oleObj>
              </mc:Choice>
              <mc:Fallback>
                <p:oleObj name="Worksheet" showAsIcon="1" r:id="rId4" imgW="914577" imgH="787282" progId="Excel.Sheet.12">
                  <p:embed/>
                  <p:pic>
                    <p:nvPicPr>
                      <p:cNvPr id="8" name="对象 7">
                        <a:extLst>
                          <a:ext uri="{FF2B5EF4-FFF2-40B4-BE49-F238E27FC236}">
                            <a16:creationId xmlns:a16="http://schemas.microsoft.com/office/drawing/2014/main" id="{E4C6EAB8-1E3E-414D-8C27-282C0BB0E23C}"/>
                          </a:ext>
                        </a:extLst>
                      </p:cNvPr>
                      <p:cNvPicPr/>
                      <p:nvPr/>
                    </p:nvPicPr>
                    <p:blipFill>
                      <a:blip r:embed="rId5"/>
                      <a:stretch>
                        <a:fillRect/>
                      </a:stretch>
                    </p:blipFill>
                    <p:spPr>
                      <a:xfrm>
                        <a:off x="11057881" y="3528060"/>
                        <a:ext cx="914400" cy="787400"/>
                      </a:xfrm>
                      <a:prstGeom prst="rect">
                        <a:avLst/>
                      </a:prstGeom>
                    </p:spPr>
                  </p:pic>
                </p:oleObj>
              </mc:Fallback>
            </mc:AlternateContent>
          </a:graphicData>
        </a:graphic>
      </p:graphicFrame>
      <p:sp>
        <p:nvSpPr>
          <p:cNvPr id="2" name="文本框 1">
            <a:extLst>
              <a:ext uri="{FF2B5EF4-FFF2-40B4-BE49-F238E27FC236}">
                <a16:creationId xmlns:a16="http://schemas.microsoft.com/office/drawing/2014/main" id="{B2CA38DD-8DB5-4D99-9518-9C73BBCE7895}"/>
              </a:ext>
            </a:extLst>
          </p:cNvPr>
          <p:cNvSpPr txBox="1"/>
          <p:nvPr/>
        </p:nvSpPr>
        <p:spPr>
          <a:xfrm>
            <a:off x="0" y="242790"/>
            <a:ext cx="8779726" cy="461665"/>
          </a:xfrm>
          <a:prstGeom prst="rect">
            <a:avLst/>
          </a:prstGeom>
          <a:noFill/>
        </p:spPr>
        <p:txBody>
          <a:bodyPr wrap="square" rtlCol="0">
            <a:spAutoFit/>
          </a:bodyPr>
          <a:lstStyle/>
          <a:p>
            <a:r>
              <a:rPr lang="en-US" altLang="zh-CN" dirty="0">
                <a:solidFill>
                  <a:schemeClr val="tx1"/>
                </a:solidFill>
                <a:latin typeface="+mn-lt"/>
              </a:rPr>
              <a:t>Identify WFB product &amp; top focus</a:t>
            </a:r>
          </a:p>
        </p:txBody>
      </p:sp>
      <p:sp>
        <p:nvSpPr>
          <p:cNvPr id="3" name="矩形: 圆角 2">
            <a:extLst>
              <a:ext uri="{FF2B5EF4-FFF2-40B4-BE49-F238E27FC236}">
                <a16:creationId xmlns:a16="http://schemas.microsoft.com/office/drawing/2014/main" id="{3E8EF2E8-0AC8-4BF6-A888-4DC382B2914D}"/>
              </a:ext>
            </a:extLst>
          </p:cNvPr>
          <p:cNvSpPr/>
          <p:nvPr/>
        </p:nvSpPr>
        <p:spPr>
          <a:xfrm>
            <a:off x="10776373" y="3176694"/>
            <a:ext cx="1327988" cy="1300480"/>
          </a:xfrm>
          <a:prstGeom prst="roundRect">
            <a:avLst/>
          </a:prstGeom>
          <a:noFill/>
          <a:ln w="19050">
            <a:solidFill>
              <a:srgbClr val="C00000"/>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7472002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23C38235-AA71-4D1A-975C-A3EAE7F10E3B}"/>
              </a:ext>
            </a:extLst>
          </p:cNvPr>
          <p:cNvGraphicFramePr>
            <a:graphicFrameLocks noGrp="1"/>
          </p:cNvGraphicFramePr>
          <p:nvPr>
            <p:extLst>
              <p:ext uri="{D42A27DB-BD31-4B8C-83A1-F6EECF244321}">
                <p14:modId xmlns:p14="http://schemas.microsoft.com/office/powerpoint/2010/main" val="2754584999"/>
              </p:ext>
            </p:extLst>
          </p:nvPr>
        </p:nvGraphicFramePr>
        <p:xfrm>
          <a:off x="0" y="2768374"/>
          <a:ext cx="12090007" cy="3869951"/>
        </p:xfrm>
        <a:graphic>
          <a:graphicData uri="http://schemas.openxmlformats.org/drawingml/2006/table">
            <a:tbl>
              <a:tblPr firstRow="1" bandRow="1"/>
              <a:tblGrid>
                <a:gridCol w="835852">
                  <a:extLst>
                    <a:ext uri="{9D8B030D-6E8A-4147-A177-3AD203B41FA5}">
                      <a16:colId xmlns:a16="http://schemas.microsoft.com/office/drawing/2014/main" val="20000"/>
                    </a:ext>
                  </a:extLst>
                </a:gridCol>
                <a:gridCol w="1837593">
                  <a:extLst>
                    <a:ext uri="{9D8B030D-6E8A-4147-A177-3AD203B41FA5}">
                      <a16:colId xmlns:a16="http://schemas.microsoft.com/office/drawing/2014/main" val="20001"/>
                    </a:ext>
                  </a:extLst>
                </a:gridCol>
                <a:gridCol w="2173041">
                  <a:extLst>
                    <a:ext uri="{9D8B030D-6E8A-4147-A177-3AD203B41FA5}">
                      <a16:colId xmlns:a16="http://schemas.microsoft.com/office/drawing/2014/main" val="20002"/>
                    </a:ext>
                  </a:extLst>
                </a:gridCol>
                <a:gridCol w="2082435">
                  <a:extLst>
                    <a:ext uri="{9D8B030D-6E8A-4147-A177-3AD203B41FA5}">
                      <a16:colId xmlns:a16="http://schemas.microsoft.com/office/drawing/2014/main" val="20003"/>
                    </a:ext>
                  </a:extLst>
                </a:gridCol>
                <a:gridCol w="2985757">
                  <a:extLst>
                    <a:ext uri="{9D8B030D-6E8A-4147-A177-3AD203B41FA5}">
                      <a16:colId xmlns:a16="http://schemas.microsoft.com/office/drawing/2014/main" val="20004"/>
                    </a:ext>
                  </a:extLst>
                </a:gridCol>
                <a:gridCol w="2175329">
                  <a:extLst>
                    <a:ext uri="{9D8B030D-6E8A-4147-A177-3AD203B41FA5}">
                      <a16:colId xmlns:a16="http://schemas.microsoft.com/office/drawing/2014/main" val="296088461"/>
                    </a:ext>
                  </a:extLst>
                </a:gridCol>
              </a:tblGrid>
              <a:tr h="791471">
                <a:tc>
                  <a:txBody>
                    <a:bodyPr/>
                    <a:lstStyle>
                      <a:lvl1pPr marL="0" algn="l" defTabSz="914377" rtl="0" eaLnBrk="1" latinLnBrk="0" hangingPunct="1">
                        <a:defRPr sz="1800" b="1" kern="1200">
                          <a:solidFill>
                            <a:schemeClr val="lt1"/>
                          </a:solidFill>
                          <a:latin typeface="Arial"/>
                        </a:defRPr>
                      </a:lvl1pPr>
                      <a:lvl2pPr marL="457189" algn="l" defTabSz="914377" rtl="0" eaLnBrk="1" latinLnBrk="0" hangingPunct="1">
                        <a:defRPr sz="1800" b="1" kern="1200">
                          <a:solidFill>
                            <a:schemeClr val="lt1"/>
                          </a:solidFill>
                          <a:latin typeface="Arial"/>
                        </a:defRPr>
                      </a:lvl2pPr>
                      <a:lvl3pPr marL="914377" algn="l" defTabSz="914377" rtl="0" eaLnBrk="1" latinLnBrk="0" hangingPunct="1">
                        <a:defRPr sz="1800" b="1" kern="1200">
                          <a:solidFill>
                            <a:schemeClr val="lt1"/>
                          </a:solidFill>
                          <a:latin typeface="Arial"/>
                        </a:defRPr>
                      </a:lvl3pPr>
                      <a:lvl4pPr marL="1371566" algn="l" defTabSz="914377" rtl="0" eaLnBrk="1" latinLnBrk="0" hangingPunct="1">
                        <a:defRPr sz="1800" b="1" kern="1200">
                          <a:solidFill>
                            <a:schemeClr val="lt1"/>
                          </a:solidFill>
                          <a:latin typeface="Arial"/>
                        </a:defRPr>
                      </a:lvl4pPr>
                      <a:lvl5pPr marL="1828754" algn="l" defTabSz="914377" rtl="0" eaLnBrk="1" latinLnBrk="0" hangingPunct="1">
                        <a:defRPr sz="1800" b="1" kern="1200">
                          <a:solidFill>
                            <a:schemeClr val="lt1"/>
                          </a:solidFill>
                          <a:latin typeface="Arial"/>
                        </a:defRPr>
                      </a:lvl5pPr>
                      <a:lvl6pPr marL="2285943" algn="l" defTabSz="914377" rtl="0" eaLnBrk="1" latinLnBrk="0" hangingPunct="1">
                        <a:defRPr sz="1800" b="1" kern="1200">
                          <a:solidFill>
                            <a:schemeClr val="lt1"/>
                          </a:solidFill>
                          <a:latin typeface="Arial"/>
                        </a:defRPr>
                      </a:lvl6pPr>
                      <a:lvl7pPr marL="2743131" algn="l" defTabSz="914377" rtl="0" eaLnBrk="1" latinLnBrk="0" hangingPunct="1">
                        <a:defRPr sz="1800" b="1" kern="1200">
                          <a:solidFill>
                            <a:schemeClr val="lt1"/>
                          </a:solidFill>
                          <a:latin typeface="Arial"/>
                        </a:defRPr>
                      </a:lvl7pPr>
                      <a:lvl8pPr marL="3200320" algn="l" defTabSz="914377" rtl="0" eaLnBrk="1" latinLnBrk="0" hangingPunct="1">
                        <a:defRPr sz="1800" b="1" kern="1200">
                          <a:solidFill>
                            <a:schemeClr val="lt1"/>
                          </a:solidFill>
                          <a:latin typeface="Arial"/>
                        </a:defRPr>
                      </a:lvl8pPr>
                      <a:lvl9pPr marL="3657509" algn="l" defTabSz="914377" rtl="0" eaLnBrk="1" latinLnBrk="0" hangingPunct="1">
                        <a:defRPr sz="1800" b="1" kern="1200">
                          <a:solidFill>
                            <a:schemeClr val="lt1"/>
                          </a:solidFill>
                          <a:latin typeface="Arial"/>
                        </a:defRPr>
                      </a:lvl9pPr>
                    </a:lstStyle>
                    <a:p>
                      <a:pPr algn="ctr"/>
                      <a:endParaRPr lang="zh-TW" altLang="en-US" sz="1800" dirty="0">
                        <a:latin typeface="+mn-lt"/>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E8DDD"/>
                    </a:solidFill>
                  </a:tcPr>
                </a:tc>
                <a:tc>
                  <a:txBody>
                    <a:bodyPr/>
                    <a:lstStyle>
                      <a:lvl1pPr marL="0" algn="l" defTabSz="914377" rtl="0" eaLnBrk="1" latinLnBrk="0" hangingPunct="1">
                        <a:defRPr sz="1800" b="1" kern="1200">
                          <a:solidFill>
                            <a:schemeClr val="lt1"/>
                          </a:solidFill>
                          <a:latin typeface="Arial"/>
                        </a:defRPr>
                      </a:lvl1pPr>
                      <a:lvl2pPr marL="457189" algn="l" defTabSz="914377" rtl="0" eaLnBrk="1" latinLnBrk="0" hangingPunct="1">
                        <a:defRPr sz="1800" b="1" kern="1200">
                          <a:solidFill>
                            <a:schemeClr val="lt1"/>
                          </a:solidFill>
                          <a:latin typeface="Arial"/>
                        </a:defRPr>
                      </a:lvl2pPr>
                      <a:lvl3pPr marL="914377" algn="l" defTabSz="914377" rtl="0" eaLnBrk="1" latinLnBrk="0" hangingPunct="1">
                        <a:defRPr sz="1800" b="1" kern="1200">
                          <a:solidFill>
                            <a:schemeClr val="lt1"/>
                          </a:solidFill>
                          <a:latin typeface="Arial"/>
                        </a:defRPr>
                      </a:lvl3pPr>
                      <a:lvl4pPr marL="1371566" algn="l" defTabSz="914377" rtl="0" eaLnBrk="1" latinLnBrk="0" hangingPunct="1">
                        <a:defRPr sz="1800" b="1" kern="1200">
                          <a:solidFill>
                            <a:schemeClr val="lt1"/>
                          </a:solidFill>
                          <a:latin typeface="Arial"/>
                        </a:defRPr>
                      </a:lvl4pPr>
                      <a:lvl5pPr marL="1828754" algn="l" defTabSz="914377" rtl="0" eaLnBrk="1" latinLnBrk="0" hangingPunct="1">
                        <a:defRPr sz="1800" b="1" kern="1200">
                          <a:solidFill>
                            <a:schemeClr val="lt1"/>
                          </a:solidFill>
                          <a:latin typeface="Arial"/>
                        </a:defRPr>
                      </a:lvl5pPr>
                      <a:lvl6pPr marL="2285943" algn="l" defTabSz="914377" rtl="0" eaLnBrk="1" latinLnBrk="0" hangingPunct="1">
                        <a:defRPr sz="1800" b="1" kern="1200">
                          <a:solidFill>
                            <a:schemeClr val="lt1"/>
                          </a:solidFill>
                          <a:latin typeface="Arial"/>
                        </a:defRPr>
                      </a:lvl6pPr>
                      <a:lvl7pPr marL="2743131" algn="l" defTabSz="914377" rtl="0" eaLnBrk="1" latinLnBrk="0" hangingPunct="1">
                        <a:defRPr sz="1800" b="1" kern="1200">
                          <a:solidFill>
                            <a:schemeClr val="lt1"/>
                          </a:solidFill>
                          <a:latin typeface="Arial"/>
                        </a:defRPr>
                      </a:lvl7pPr>
                      <a:lvl8pPr marL="3200320" algn="l" defTabSz="914377" rtl="0" eaLnBrk="1" latinLnBrk="0" hangingPunct="1">
                        <a:defRPr sz="1800" b="1" kern="1200">
                          <a:solidFill>
                            <a:schemeClr val="lt1"/>
                          </a:solidFill>
                          <a:latin typeface="Arial"/>
                        </a:defRPr>
                      </a:lvl8pPr>
                      <a:lvl9pPr marL="3657509" algn="l" defTabSz="914377" rtl="0" eaLnBrk="1" latinLnBrk="0" hangingPunct="1">
                        <a:defRPr sz="1800" b="1" kern="1200">
                          <a:solidFill>
                            <a:schemeClr val="lt1"/>
                          </a:solidFill>
                          <a:latin typeface="Arial"/>
                        </a:defRPr>
                      </a:lvl9pPr>
                    </a:lstStyle>
                    <a:p>
                      <a:pPr algn="ctr"/>
                      <a:r>
                        <a:rPr lang="en-US" altLang="zh-TW" sz="1800" dirty="0">
                          <a:latin typeface="+mn-lt"/>
                        </a:rPr>
                        <a:t>Material Enhancement</a:t>
                      </a:r>
                      <a:endParaRPr lang="zh-TW" altLang="en-US" sz="1800" dirty="0">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E8DDD"/>
                    </a:solidFill>
                  </a:tcPr>
                </a:tc>
                <a:tc>
                  <a:txBody>
                    <a:bodyPr/>
                    <a:lstStyle>
                      <a:lvl1pPr marL="0" algn="l" defTabSz="914377" rtl="0" eaLnBrk="1" latinLnBrk="0" hangingPunct="1">
                        <a:defRPr sz="1800" b="1" kern="1200">
                          <a:solidFill>
                            <a:schemeClr val="lt1"/>
                          </a:solidFill>
                          <a:latin typeface="Arial"/>
                        </a:defRPr>
                      </a:lvl1pPr>
                      <a:lvl2pPr marL="457189" algn="l" defTabSz="914377" rtl="0" eaLnBrk="1" latinLnBrk="0" hangingPunct="1">
                        <a:defRPr sz="1800" b="1" kern="1200">
                          <a:solidFill>
                            <a:schemeClr val="lt1"/>
                          </a:solidFill>
                          <a:latin typeface="Arial"/>
                        </a:defRPr>
                      </a:lvl2pPr>
                      <a:lvl3pPr marL="914377" algn="l" defTabSz="914377" rtl="0" eaLnBrk="1" latinLnBrk="0" hangingPunct="1">
                        <a:defRPr sz="1800" b="1" kern="1200">
                          <a:solidFill>
                            <a:schemeClr val="lt1"/>
                          </a:solidFill>
                          <a:latin typeface="Arial"/>
                        </a:defRPr>
                      </a:lvl3pPr>
                      <a:lvl4pPr marL="1371566" algn="l" defTabSz="914377" rtl="0" eaLnBrk="1" latinLnBrk="0" hangingPunct="1">
                        <a:defRPr sz="1800" b="1" kern="1200">
                          <a:solidFill>
                            <a:schemeClr val="lt1"/>
                          </a:solidFill>
                          <a:latin typeface="Arial"/>
                        </a:defRPr>
                      </a:lvl4pPr>
                      <a:lvl5pPr marL="1828754" algn="l" defTabSz="914377" rtl="0" eaLnBrk="1" latinLnBrk="0" hangingPunct="1">
                        <a:defRPr sz="1800" b="1" kern="1200">
                          <a:solidFill>
                            <a:schemeClr val="lt1"/>
                          </a:solidFill>
                          <a:latin typeface="Arial"/>
                        </a:defRPr>
                      </a:lvl5pPr>
                      <a:lvl6pPr marL="2285943" algn="l" defTabSz="914377" rtl="0" eaLnBrk="1" latinLnBrk="0" hangingPunct="1">
                        <a:defRPr sz="1800" b="1" kern="1200">
                          <a:solidFill>
                            <a:schemeClr val="lt1"/>
                          </a:solidFill>
                          <a:latin typeface="Arial"/>
                        </a:defRPr>
                      </a:lvl6pPr>
                      <a:lvl7pPr marL="2743131" algn="l" defTabSz="914377" rtl="0" eaLnBrk="1" latinLnBrk="0" hangingPunct="1">
                        <a:defRPr sz="1800" b="1" kern="1200">
                          <a:solidFill>
                            <a:schemeClr val="lt1"/>
                          </a:solidFill>
                          <a:latin typeface="Arial"/>
                        </a:defRPr>
                      </a:lvl7pPr>
                      <a:lvl8pPr marL="3200320" algn="l" defTabSz="914377" rtl="0" eaLnBrk="1" latinLnBrk="0" hangingPunct="1">
                        <a:defRPr sz="1800" b="1" kern="1200">
                          <a:solidFill>
                            <a:schemeClr val="lt1"/>
                          </a:solidFill>
                          <a:latin typeface="Arial"/>
                        </a:defRPr>
                      </a:lvl8pPr>
                      <a:lvl9pPr marL="3657509" algn="l" defTabSz="914377" rtl="0" eaLnBrk="1" latinLnBrk="0" hangingPunct="1">
                        <a:defRPr sz="1800" b="1" kern="1200">
                          <a:solidFill>
                            <a:schemeClr val="lt1"/>
                          </a:solidFill>
                          <a:latin typeface="Arial"/>
                        </a:defRPr>
                      </a:lvl9pPr>
                    </a:lstStyle>
                    <a:p>
                      <a:pPr algn="ctr"/>
                      <a:r>
                        <a:rPr lang="en-US" altLang="zh-TW" sz="1800" dirty="0">
                          <a:latin typeface="+mn-lt"/>
                        </a:rPr>
                        <a:t>Test</a:t>
                      </a:r>
                      <a:r>
                        <a:rPr lang="en-US" altLang="zh-TW" sz="1800" baseline="0" dirty="0">
                          <a:latin typeface="+mn-lt"/>
                        </a:rPr>
                        <a:t> Coverage Enhancement</a:t>
                      </a:r>
                      <a:endParaRPr lang="zh-TW" altLang="en-US" sz="1800" dirty="0">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E8DDD"/>
                    </a:solidFill>
                  </a:tcPr>
                </a:tc>
                <a:tc>
                  <a:txBody>
                    <a:bodyPr/>
                    <a:lstStyle>
                      <a:lvl1pPr marL="0" algn="l" defTabSz="914377" rtl="0" eaLnBrk="1" latinLnBrk="0" hangingPunct="1">
                        <a:defRPr sz="1800" b="1" kern="1200">
                          <a:solidFill>
                            <a:schemeClr val="lt1"/>
                          </a:solidFill>
                          <a:latin typeface="Arial"/>
                        </a:defRPr>
                      </a:lvl1pPr>
                      <a:lvl2pPr marL="457189" algn="l" defTabSz="914377" rtl="0" eaLnBrk="1" latinLnBrk="0" hangingPunct="1">
                        <a:defRPr sz="1800" b="1" kern="1200">
                          <a:solidFill>
                            <a:schemeClr val="lt1"/>
                          </a:solidFill>
                          <a:latin typeface="Arial"/>
                        </a:defRPr>
                      </a:lvl2pPr>
                      <a:lvl3pPr marL="914377" algn="l" defTabSz="914377" rtl="0" eaLnBrk="1" latinLnBrk="0" hangingPunct="1">
                        <a:defRPr sz="1800" b="1" kern="1200">
                          <a:solidFill>
                            <a:schemeClr val="lt1"/>
                          </a:solidFill>
                          <a:latin typeface="Arial"/>
                        </a:defRPr>
                      </a:lvl3pPr>
                      <a:lvl4pPr marL="1371566" algn="l" defTabSz="914377" rtl="0" eaLnBrk="1" latinLnBrk="0" hangingPunct="1">
                        <a:defRPr sz="1800" b="1" kern="1200">
                          <a:solidFill>
                            <a:schemeClr val="lt1"/>
                          </a:solidFill>
                          <a:latin typeface="Arial"/>
                        </a:defRPr>
                      </a:lvl4pPr>
                      <a:lvl5pPr marL="1828754" algn="l" defTabSz="914377" rtl="0" eaLnBrk="1" latinLnBrk="0" hangingPunct="1">
                        <a:defRPr sz="1800" b="1" kern="1200">
                          <a:solidFill>
                            <a:schemeClr val="lt1"/>
                          </a:solidFill>
                          <a:latin typeface="Arial"/>
                        </a:defRPr>
                      </a:lvl5pPr>
                      <a:lvl6pPr marL="2285943" algn="l" defTabSz="914377" rtl="0" eaLnBrk="1" latinLnBrk="0" hangingPunct="1">
                        <a:defRPr sz="1800" b="1" kern="1200">
                          <a:solidFill>
                            <a:schemeClr val="lt1"/>
                          </a:solidFill>
                          <a:latin typeface="Arial"/>
                        </a:defRPr>
                      </a:lvl6pPr>
                      <a:lvl7pPr marL="2743131" algn="l" defTabSz="914377" rtl="0" eaLnBrk="1" latinLnBrk="0" hangingPunct="1">
                        <a:defRPr sz="1800" b="1" kern="1200">
                          <a:solidFill>
                            <a:schemeClr val="lt1"/>
                          </a:solidFill>
                          <a:latin typeface="Arial"/>
                        </a:defRPr>
                      </a:lvl7pPr>
                      <a:lvl8pPr marL="3200320" algn="l" defTabSz="914377" rtl="0" eaLnBrk="1" latinLnBrk="0" hangingPunct="1">
                        <a:defRPr sz="1800" b="1" kern="1200">
                          <a:solidFill>
                            <a:schemeClr val="lt1"/>
                          </a:solidFill>
                          <a:latin typeface="Arial"/>
                        </a:defRPr>
                      </a:lvl8pPr>
                      <a:lvl9pPr marL="3657509" algn="l" defTabSz="914377" rtl="0" eaLnBrk="1" latinLnBrk="0" hangingPunct="1">
                        <a:defRPr sz="1800" b="1" kern="1200">
                          <a:solidFill>
                            <a:schemeClr val="lt1"/>
                          </a:solidFill>
                          <a:latin typeface="Arial"/>
                        </a:defRPr>
                      </a:lvl9pPr>
                    </a:lstStyle>
                    <a:p>
                      <a:pPr algn="ctr"/>
                      <a:r>
                        <a:rPr lang="en-US" altLang="zh-TW" sz="1800" dirty="0">
                          <a:latin typeface="+mn-lt"/>
                        </a:rPr>
                        <a:t>OOB/XCSA Enhancement</a:t>
                      </a:r>
                      <a:endParaRPr lang="zh-TW" altLang="en-US" sz="1800" dirty="0">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E8DDD"/>
                    </a:solidFill>
                  </a:tcPr>
                </a:tc>
                <a:tc>
                  <a:txBody>
                    <a:bodyPr/>
                    <a:lstStyle>
                      <a:lvl1pPr marL="0" algn="l" defTabSz="914377" rtl="0" eaLnBrk="1" latinLnBrk="0" hangingPunct="1">
                        <a:defRPr sz="1800" b="1" kern="1200">
                          <a:solidFill>
                            <a:schemeClr val="lt1"/>
                          </a:solidFill>
                          <a:latin typeface="Arial"/>
                        </a:defRPr>
                      </a:lvl1pPr>
                      <a:lvl2pPr marL="457189" algn="l" defTabSz="914377" rtl="0" eaLnBrk="1" latinLnBrk="0" hangingPunct="1">
                        <a:defRPr sz="1800" b="1" kern="1200">
                          <a:solidFill>
                            <a:schemeClr val="lt1"/>
                          </a:solidFill>
                          <a:latin typeface="Arial"/>
                        </a:defRPr>
                      </a:lvl2pPr>
                      <a:lvl3pPr marL="914377" algn="l" defTabSz="914377" rtl="0" eaLnBrk="1" latinLnBrk="0" hangingPunct="1">
                        <a:defRPr sz="1800" b="1" kern="1200">
                          <a:solidFill>
                            <a:schemeClr val="lt1"/>
                          </a:solidFill>
                          <a:latin typeface="Arial"/>
                        </a:defRPr>
                      </a:lvl3pPr>
                      <a:lvl4pPr marL="1371566" algn="l" defTabSz="914377" rtl="0" eaLnBrk="1" latinLnBrk="0" hangingPunct="1">
                        <a:defRPr sz="1800" b="1" kern="1200">
                          <a:solidFill>
                            <a:schemeClr val="lt1"/>
                          </a:solidFill>
                          <a:latin typeface="Arial"/>
                        </a:defRPr>
                      </a:lvl4pPr>
                      <a:lvl5pPr marL="1828754" algn="l" defTabSz="914377" rtl="0" eaLnBrk="1" latinLnBrk="0" hangingPunct="1">
                        <a:defRPr sz="1800" b="1" kern="1200">
                          <a:solidFill>
                            <a:schemeClr val="lt1"/>
                          </a:solidFill>
                          <a:latin typeface="Arial"/>
                        </a:defRPr>
                      </a:lvl5pPr>
                      <a:lvl6pPr marL="2285943" algn="l" defTabSz="914377" rtl="0" eaLnBrk="1" latinLnBrk="0" hangingPunct="1">
                        <a:defRPr sz="1800" b="1" kern="1200">
                          <a:solidFill>
                            <a:schemeClr val="lt1"/>
                          </a:solidFill>
                          <a:latin typeface="Arial"/>
                        </a:defRPr>
                      </a:lvl6pPr>
                      <a:lvl7pPr marL="2743131" algn="l" defTabSz="914377" rtl="0" eaLnBrk="1" latinLnBrk="0" hangingPunct="1">
                        <a:defRPr sz="1800" b="1" kern="1200">
                          <a:solidFill>
                            <a:schemeClr val="lt1"/>
                          </a:solidFill>
                          <a:latin typeface="Arial"/>
                        </a:defRPr>
                      </a:lvl7pPr>
                      <a:lvl8pPr marL="3200320" algn="l" defTabSz="914377" rtl="0" eaLnBrk="1" latinLnBrk="0" hangingPunct="1">
                        <a:defRPr sz="1800" b="1" kern="1200">
                          <a:solidFill>
                            <a:schemeClr val="lt1"/>
                          </a:solidFill>
                          <a:latin typeface="Arial"/>
                        </a:defRPr>
                      </a:lvl8pPr>
                      <a:lvl9pPr marL="3657509" algn="l" defTabSz="914377" rtl="0" eaLnBrk="1" latinLnBrk="0" hangingPunct="1">
                        <a:defRPr sz="1800" b="1" kern="1200">
                          <a:solidFill>
                            <a:schemeClr val="lt1"/>
                          </a:solidFill>
                          <a:latin typeface="Arial"/>
                        </a:defRPr>
                      </a:lvl9pPr>
                    </a:lstStyle>
                    <a:p>
                      <a:pPr algn="ctr"/>
                      <a:r>
                        <a:rPr lang="en-US" altLang="zh-TW" sz="1800" baseline="0" dirty="0">
                          <a:latin typeface="+mn-lt"/>
                        </a:rPr>
                        <a:t> </a:t>
                      </a:r>
                      <a:r>
                        <a:rPr lang="en-US" altLang="zh-TW" sz="1800" dirty="0">
                          <a:latin typeface="+mn-lt"/>
                        </a:rPr>
                        <a:t>Method</a:t>
                      </a:r>
                      <a:endParaRPr lang="zh-TW" altLang="en-US" sz="1800" dirty="0">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E8DDD"/>
                    </a:solidFill>
                  </a:tcPr>
                </a:tc>
                <a:tc>
                  <a:txBody>
                    <a:bodyPr/>
                    <a:lstStyle>
                      <a:lvl1pPr marL="0" algn="l" defTabSz="914377" rtl="0" eaLnBrk="1" latinLnBrk="0" hangingPunct="1">
                        <a:defRPr sz="1800" b="1" kern="1200">
                          <a:solidFill>
                            <a:schemeClr val="lt1"/>
                          </a:solidFill>
                          <a:latin typeface="Arial"/>
                        </a:defRPr>
                      </a:lvl1pPr>
                      <a:lvl2pPr marL="457189" algn="l" defTabSz="914377" rtl="0" eaLnBrk="1" latinLnBrk="0" hangingPunct="1">
                        <a:defRPr sz="1800" b="1" kern="1200">
                          <a:solidFill>
                            <a:schemeClr val="lt1"/>
                          </a:solidFill>
                          <a:latin typeface="Arial"/>
                        </a:defRPr>
                      </a:lvl2pPr>
                      <a:lvl3pPr marL="914377" algn="l" defTabSz="914377" rtl="0" eaLnBrk="1" latinLnBrk="0" hangingPunct="1">
                        <a:defRPr sz="1800" b="1" kern="1200">
                          <a:solidFill>
                            <a:schemeClr val="lt1"/>
                          </a:solidFill>
                          <a:latin typeface="Arial"/>
                        </a:defRPr>
                      </a:lvl3pPr>
                      <a:lvl4pPr marL="1371566" algn="l" defTabSz="914377" rtl="0" eaLnBrk="1" latinLnBrk="0" hangingPunct="1">
                        <a:defRPr sz="1800" b="1" kern="1200">
                          <a:solidFill>
                            <a:schemeClr val="lt1"/>
                          </a:solidFill>
                          <a:latin typeface="Arial"/>
                        </a:defRPr>
                      </a:lvl4pPr>
                      <a:lvl5pPr marL="1828754" algn="l" defTabSz="914377" rtl="0" eaLnBrk="1" latinLnBrk="0" hangingPunct="1">
                        <a:defRPr sz="1800" b="1" kern="1200">
                          <a:solidFill>
                            <a:schemeClr val="lt1"/>
                          </a:solidFill>
                          <a:latin typeface="Arial"/>
                        </a:defRPr>
                      </a:lvl5pPr>
                      <a:lvl6pPr marL="2285943" algn="l" defTabSz="914377" rtl="0" eaLnBrk="1" latinLnBrk="0" hangingPunct="1">
                        <a:defRPr sz="1800" b="1" kern="1200">
                          <a:solidFill>
                            <a:schemeClr val="lt1"/>
                          </a:solidFill>
                          <a:latin typeface="Arial"/>
                        </a:defRPr>
                      </a:lvl6pPr>
                      <a:lvl7pPr marL="2743131" algn="l" defTabSz="914377" rtl="0" eaLnBrk="1" latinLnBrk="0" hangingPunct="1">
                        <a:defRPr sz="1800" b="1" kern="1200">
                          <a:solidFill>
                            <a:schemeClr val="lt1"/>
                          </a:solidFill>
                          <a:latin typeface="Arial"/>
                        </a:defRPr>
                      </a:lvl7pPr>
                      <a:lvl8pPr marL="3200320" algn="l" defTabSz="914377" rtl="0" eaLnBrk="1" latinLnBrk="0" hangingPunct="1">
                        <a:defRPr sz="1800" b="1" kern="1200">
                          <a:solidFill>
                            <a:schemeClr val="lt1"/>
                          </a:solidFill>
                          <a:latin typeface="Arial"/>
                        </a:defRPr>
                      </a:lvl8pPr>
                      <a:lvl9pPr marL="3657509" algn="l" defTabSz="914377" rtl="0" eaLnBrk="1" latinLnBrk="0" hangingPunct="1">
                        <a:defRPr sz="1800" b="1" kern="1200">
                          <a:solidFill>
                            <a:schemeClr val="lt1"/>
                          </a:solidFill>
                          <a:latin typeface="Arial"/>
                        </a:defRPr>
                      </a:lvl9pPr>
                    </a:lstStyle>
                    <a:p>
                      <a:pPr algn="ctr"/>
                      <a:r>
                        <a:rPr lang="en-US" altLang="zh-TW" sz="1800" dirty="0">
                          <a:latin typeface="+mn-lt"/>
                        </a:rPr>
                        <a:t>MQC support</a:t>
                      </a:r>
                      <a:endParaRPr lang="zh-TW" altLang="en-US" sz="1800" dirty="0">
                        <a:latin typeface="+mn-lt"/>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E8DDD"/>
                    </a:solidFill>
                  </a:tcPr>
                </a:tc>
                <a:extLst>
                  <a:ext uri="{0D108BD9-81ED-4DB2-BD59-A6C34878D82A}">
                    <a16:rowId xmlns:a16="http://schemas.microsoft.com/office/drawing/2014/main" val="10000"/>
                  </a:ext>
                </a:extLst>
              </a:tr>
              <a:tr h="2265200">
                <a:tc>
                  <a:txBody>
                    <a:bodyPr/>
                    <a:lstStyle>
                      <a:lvl1pPr marL="0" algn="l" defTabSz="914377" rtl="0" eaLnBrk="1" latinLnBrk="0" hangingPunct="1">
                        <a:defRPr sz="1800" kern="1200">
                          <a:solidFill>
                            <a:schemeClr val="dk1"/>
                          </a:solidFill>
                          <a:latin typeface="Arial"/>
                        </a:defRPr>
                      </a:lvl1pPr>
                      <a:lvl2pPr marL="457189" algn="l" defTabSz="914377" rtl="0" eaLnBrk="1" latinLnBrk="0" hangingPunct="1">
                        <a:defRPr sz="1800" kern="1200">
                          <a:solidFill>
                            <a:schemeClr val="dk1"/>
                          </a:solidFill>
                          <a:latin typeface="Arial"/>
                        </a:defRPr>
                      </a:lvl2pPr>
                      <a:lvl3pPr marL="914377" algn="l" defTabSz="914377" rtl="0" eaLnBrk="1" latinLnBrk="0" hangingPunct="1">
                        <a:defRPr sz="1800" kern="1200">
                          <a:solidFill>
                            <a:schemeClr val="dk1"/>
                          </a:solidFill>
                          <a:latin typeface="Arial"/>
                        </a:defRPr>
                      </a:lvl3pPr>
                      <a:lvl4pPr marL="1371566" algn="l" defTabSz="914377" rtl="0" eaLnBrk="1" latinLnBrk="0" hangingPunct="1">
                        <a:defRPr sz="1800" kern="1200">
                          <a:solidFill>
                            <a:schemeClr val="dk1"/>
                          </a:solidFill>
                          <a:latin typeface="Arial"/>
                        </a:defRPr>
                      </a:lvl4pPr>
                      <a:lvl5pPr marL="1828754" algn="l" defTabSz="914377" rtl="0" eaLnBrk="1" latinLnBrk="0" hangingPunct="1">
                        <a:defRPr sz="1800" kern="1200">
                          <a:solidFill>
                            <a:schemeClr val="dk1"/>
                          </a:solidFill>
                          <a:latin typeface="Arial"/>
                        </a:defRPr>
                      </a:lvl5pPr>
                      <a:lvl6pPr marL="2285943" algn="l" defTabSz="914377" rtl="0" eaLnBrk="1" latinLnBrk="0" hangingPunct="1">
                        <a:defRPr sz="1800" kern="1200">
                          <a:solidFill>
                            <a:schemeClr val="dk1"/>
                          </a:solidFill>
                          <a:latin typeface="Arial"/>
                        </a:defRPr>
                      </a:lvl6pPr>
                      <a:lvl7pPr marL="2743131" algn="l" defTabSz="914377" rtl="0" eaLnBrk="1" latinLnBrk="0" hangingPunct="1">
                        <a:defRPr sz="1800" kern="1200">
                          <a:solidFill>
                            <a:schemeClr val="dk1"/>
                          </a:solidFill>
                          <a:latin typeface="Arial"/>
                        </a:defRPr>
                      </a:lvl7pPr>
                      <a:lvl8pPr marL="3200320" algn="l" defTabSz="914377" rtl="0" eaLnBrk="1" latinLnBrk="0" hangingPunct="1">
                        <a:defRPr sz="1800" kern="1200">
                          <a:solidFill>
                            <a:schemeClr val="dk1"/>
                          </a:solidFill>
                          <a:latin typeface="Arial"/>
                        </a:defRPr>
                      </a:lvl8pPr>
                      <a:lvl9pPr marL="3657509" algn="l" defTabSz="914377" rtl="0" eaLnBrk="1" latinLnBrk="0" hangingPunct="1">
                        <a:defRPr sz="1800" kern="1200">
                          <a:solidFill>
                            <a:schemeClr val="dk1"/>
                          </a:solidFill>
                          <a:latin typeface="Arial"/>
                        </a:defRPr>
                      </a:lvl9pPr>
                    </a:lstStyle>
                    <a:p>
                      <a:pPr algn="ctr"/>
                      <a:r>
                        <a:rPr lang="en-US" altLang="zh-TW" sz="1600" b="1" dirty="0">
                          <a:latin typeface="+mn-lt"/>
                        </a:rPr>
                        <a:t>Control</a:t>
                      </a:r>
                      <a:r>
                        <a:rPr lang="en-US" altLang="zh-TW" sz="1600" b="1" baseline="0" dirty="0">
                          <a:latin typeface="+mn-lt"/>
                        </a:rPr>
                        <a:t> </a:t>
                      </a:r>
                      <a:r>
                        <a:rPr lang="en-US" altLang="zh-TW" sz="1600" b="1" dirty="0">
                          <a:latin typeface="+mn-lt"/>
                        </a:rPr>
                        <a:t>Point</a:t>
                      </a:r>
                      <a:endParaRPr lang="zh-TW" altLang="en-US" sz="1600" b="1" dirty="0">
                        <a:latin typeface="+mn-lt"/>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8DDD">
                        <a:tint val="40000"/>
                      </a:srgbClr>
                    </a:solidFill>
                  </a:tcPr>
                </a:tc>
                <a:tc>
                  <a:txBody>
                    <a:bodyPr/>
                    <a:lstStyle>
                      <a:lvl1pPr marL="0" algn="l" defTabSz="914377" rtl="0" eaLnBrk="1" latinLnBrk="0" hangingPunct="1">
                        <a:defRPr sz="1800" kern="1200">
                          <a:solidFill>
                            <a:schemeClr val="dk1"/>
                          </a:solidFill>
                          <a:latin typeface="Arial"/>
                        </a:defRPr>
                      </a:lvl1pPr>
                      <a:lvl2pPr marL="457189" algn="l" defTabSz="914377" rtl="0" eaLnBrk="1" latinLnBrk="0" hangingPunct="1">
                        <a:defRPr sz="1800" kern="1200">
                          <a:solidFill>
                            <a:schemeClr val="dk1"/>
                          </a:solidFill>
                          <a:latin typeface="Arial"/>
                        </a:defRPr>
                      </a:lvl2pPr>
                      <a:lvl3pPr marL="914377" algn="l" defTabSz="914377" rtl="0" eaLnBrk="1" latinLnBrk="0" hangingPunct="1">
                        <a:defRPr sz="1800" kern="1200">
                          <a:solidFill>
                            <a:schemeClr val="dk1"/>
                          </a:solidFill>
                          <a:latin typeface="Arial"/>
                        </a:defRPr>
                      </a:lvl3pPr>
                      <a:lvl4pPr marL="1371566" algn="l" defTabSz="914377" rtl="0" eaLnBrk="1" latinLnBrk="0" hangingPunct="1">
                        <a:defRPr sz="1800" kern="1200">
                          <a:solidFill>
                            <a:schemeClr val="dk1"/>
                          </a:solidFill>
                          <a:latin typeface="Arial"/>
                        </a:defRPr>
                      </a:lvl4pPr>
                      <a:lvl5pPr marL="1828754" algn="l" defTabSz="914377" rtl="0" eaLnBrk="1" latinLnBrk="0" hangingPunct="1">
                        <a:defRPr sz="1800" kern="1200">
                          <a:solidFill>
                            <a:schemeClr val="dk1"/>
                          </a:solidFill>
                          <a:latin typeface="Arial"/>
                        </a:defRPr>
                      </a:lvl5pPr>
                      <a:lvl6pPr marL="2285943" algn="l" defTabSz="914377" rtl="0" eaLnBrk="1" latinLnBrk="0" hangingPunct="1">
                        <a:defRPr sz="1800" kern="1200">
                          <a:solidFill>
                            <a:schemeClr val="dk1"/>
                          </a:solidFill>
                          <a:latin typeface="Arial"/>
                        </a:defRPr>
                      </a:lvl6pPr>
                      <a:lvl7pPr marL="2743131" algn="l" defTabSz="914377" rtl="0" eaLnBrk="1" latinLnBrk="0" hangingPunct="1">
                        <a:defRPr sz="1800" kern="1200">
                          <a:solidFill>
                            <a:schemeClr val="dk1"/>
                          </a:solidFill>
                          <a:latin typeface="Arial"/>
                        </a:defRPr>
                      </a:lvl7pPr>
                      <a:lvl8pPr marL="3200320" algn="l" defTabSz="914377" rtl="0" eaLnBrk="1" latinLnBrk="0" hangingPunct="1">
                        <a:defRPr sz="1800" kern="1200">
                          <a:solidFill>
                            <a:schemeClr val="dk1"/>
                          </a:solidFill>
                          <a:latin typeface="Arial"/>
                        </a:defRPr>
                      </a:lvl8pPr>
                      <a:lvl9pPr marL="3657509" algn="l" defTabSz="914377" rtl="0" eaLnBrk="1" latinLnBrk="0" hangingPunct="1">
                        <a:defRPr sz="1800" kern="1200">
                          <a:solidFill>
                            <a:schemeClr val="dk1"/>
                          </a:solidFill>
                          <a:latin typeface="Arial"/>
                        </a:defRPr>
                      </a:lvl9pPr>
                    </a:lstStyle>
                    <a:p>
                      <a:pPr marL="0" indent="0" algn="l">
                        <a:buNone/>
                      </a:pPr>
                      <a:r>
                        <a:rPr lang="en-US" altLang="zh-TW" sz="1400" dirty="0">
                          <a:latin typeface="+mn-lt"/>
                        </a:rPr>
                        <a:t>1. ME parts 100% sorting cosmetic before online.</a:t>
                      </a:r>
                      <a:endParaRPr lang="en-US" altLang="zh-TW" sz="1400" baseline="0" dirty="0">
                        <a:latin typeface="+mn-lt"/>
                      </a:endParaRPr>
                    </a:p>
                    <a:p>
                      <a:pPr marL="342900" indent="-342900" algn="l">
                        <a:buAutoNum type="arabicPeriod"/>
                      </a:pPr>
                      <a:endParaRPr lang="en-US" altLang="zh-TW" sz="1400" baseline="0" dirty="0">
                        <a:latin typeface="+mn-lt"/>
                      </a:endParaRPr>
                    </a:p>
                    <a:p>
                      <a:pPr marL="0" indent="0" algn="l" defTabSz="1218987" rtl="0" eaLnBrk="1" latinLnBrk="0" hangingPunct="1">
                        <a:buNone/>
                      </a:pPr>
                      <a:r>
                        <a:rPr lang="en-US" altLang="zh-TW" sz="1400" kern="1200" dirty="0">
                          <a:solidFill>
                            <a:schemeClr val="dk1"/>
                          </a:solidFill>
                          <a:latin typeface="+mn-lt"/>
                          <a:ea typeface="+mn-ea"/>
                          <a:cs typeface="+mn-cs"/>
                        </a:rPr>
                        <a:t>2. K/B 100% check cosmetic and key cap drop &amp;</a:t>
                      </a:r>
                      <a:r>
                        <a:rPr lang="en-US" altLang="zh-TW" sz="1400" kern="1200" baseline="0" dirty="0">
                          <a:solidFill>
                            <a:schemeClr val="dk1"/>
                          </a:solidFill>
                          <a:latin typeface="+mn-lt"/>
                          <a:ea typeface="+mn-ea"/>
                          <a:cs typeface="+mn-cs"/>
                        </a:rPr>
                        <a:t> interference issue.</a:t>
                      </a:r>
                      <a:endParaRPr lang="en-US" altLang="zh-TW" sz="1400" baseline="0" dirty="0">
                        <a:latin typeface="+mn-lt"/>
                      </a:endParaRPr>
                    </a:p>
                    <a:p>
                      <a:pPr marL="0" indent="0" algn="l">
                        <a:buNone/>
                      </a:pPr>
                      <a:r>
                        <a:rPr lang="en-US" altLang="zh-TW" sz="1400" baseline="0" dirty="0">
                          <a:latin typeface="+mn-lt"/>
                        </a:rPr>
                        <a:t>  </a:t>
                      </a:r>
                    </a:p>
                    <a:p>
                      <a:pPr marL="0" indent="0" algn="l">
                        <a:buNone/>
                      </a:pPr>
                      <a:r>
                        <a:rPr lang="en-US" altLang="zh-TW" sz="1400" baseline="0" dirty="0">
                          <a:latin typeface="+mn-lt"/>
                        </a:rPr>
                        <a:t>3. LCD 100% check function.</a:t>
                      </a:r>
                      <a:endParaRPr lang="en-US" altLang="zh-TW" sz="1400" b="1" baseline="0" dirty="0">
                        <a:latin typeface="+mn-lt"/>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8DDD">
                        <a:tint val="40000"/>
                      </a:srgbClr>
                    </a:solidFill>
                  </a:tcPr>
                </a:tc>
                <a:tc>
                  <a:txBody>
                    <a:bodyPr/>
                    <a:lstStyle>
                      <a:lvl1pPr marL="0" algn="l" defTabSz="914377" rtl="0" eaLnBrk="1" latinLnBrk="0" hangingPunct="1">
                        <a:defRPr sz="1800" kern="1200">
                          <a:solidFill>
                            <a:schemeClr val="dk1"/>
                          </a:solidFill>
                          <a:latin typeface="Arial"/>
                        </a:defRPr>
                      </a:lvl1pPr>
                      <a:lvl2pPr marL="457189" algn="l" defTabSz="914377" rtl="0" eaLnBrk="1" latinLnBrk="0" hangingPunct="1">
                        <a:defRPr sz="1800" kern="1200">
                          <a:solidFill>
                            <a:schemeClr val="dk1"/>
                          </a:solidFill>
                          <a:latin typeface="Arial"/>
                        </a:defRPr>
                      </a:lvl2pPr>
                      <a:lvl3pPr marL="914377" algn="l" defTabSz="914377" rtl="0" eaLnBrk="1" latinLnBrk="0" hangingPunct="1">
                        <a:defRPr sz="1800" kern="1200">
                          <a:solidFill>
                            <a:schemeClr val="dk1"/>
                          </a:solidFill>
                          <a:latin typeface="Arial"/>
                        </a:defRPr>
                      </a:lvl3pPr>
                      <a:lvl4pPr marL="1371566" algn="l" defTabSz="914377" rtl="0" eaLnBrk="1" latinLnBrk="0" hangingPunct="1">
                        <a:defRPr sz="1800" kern="1200">
                          <a:solidFill>
                            <a:schemeClr val="dk1"/>
                          </a:solidFill>
                          <a:latin typeface="Arial"/>
                        </a:defRPr>
                      </a:lvl4pPr>
                      <a:lvl5pPr marL="1828754" algn="l" defTabSz="914377" rtl="0" eaLnBrk="1" latinLnBrk="0" hangingPunct="1">
                        <a:defRPr sz="1800" kern="1200">
                          <a:solidFill>
                            <a:schemeClr val="dk1"/>
                          </a:solidFill>
                          <a:latin typeface="Arial"/>
                        </a:defRPr>
                      </a:lvl5pPr>
                      <a:lvl6pPr marL="2285943" algn="l" defTabSz="914377" rtl="0" eaLnBrk="1" latinLnBrk="0" hangingPunct="1">
                        <a:defRPr sz="1800" kern="1200">
                          <a:solidFill>
                            <a:schemeClr val="dk1"/>
                          </a:solidFill>
                          <a:latin typeface="Arial"/>
                        </a:defRPr>
                      </a:lvl6pPr>
                      <a:lvl7pPr marL="2743131" algn="l" defTabSz="914377" rtl="0" eaLnBrk="1" latinLnBrk="0" hangingPunct="1">
                        <a:defRPr sz="1800" kern="1200">
                          <a:solidFill>
                            <a:schemeClr val="dk1"/>
                          </a:solidFill>
                          <a:latin typeface="Arial"/>
                        </a:defRPr>
                      </a:lvl7pPr>
                      <a:lvl8pPr marL="3200320" algn="l" defTabSz="914377" rtl="0" eaLnBrk="1" latinLnBrk="0" hangingPunct="1">
                        <a:defRPr sz="1800" kern="1200">
                          <a:solidFill>
                            <a:schemeClr val="dk1"/>
                          </a:solidFill>
                          <a:latin typeface="Arial"/>
                        </a:defRPr>
                      </a:lvl8pPr>
                      <a:lvl9pPr marL="3657509" algn="l" defTabSz="914377" rtl="0" eaLnBrk="1" latinLnBrk="0" hangingPunct="1">
                        <a:defRPr sz="1800" kern="1200">
                          <a:solidFill>
                            <a:schemeClr val="dk1"/>
                          </a:solidFill>
                          <a:latin typeface="Arial"/>
                        </a:defRPr>
                      </a:lvl9pPr>
                    </a:lstStyle>
                    <a:p>
                      <a:pPr marL="0" indent="0" algn="l" defTabSz="1218987" rtl="0" eaLnBrk="1" latinLnBrk="0" hangingPunct="1">
                        <a:buNone/>
                      </a:pPr>
                      <a:r>
                        <a:rPr lang="en-US" altLang="zh-TW" sz="1400" b="0" kern="1200" baseline="0" dirty="0">
                          <a:solidFill>
                            <a:schemeClr val="dk1"/>
                          </a:solidFill>
                          <a:latin typeface="+mn-lt"/>
                          <a:ea typeface="+mn-ea"/>
                          <a:cs typeface="+mn-cs"/>
                        </a:rPr>
                        <a:t>1. LCD RGB 200% inspection.</a:t>
                      </a:r>
                    </a:p>
                    <a:p>
                      <a:pPr marL="0" indent="0" algn="l" defTabSz="1218987" rtl="0" eaLnBrk="1" latinLnBrk="0" hangingPunct="1">
                        <a:buNone/>
                      </a:pPr>
                      <a:endParaRPr lang="en-US" altLang="zh-TW" sz="1400" b="0" kern="1200" baseline="0" dirty="0">
                        <a:solidFill>
                          <a:schemeClr val="dk1"/>
                        </a:solidFill>
                        <a:latin typeface="+mn-lt"/>
                        <a:ea typeface="+mn-ea"/>
                        <a:cs typeface="+mn-cs"/>
                      </a:endParaRPr>
                    </a:p>
                    <a:p>
                      <a:pPr marL="0" indent="0" algn="l" defTabSz="1218987" rtl="0" eaLnBrk="1" latinLnBrk="0" hangingPunct="1">
                        <a:buNone/>
                      </a:pPr>
                      <a:r>
                        <a:rPr lang="en-US" altLang="zh-TW" sz="1400" b="0" kern="1200" baseline="0" dirty="0">
                          <a:solidFill>
                            <a:schemeClr val="dk1"/>
                          </a:solidFill>
                          <a:latin typeface="+mn-lt"/>
                          <a:ea typeface="+mn-ea"/>
                          <a:cs typeface="+mn-cs"/>
                        </a:rPr>
                        <a:t>2. After ramp up, R/I time increase to 2.5H to </a:t>
                      </a:r>
                      <a:r>
                        <a:rPr lang="en-US" altLang="zh-CN" sz="1400" b="0" kern="1200" baseline="0" dirty="0">
                          <a:solidFill>
                            <a:schemeClr val="dk1"/>
                          </a:solidFill>
                          <a:latin typeface="+mn-lt"/>
                          <a:ea typeface="+mn-ea"/>
                          <a:cs typeface="+mn-cs"/>
                        </a:rPr>
                        <a:t>dynamic adjust test items base on previous R/I data</a:t>
                      </a:r>
                      <a:r>
                        <a:rPr lang="en-US" altLang="zh-TW" sz="1400" b="0" kern="1200" baseline="0" dirty="0">
                          <a:solidFill>
                            <a:schemeClr val="dk1"/>
                          </a:solidFill>
                          <a:latin typeface="+mn-lt"/>
                          <a:ea typeface="+mn-ea"/>
                          <a:cs typeface="+mn-cs"/>
                        </a:rPr>
                        <a:t>.</a:t>
                      </a:r>
                    </a:p>
                    <a:p>
                      <a:pPr marL="0" indent="0" algn="l" defTabSz="1218987" rtl="0" eaLnBrk="1" latinLnBrk="0" hangingPunct="1">
                        <a:buNone/>
                      </a:pPr>
                      <a:endParaRPr lang="en-US" altLang="zh-TW" sz="1400" b="0" kern="1200" baseline="0" dirty="0">
                        <a:solidFill>
                          <a:schemeClr val="dk1"/>
                        </a:solidFill>
                        <a:latin typeface="+mn-lt"/>
                        <a:ea typeface="+mn-ea"/>
                        <a:cs typeface="+mn-cs"/>
                      </a:endParaRPr>
                    </a:p>
                    <a:p>
                      <a:pPr marL="0" marR="0" indent="0" algn="l" defTabSz="1218987" rtl="0" eaLnBrk="1" fontAlgn="auto" latinLnBrk="0" hangingPunct="1">
                        <a:lnSpc>
                          <a:spcPct val="100000"/>
                        </a:lnSpc>
                        <a:spcBef>
                          <a:spcPts val="0"/>
                        </a:spcBef>
                        <a:spcAft>
                          <a:spcPts val="0"/>
                        </a:spcAft>
                        <a:buClrTx/>
                        <a:buSzTx/>
                        <a:buFontTx/>
                        <a:buNone/>
                        <a:tabLst/>
                        <a:defRPr/>
                      </a:pPr>
                      <a:r>
                        <a:rPr lang="en-US" altLang="zh-TW" sz="1400" kern="1200" baseline="0" dirty="0">
                          <a:latin typeface="+mn-lt"/>
                        </a:rPr>
                        <a:t>3. 200% online check cosmetic </a:t>
                      </a:r>
                      <a:r>
                        <a:rPr lang="en-US" altLang="zh-CN" sz="1400" kern="1200" baseline="0" dirty="0">
                          <a:latin typeface="+mn-lt"/>
                        </a:rPr>
                        <a:t>inspection </a:t>
                      </a:r>
                      <a:r>
                        <a:rPr lang="en-US" altLang="zh-TW" sz="1400" kern="1200" baseline="0" dirty="0">
                          <a:latin typeface="+mn-lt"/>
                        </a:rPr>
                        <a:t>before packing</a:t>
                      </a:r>
                      <a:endParaRPr lang="en-US" altLang="zh-TW" sz="1400" b="0" kern="1200" baseline="0" dirty="0">
                        <a:solidFill>
                          <a:schemeClr val="dk1"/>
                        </a:solidFill>
                        <a:latin typeface="+mn-lt"/>
                        <a:ea typeface="+mn-ea"/>
                        <a:cs typeface="+mn-cs"/>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8DDD">
                        <a:tint val="40000"/>
                      </a:srgbClr>
                    </a:solidFill>
                  </a:tcPr>
                </a:tc>
                <a:tc>
                  <a:txBody>
                    <a:bodyPr/>
                    <a:lstStyle>
                      <a:lvl1pPr marL="0" algn="l" defTabSz="914377" rtl="0" eaLnBrk="1" latinLnBrk="0" hangingPunct="1">
                        <a:defRPr sz="1800" kern="1200">
                          <a:solidFill>
                            <a:schemeClr val="dk1"/>
                          </a:solidFill>
                          <a:latin typeface="Arial"/>
                        </a:defRPr>
                      </a:lvl1pPr>
                      <a:lvl2pPr marL="457189" algn="l" defTabSz="914377" rtl="0" eaLnBrk="1" latinLnBrk="0" hangingPunct="1">
                        <a:defRPr sz="1800" kern="1200">
                          <a:solidFill>
                            <a:schemeClr val="dk1"/>
                          </a:solidFill>
                          <a:latin typeface="Arial"/>
                        </a:defRPr>
                      </a:lvl2pPr>
                      <a:lvl3pPr marL="914377" algn="l" defTabSz="914377" rtl="0" eaLnBrk="1" latinLnBrk="0" hangingPunct="1">
                        <a:defRPr sz="1800" kern="1200">
                          <a:solidFill>
                            <a:schemeClr val="dk1"/>
                          </a:solidFill>
                          <a:latin typeface="Arial"/>
                        </a:defRPr>
                      </a:lvl3pPr>
                      <a:lvl4pPr marL="1371566" algn="l" defTabSz="914377" rtl="0" eaLnBrk="1" latinLnBrk="0" hangingPunct="1">
                        <a:defRPr sz="1800" kern="1200">
                          <a:solidFill>
                            <a:schemeClr val="dk1"/>
                          </a:solidFill>
                          <a:latin typeface="Arial"/>
                        </a:defRPr>
                      </a:lvl4pPr>
                      <a:lvl5pPr marL="1828754" algn="l" defTabSz="914377" rtl="0" eaLnBrk="1" latinLnBrk="0" hangingPunct="1">
                        <a:defRPr sz="1800" kern="1200">
                          <a:solidFill>
                            <a:schemeClr val="dk1"/>
                          </a:solidFill>
                          <a:latin typeface="Arial"/>
                        </a:defRPr>
                      </a:lvl5pPr>
                      <a:lvl6pPr marL="2285943" algn="l" defTabSz="914377" rtl="0" eaLnBrk="1" latinLnBrk="0" hangingPunct="1">
                        <a:defRPr sz="1800" kern="1200">
                          <a:solidFill>
                            <a:schemeClr val="dk1"/>
                          </a:solidFill>
                          <a:latin typeface="Arial"/>
                        </a:defRPr>
                      </a:lvl6pPr>
                      <a:lvl7pPr marL="2743131" algn="l" defTabSz="914377" rtl="0" eaLnBrk="1" latinLnBrk="0" hangingPunct="1">
                        <a:defRPr sz="1800" kern="1200">
                          <a:solidFill>
                            <a:schemeClr val="dk1"/>
                          </a:solidFill>
                          <a:latin typeface="Arial"/>
                        </a:defRPr>
                      </a:lvl7pPr>
                      <a:lvl8pPr marL="3200320" algn="l" defTabSz="914377" rtl="0" eaLnBrk="1" latinLnBrk="0" hangingPunct="1">
                        <a:defRPr sz="1800" kern="1200">
                          <a:solidFill>
                            <a:schemeClr val="dk1"/>
                          </a:solidFill>
                          <a:latin typeface="Arial"/>
                        </a:defRPr>
                      </a:lvl8pPr>
                      <a:lvl9pPr marL="3657509" algn="l" defTabSz="914377" rtl="0" eaLnBrk="1" latinLnBrk="0" hangingPunct="1">
                        <a:defRPr sz="1800" kern="1200">
                          <a:solidFill>
                            <a:schemeClr val="dk1"/>
                          </a:solidFill>
                          <a:latin typeface="Arial"/>
                        </a:defRPr>
                      </a:lvl9pPr>
                    </a:lstStyle>
                    <a:p>
                      <a:pPr marL="0" indent="0" algn="l">
                        <a:buNone/>
                      </a:pPr>
                      <a:r>
                        <a:rPr lang="en-US" altLang="zh-TW" sz="1400" kern="1200" baseline="0" dirty="0">
                          <a:latin typeface="+mn-lt"/>
                        </a:rPr>
                        <a:t>1. Tighten OOB sampling rate from 1/15 to 1/10.</a:t>
                      </a:r>
                    </a:p>
                    <a:p>
                      <a:pPr marL="0" indent="0" algn="l">
                        <a:buNone/>
                      </a:pPr>
                      <a:endParaRPr lang="en-US" altLang="zh-TW" sz="1400" kern="1200" baseline="0" dirty="0">
                        <a:latin typeface="+mn-lt"/>
                      </a:endParaRPr>
                    </a:p>
                    <a:p>
                      <a:pPr marL="0" indent="0" algn="l">
                        <a:buNone/>
                      </a:pPr>
                      <a:r>
                        <a:rPr lang="en-US" altLang="zh-TW" sz="1400" kern="1200" baseline="0" dirty="0">
                          <a:latin typeface="+mn-lt"/>
                        </a:rPr>
                        <a:t>2. XCSA sampling rate: 2/5000</a:t>
                      </a:r>
                      <a:r>
                        <a:rPr lang="en-US" altLang="zh-TW" sz="1400" kern="1200" baseline="0" dirty="0">
                          <a:latin typeface="+mn-lt"/>
                          <a:sym typeface="Wingdings" panose="05000000000000000000" pitchFamily="2" charset="2"/>
                        </a:rPr>
                        <a:t>4/3000</a:t>
                      </a:r>
                    </a:p>
                    <a:p>
                      <a:pPr marL="0" indent="0" algn="l">
                        <a:buNone/>
                      </a:pPr>
                      <a:endParaRPr lang="en-US" altLang="zh-TW" sz="1400" kern="1200" baseline="0" dirty="0">
                        <a:latin typeface="+mn-lt"/>
                        <a:sym typeface="Wingdings" panose="05000000000000000000" pitchFamily="2" charset="2"/>
                      </a:endParaRPr>
                    </a:p>
                    <a:p>
                      <a:pPr marL="0" marR="0" indent="0" algn="l" defTabSz="1218987" rtl="0" eaLnBrk="1" fontAlgn="auto" latinLnBrk="0" hangingPunct="1">
                        <a:lnSpc>
                          <a:spcPct val="100000"/>
                        </a:lnSpc>
                        <a:spcBef>
                          <a:spcPts val="0"/>
                        </a:spcBef>
                        <a:spcAft>
                          <a:spcPts val="0"/>
                        </a:spcAft>
                        <a:buClrTx/>
                        <a:buSzTx/>
                        <a:buFontTx/>
                        <a:buNone/>
                        <a:tabLst/>
                        <a:defRPr/>
                      </a:pPr>
                      <a:r>
                        <a:rPr lang="en-US" altLang="zh-TW" sz="1400" kern="1200" baseline="0" dirty="0">
                          <a:latin typeface="+mn-lt"/>
                        </a:rPr>
                        <a:t>3. K/B key cap interference special inspection </a:t>
                      </a:r>
                      <a:r>
                        <a:rPr lang="en-US" altLang="zh-CN" sz="1400" kern="1200" baseline="0" dirty="0">
                          <a:latin typeface="+mn-lt"/>
                        </a:rPr>
                        <a:t>for long keys</a:t>
                      </a:r>
                    </a:p>
                    <a:p>
                      <a:pPr marL="0" marR="0" indent="0" algn="l" defTabSz="1218987" rtl="0" eaLnBrk="1" fontAlgn="auto" latinLnBrk="0" hangingPunct="1">
                        <a:lnSpc>
                          <a:spcPct val="100000"/>
                        </a:lnSpc>
                        <a:spcBef>
                          <a:spcPts val="0"/>
                        </a:spcBef>
                        <a:spcAft>
                          <a:spcPts val="0"/>
                        </a:spcAft>
                        <a:buClrTx/>
                        <a:buSzTx/>
                        <a:buFontTx/>
                        <a:buNone/>
                        <a:tabLst/>
                        <a:defRPr/>
                      </a:pPr>
                      <a:endParaRPr lang="en-US" altLang="zh-TW" sz="1400" kern="1200" baseline="0" dirty="0">
                        <a:latin typeface="+mn-lt"/>
                      </a:endParaRPr>
                    </a:p>
                    <a:p>
                      <a:pPr marL="0" marR="0" indent="0" algn="l" defTabSz="1218987" rtl="0" eaLnBrk="1" fontAlgn="auto" latinLnBrk="0" hangingPunct="1">
                        <a:lnSpc>
                          <a:spcPct val="100000"/>
                        </a:lnSpc>
                        <a:spcBef>
                          <a:spcPts val="0"/>
                        </a:spcBef>
                        <a:spcAft>
                          <a:spcPts val="0"/>
                        </a:spcAft>
                        <a:buClrTx/>
                        <a:buSzTx/>
                        <a:buFontTx/>
                        <a:buNone/>
                        <a:tabLst/>
                        <a:defRPr/>
                      </a:pPr>
                      <a:r>
                        <a:rPr lang="en-US" altLang="zh-TW" sz="1400" kern="1200" baseline="0" dirty="0">
                          <a:latin typeface="+mn-lt"/>
                          <a:sym typeface="Wingdings" panose="05000000000000000000" pitchFamily="2" charset="2"/>
                        </a:rPr>
                        <a:t>4. CXS test in first week, all issues close before shipping.</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8DDD">
                        <a:tint val="40000"/>
                      </a:srgbClr>
                    </a:solidFill>
                  </a:tcPr>
                </a:tc>
                <a:tc>
                  <a:txBody>
                    <a:bodyPr/>
                    <a:lstStyle>
                      <a:lvl1pPr marL="0" algn="l" defTabSz="914377" rtl="0" eaLnBrk="1" latinLnBrk="0" hangingPunct="1">
                        <a:defRPr sz="1800" kern="1200">
                          <a:solidFill>
                            <a:schemeClr val="dk1"/>
                          </a:solidFill>
                          <a:latin typeface="Arial"/>
                        </a:defRPr>
                      </a:lvl1pPr>
                      <a:lvl2pPr marL="457189" algn="l" defTabSz="914377" rtl="0" eaLnBrk="1" latinLnBrk="0" hangingPunct="1">
                        <a:defRPr sz="1800" kern="1200">
                          <a:solidFill>
                            <a:schemeClr val="dk1"/>
                          </a:solidFill>
                          <a:latin typeface="Arial"/>
                        </a:defRPr>
                      </a:lvl2pPr>
                      <a:lvl3pPr marL="914377" algn="l" defTabSz="914377" rtl="0" eaLnBrk="1" latinLnBrk="0" hangingPunct="1">
                        <a:defRPr sz="1800" kern="1200">
                          <a:solidFill>
                            <a:schemeClr val="dk1"/>
                          </a:solidFill>
                          <a:latin typeface="Arial"/>
                        </a:defRPr>
                      </a:lvl3pPr>
                      <a:lvl4pPr marL="1371566" algn="l" defTabSz="914377" rtl="0" eaLnBrk="1" latinLnBrk="0" hangingPunct="1">
                        <a:defRPr sz="1800" kern="1200">
                          <a:solidFill>
                            <a:schemeClr val="dk1"/>
                          </a:solidFill>
                          <a:latin typeface="Arial"/>
                        </a:defRPr>
                      </a:lvl4pPr>
                      <a:lvl5pPr marL="1828754" algn="l" defTabSz="914377" rtl="0" eaLnBrk="1" latinLnBrk="0" hangingPunct="1">
                        <a:defRPr sz="1800" kern="1200">
                          <a:solidFill>
                            <a:schemeClr val="dk1"/>
                          </a:solidFill>
                          <a:latin typeface="Arial"/>
                        </a:defRPr>
                      </a:lvl5pPr>
                      <a:lvl6pPr marL="2285943" algn="l" defTabSz="914377" rtl="0" eaLnBrk="1" latinLnBrk="0" hangingPunct="1">
                        <a:defRPr sz="1800" kern="1200">
                          <a:solidFill>
                            <a:schemeClr val="dk1"/>
                          </a:solidFill>
                          <a:latin typeface="Arial"/>
                        </a:defRPr>
                      </a:lvl6pPr>
                      <a:lvl7pPr marL="2743131" algn="l" defTabSz="914377" rtl="0" eaLnBrk="1" latinLnBrk="0" hangingPunct="1">
                        <a:defRPr sz="1800" kern="1200">
                          <a:solidFill>
                            <a:schemeClr val="dk1"/>
                          </a:solidFill>
                          <a:latin typeface="Arial"/>
                        </a:defRPr>
                      </a:lvl7pPr>
                      <a:lvl8pPr marL="3200320" algn="l" defTabSz="914377" rtl="0" eaLnBrk="1" latinLnBrk="0" hangingPunct="1">
                        <a:defRPr sz="1800" kern="1200">
                          <a:solidFill>
                            <a:schemeClr val="dk1"/>
                          </a:solidFill>
                          <a:latin typeface="Arial"/>
                        </a:defRPr>
                      </a:lvl8pPr>
                      <a:lvl9pPr marL="3657509" algn="l" defTabSz="914377" rtl="0" eaLnBrk="1" latinLnBrk="0" hangingPunct="1">
                        <a:defRPr sz="1800" kern="1200">
                          <a:solidFill>
                            <a:schemeClr val="dk1"/>
                          </a:solidFill>
                          <a:latin typeface="Arial"/>
                        </a:defRPr>
                      </a:lvl9pPr>
                    </a:lstStyle>
                    <a:p>
                      <a:pPr marL="0" marR="0" indent="0" algn="l" defTabSz="1218987" rtl="0" eaLnBrk="1" fontAlgn="auto" latinLnBrk="0" hangingPunct="1">
                        <a:lnSpc>
                          <a:spcPct val="100000"/>
                        </a:lnSpc>
                        <a:spcBef>
                          <a:spcPts val="0"/>
                        </a:spcBef>
                        <a:spcAft>
                          <a:spcPts val="0"/>
                        </a:spcAft>
                        <a:buClrTx/>
                        <a:buSzTx/>
                        <a:buFontTx/>
                        <a:buNone/>
                        <a:tabLst/>
                        <a:defRPr/>
                      </a:pPr>
                      <a:r>
                        <a:rPr lang="en-US" altLang="zh-TW" sz="1400" kern="1200" baseline="0" dirty="0">
                          <a:latin typeface="+mn-lt"/>
                        </a:rPr>
                        <a:t>1. Special order control process, ensure every order follow this control plan</a:t>
                      </a:r>
                    </a:p>
                    <a:p>
                      <a:pPr marL="0" indent="0" algn="l">
                        <a:buNone/>
                      </a:pPr>
                      <a:r>
                        <a:rPr lang="en-US" altLang="zh-TW" sz="1400" kern="1200" baseline="0" dirty="0">
                          <a:latin typeface="+mn-lt"/>
                        </a:rPr>
                        <a:t>2. Line Speed Control: normal line speed + 5s for first 1K, reduce line speed base on performance, need keep 20% line speed increasing at least</a:t>
                      </a:r>
                    </a:p>
                    <a:p>
                      <a:pPr marL="0" indent="0" algn="l">
                        <a:buNone/>
                      </a:pPr>
                      <a:r>
                        <a:rPr lang="en-US" altLang="zh-TW" sz="1400" kern="1200" baseline="0" dirty="0">
                          <a:latin typeface="+mn-lt"/>
                        </a:rPr>
                        <a:t>3. Release quality notice including all CTQ items, L&amp;L and key issue list.</a:t>
                      </a:r>
                    </a:p>
                    <a:p>
                      <a:pPr marL="0" indent="0" algn="l">
                        <a:buNone/>
                      </a:pPr>
                      <a:r>
                        <a:rPr lang="en-US" altLang="zh-TW" sz="1400" kern="1200" baseline="0" dirty="0">
                          <a:latin typeface="+mn-lt"/>
                        </a:rPr>
                        <a:t>4. Take pictures for all SOVP units each surface; Packing AOI pictures save 3months at least.</a:t>
                      </a:r>
                    </a:p>
                    <a:p>
                      <a:pPr marL="0" indent="0" algn="l">
                        <a:buNone/>
                      </a:pPr>
                      <a:r>
                        <a:rPr lang="en-US" altLang="zh-TW" sz="1400" kern="1200" baseline="0" dirty="0">
                          <a:latin typeface="+mn-lt"/>
                        </a:rPr>
                        <a:t>5. Set up KPI dashboard daily review</a:t>
                      </a:r>
                      <a:endParaRPr lang="en-US" altLang="zh-TW" sz="1400" b="1" kern="1200" baseline="0" dirty="0">
                        <a:solidFill>
                          <a:schemeClr val="dk1"/>
                        </a:solidFill>
                        <a:latin typeface="+mn-lt"/>
                        <a:ea typeface="+mn-ea"/>
                        <a:cs typeface="+mn-cs"/>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8DDD">
                        <a:tint val="40000"/>
                      </a:srgbClr>
                    </a:solidFill>
                  </a:tcPr>
                </a:tc>
                <a:tc>
                  <a:txBody>
                    <a:bodyPr/>
                    <a:lstStyle>
                      <a:lvl1pPr marL="0" algn="l" defTabSz="914377" rtl="0" eaLnBrk="1" latinLnBrk="0" hangingPunct="1">
                        <a:defRPr sz="1800" kern="1200">
                          <a:solidFill>
                            <a:schemeClr val="dk1"/>
                          </a:solidFill>
                          <a:latin typeface="Arial"/>
                        </a:defRPr>
                      </a:lvl1pPr>
                      <a:lvl2pPr marL="457189" algn="l" defTabSz="914377" rtl="0" eaLnBrk="1" latinLnBrk="0" hangingPunct="1">
                        <a:defRPr sz="1800" kern="1200">
                          <a:solidFill>
                            <a:schemeClr val="dk1"/>
                          </a:solidFill>
                          <a:latin typeface="Arial"/>
                        </a:defRPr>
                      </a:lvl2pPr>
                      <a:lvl3pPr marL="914377" algn="l" defTabSz="914377" rtl="0" eaLnBrk="1" latinLnBrk="0" hangingPunct="1">
                        <a:defRPr sz="1800" kern="1200">
                          <a:solidFill>
                            <a:schemeClr val="dk1"/>
                          </a:solidFill>
                          <a:latin typeface="Arial"/>
                        </a:defRPr>
                      </a:lvl3pPr>
                      <a:lvl4pPr marL="1371566" algn="l" defTabSz="914377" rtl="0" eaLnBrk="1" latinLnBrk="0" hangingPunct="1">
                        <a:defRPr sz="1800" kern="1200">
                          <a:solidFill>
                            <a:schemeClr val="dk1"/>
                          </a:solidFill>
                          <a:latin typeface="Arial"/>
                        </a:defRPr>
                      </a:lvl4pPr>
                      <a:lvl5pPr marL="1828754" algn="l" defTabSz="914377" rtl="0" eaLnBrk="1" latinLnBrk="0" hangingPunct="1">
                        <a:defRPr sz="1800" kern="1200">
                          <a:solidFill>
                            <a:schemeClr val="dk1"/>
                          </a:solidFill>
                          <a:latin typeface="Arial"/>
                        </a:defRPr>
                      </a:lvl5pPr>
                      <a:lvl6pPr marL="2285943" algn="l" defTabSz="914377" rtl="0" eaLnBrk="1" latinLnBrk="0" hangingPunct="1">
                        <a:defRPr sz="1800" kern="1200">
                          <a:solidFill>
                            <a:schemeClr val="dk1"/>
                          </a:solidFill>
                          <a:latin typeface="Arial"/>
                        </a:defRPr>
                      </a:lvl6pPr>
                      <a:lvl7pPr marL="2743131" algn="l" defTabSz="914377" rtl="0" eaLnBrk="1" latinLnBrk="0" hangingPunct="1">
                        <a:defRPr sz="1800" kern="1200">
                          <a:solidFill>
                            <a:schemeClr val="dk1"/>
                          </a:solidFill>
                          <a:latin typeface="Arial"/>
                        </a:defRPr>
                      </a:lvl7pPr>
                      <a:lvl8pPr marL="3200320" algn="l" defTabSz="914377" rtl="0" eaLnBrk="1" latinLnBrk="0" hangingPunct="1">
                        <a:defRPr sz="1800" kern="1200">
                          <a:solidFill>
                            <a:schemeClr val="dk1"/>
                          </a:solidFill>
                          <a:latin typeface="Arial"/>
                        </a:defRPr>
                      </a:lvl8pPr>
                      <a:lvl9pPr marL="3657509" algn="l" defTabSz="914377" rtl="0" eaLnBrk="1" latinLnBrk="0" hangingPunct="1">
                        <a:defRPr sz="1800" kern="1200">
                          <a:solidFill>
                            <a:schemeClr val="dk1"/>
                          </a:solidFill>
                          <a:latin typeface="Arial"/>
                        </a:defRPr>
                      </a:lvl9pPr>
                    </a:lstStyle>
                    <a:p>
                      <a:pPr marL="0" indent="0" algn="l">
                        <a:buNone/>
                      </a:pPr>
                      <a:r>
                        <a:rPr lang="en-US" altLang="zh-TW" sz="1400" b="0" kern="1200" baseline="0" dirty="0">
                          <a:solidFill>
                            <a:schemeClr val="dk1"/>
                          </a:solidFill>
                          <a:latin typeface="+mn-lt"/>
                          <a:ea typeface="+mn-ea"/>
                          <a:cs typeface="+mn-cs"/>
                        </a:rPr>
                        <a:t>1. MQC inspect cosmetic for SOVP 50 units in total 400 units, reject rushlike: 0 accept, 1 reject.</a:t>
                      </a:r>
                    </a:p>
                    <a:p>
                      <a:pPr marL="342900" indent="-342900" algn="l">
                        <a:buAutoNum type="arabicPeriod"/>
                      </a:pPr>
                      <a:endParaRPr lang="en-US" altLang="zh-TW" sz="1400" b="0" kern="1200" baseline="0" dirty="0">
                        <a:solidFill>
                          <a:schemeClr val="dk1"/>
                        </a:solidFill>
                        <a:latin typeface="+mn-lt"/>
                        <a:ea typeface="+mn-ea"/>
                        <a:cs typeface="+mn-cs"/>
                      </a:endParaRPr>
                    </a:p>
                    <a:p>
                      <a:pPr marL="0" indent="0" algn="l">
                        <a:buNone/>
                      </a:pPr>
                      <a:r>
                        <a:rPr lang="en-US" altLang="zh-TW" sz="1400" b="0" kern="1200" baseline="0" dirty="0">
                          <a:solidFill>
                            <a:schemeClr val="dk1"/>
                          </a:solidFill>
                          <a:latin typeface="+mn-lt"/>
                          <a:ea typeface="+mn-ea"/>
                          <a:cs typeface="+mn-cs"/>
                        </a:rPr>
                        <a:t>2. Tighten sampling rate on promotion products, 40pcs/model/shift(normal 20pcs/model/shift).</a:t>
                      </a:r>
                    </a:p>
                    <a:p>
                      <a:pPr marL="342900" indent="-342900" algn="l">
                        <a:buAutoNum type="arabicPeriod"/>
                      </a:pPr>
                      <a:endParaRPr lang="en-US" altLang="zh-TW" sz="1400" b="0" kern="1200" baseline="0" dirty="0">
                        <a:solidFill>
                          <a:schemeClr val="dk1"/>
                        </a:solidFill>
                        <a:latin typeface="+mn-lt"/>
                        <a:ea typeface="+mn-ea"/>
                        <a:cs typeface="+mn-cs"/>
                      </a:endParaRPr>
                    </a:p>
                    <a:p>
                      <a:pPr marL="0" indent="0" algn="l">
                        <a:buNone/>
                      </a:pPr>
                      <a:r>
                        <a:rPr lang="en-US" altLang="zh-TW" sz="1400" b="0" kern="1200" baseline="0" dirty="0">
                          <a:solidFill>
                            <a:schemeClr val="dk1"/>
                          </a:solidFill>
                          <a:latin typeface="+mn-lt"/>
                          <a:ea typeface="+mn-ea"/>
                          <a:cs typeface="+mn-cs"/>
                        </a:rPr>
                        <a:t>3. MQC follow tightened audit checklist to daily audit.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8DDD">
                        <a:tint val="40000"/>
                      </a:srgbClr>
                    </a:solidFill>
                  </a:tcPr>
                </a:tc>
                <a:extLst>
                  <a:ext uri="{0D108BD9-81ED-4DB2-BD59-A6C34878D82A}">
                    <a16:rowId xmlns:a16="http://schemas.microsoft.com/office/drawing/2014/main" val="10001"/>
                  </a:ext>
                </a:extLst>
              </a:tr>
            </a:tbl>
          </a:graphicData>
        </a:graphic>
      </p:graphicFrame>
      <p:sp>
        <p:nvSpPr>
          <p:cNvPr id="3" name="矩形 2">
            <a:extLst>
              <a:ext uri="{FF2B5EF4-FFF2-40B4-BE49-F238E27FC236}">
                <a16:creationId xmlns:a16="http://schemas.microsoft.com/office/drawing/2014/main" id="{3CE67C04-B26C-47DD-A99A-13D14A1245B1}"/>
              </a:ext>
            </a:extLst>
          </p:cNvPr>
          <p:cNvSpPr/>
          <p:nvPr/>
        </p:nvSpPr>
        <p:spPr>
          <a:xfrm>
            <a:off x="0" y="757477"/>
            <a:ext cx="12192000" cy="2023944"/>
          </a:xfrm>
          <a:prstGeom prst="rect">
            <a:avLst/>
          </a:prstGeom>
          <a:solidFill>
            <a:srgbClr val="46C8E1">
              <a:lumMod val="20000"/>
              <a:lumOff val="80000"/>
            </a:srgbClr>
          </a:solidFill>
          <a:ln w="25400" cap="flat" cmpd="sng" algn="ctr">
            <a:noFill/>
            <a:prstDash val="solid"/>
          </a:ln>
          <a:effectLst/>
        </p:spPr>
        <p:txBody>
          <a:bodyPr rtlCol="0" anchor="ctr"/>
          <a:lstStyle/>
          <a:p>
            <a:pPr marL="342900" indent="-342900" defTabSz="914400" eaLnBrk="1" fontAlgn="auto" hangingPunct="1">
              <a:spcBef>
                <a:spcPts val="0"/>
              </a:spcBef>
              <a:spcAft>
                <a:spcPts val="0"/>
              </a:spcAft>
              <a:buFont typeface="+mj-lt"/>
              <a:buAutoNum type="arabicPeriod"/>
              <a:defRPr/>
            </a:pPr>
            <a:r>
              <a:rPr kumimoji="0" lang="en-US" altLang="zh-TW" sz="1800" b="1" i="0" u="none" strike="noStrike" kern="0" cap="none" spc="0" normalizeH="0" baseline="0" noProof="0" dirty="0">
                <a:ln>
                  <a:noFill/>
                </a:ln>
                <a:solidFill>
                  <a:srgbClr val="000000"/>
                </a:solidFill>
                <a:effectLst/>
                <a:uLnTx/>
                <a:uFillTx/>
                <a:latin typeface="+mn-lt"/>
                <a:ea typeface="微軟正黑體" panose="020B0604030504040204" pitchFamily="34" charset="-120"/>
                <a:cs typeface="+mn-cs"/>
              </a:rPr>
              <a:t>P</a:t>
            </a:r>
            <a:r>
              <a:rPr kumimoji="0" lang="en-US" altLang="zh-CN" sz="1800" b="1" i="0" u="none" strike="noStrike" kern="0" cap="none" spc="0" normalizeH="0" baseline="0" noProof="0" dirty="0">
                <a:ln>
                  <a:noFill/>
                </a:ln>
                <a:solidFill>
                  <a:srgbClr val="000000"/>
                </a:solidFill>
                <a:effectLst/>
                <a:uLnTx/>
                <a:uFillTx/>
                <a:latin typeface="+mn-lt"/>
                <a:ea typeface="微軟正黑體" panose="020B0604030504040204" pitchFamily="34" charset="-120"/>
                <a:cs typeface="+mn-cs"/>
              </a:rPr>
              <a:t>roduct </a:t>
            </a:r>
            <a:r>
              <a:rPr kumimoji="0" lang="en-US" altLang="zh-TW" sz="1800" b="1" i="0" u="none" strike="noStrike" kern="0" cap="none" spc="0" normalizeH="0" baseline="0" noProof="0" dirty="0">
                <a:ln>
                  <a:noFill/>
                </a:ln>
                <a:solidFill>
                  <a:srgbClr val="000000"/>
                </a:solidFill>
                <a:effectLst/>
                <a:uLnTx/>
                <a:uFillTx/>
                <a:latin typeface="+mn-lt"/>
                <a:ea typeface="微軟正黑體" panose="020B0604030504040204" pitchFamily="34" charset="-120"/>
                <a:cs typeface="+mn-cs"/>
              </a:rPr>
              <a:t>S</a:t>
            </a:r>
            <a:r>
              <a:rPr kumimoji="0" lang="en-US" altLang="zh-CN" sz="1800" b="1"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cope:  </a:t>
            </a:r>
            <a:r>
              <a:rPr kumimoji="0" lang="en-US" altLang="zh-CN" sz="18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WFB products;(</a:t>
            </a:r>
            <a:r>
              <a:rPr kumimoji="0" lang="en-US" altLang="zh-CN" sz="16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PRC Premium products;  Promotion products;) </a:t>
            </a:r>
          </a:p>
          <a:p>
            <a:pPr marL="342900" indent="-342900" defTabSz="914400" eaLnBrk="1" fontAlgn="auto" hangingPunct="1">
              <a:spcBef>
                <a:spcPts val="0"/>
              </a:spcBef>
              <a:spcAft>
                <a:spcPts val="0"/>
              </a:spcAft>
              <a:buFont typeface="+mj-lt"/>
              <a:buAutoNum type="arabicPeriod"/>
              <a:defRPr/>
            </a:pPr>
            <a:r>
              <a:rPr kumimoji="0" lang="en-US" altLang="zh-TW" sz="1800" b="1" i="0" u="none" strike="noStrike" kern="0" cap="none" spc="0" normalizeH="0" baseline="0" noProof="0" dirty="0">
                <a:ln>
                  <a:noFill/>
                </a:ln>
                <a:solidFill>
                  <a:srgbClr val="000000"/>
                </a:solidFill>
                <a:effectLst/>
                <a:uLnTx/>
                <a:uFillTx/>
                <a:latin typeface="+mn-lt"/>
                <a:ea typeface="微軟正黑體" panose="020B0604030504040204" pitchFamily="34" charset="-120"/>
                <a:cs typeface="+mn-cs"/>
              </a:rPr>
              <a:t>WFB coverage: </a:t>
            </a:r>
            <a:r>
              <a:rPr kumimoji="0" lang="en-US" altLang="zh-TW" sz="1600" b="1" i="0" u="none" strike="noStrike" kern="0" cap="none" spc="0" normalizeH="0" baseline="0" noProof="0" dirty="0">
                <a:ln>
                  <a:noFill/>
                </a:ln>
                <a:effectLst/>
                <a:uLnTx/>
                <a:uFillTx/>
                <a:latin typeface="+mn-lt"/>
                <a:ea typeface="等线" panose="02010600030101010101" pitchFamily="2" charset="-122"/>
                <a:cs typeface="+mn-cs"/>
              </a:rPr>
              <a:t>① </a:t>
            </a:r>
            <a:r>
              <a:rPr lang="en-US" altLang="zh-TW" sz="1600" kern="0" dirty="0">
                <a:latin typeface="+mn-lt"/>
                <a:ea typeface="微軟正黑體" panose="020B0604030504040204" pitchFamily="34" charset="-120"/>
              </a:rPr>
              <a:t>Shipments</a:t>
            </a:r>
            <a:r>
              <a:rPr lang="en-US" altLang="zh-TW" sz="1600" b="1" kern="0" dirty="0">
                <a:latin typeface="+mn-lt"/>
                <a:ea typeface="微軟正黑體" panose="020B0604030504040204" pitchFamily="34" charset="-120"/>
              </a:rPr>
              <a:t> </a:t>
            </a:r>
            <a:r>
              <a:rPr lang="en-US" altLang="zh-TW" sz="1600" kern="0" dirty="0">
                <a:latin typeface="+mn-lt"/>
                <a:ea typeface="微軟正黑體" panose="020B0604030504040204" pitchFamily="34" charset="-120"/>
              </a:rPr>
              <a:t>in </a:t>
            </a:r>
            <a:r>
              <a:rPr kumimoji="0" lang="en-US" altLang="zh-TW" sz="1600" b="0" i="0" u="none" strike="noStrike" kern="0" cap="none" spc="0" normalizeH="0" baseline="0" noProof="0" dirty="0">
                <a:ln>
                  <a:noFill/>
                </a:ln>
                <a:effectLst/>
                <a:uLnTx/>
                <a:uFillTx/>
                <a:latin typeface="+mn-lt"/>
                <a:ea typeface="微軟正黑體" panose="020B0604030504040204" pitchFamily="34" charset="-120"/>
                <a:cs typeface="+mn-cs"/>
              </a:rPr>
              <a:t>First month after SS ; </a:t>
            </a:r>
            <a:r>
              <a:rPr kumimoji="0" lang="en-US" altLang="zh-TW" sz="1600" b="0" i="0" u="none" strike="noStrike" kern="0" cap="none" spc="0" normalizeH="0" baseline="0" noProof="0" dirty="0">
                <a:ln>
                  <a:noFill/>
                </a:ln>
                <a:solidFill>
                  <a:srgbClr val="000000"/>
                </a:solidFill>
                <a:effectLst/>
                <a:uLnTx/>
                <a:uFillTx/>
                <a:latin typeface="+mn-lt"/>
                <a:ea typeface="等线" panose="02010600030101010101" pitchFamily="2" charset="-122"/>
                <a:cs typeface="+mn-cs"/>
              </a:rPr>
              <a:t>② P</a:t>
            </a:r>
            <a:r>
              <a:rPr kumimoji="0" lang="en-US" altLang="zh-CN" sz="1600" b="0" i="0" u="none" strike="noStrike" kern="0" cap="none" spc="0" normalizeH="0" baseline="0" noProof="0" dirty="0">
                <a:ln>
                  <a:noFill/>
                </a:ln>
                <a:solidFill>
                  <a:srgbClr val="000000"/>
                </a:solidFill>
                <a:effectLst/>
                <a:uLnTx/>
                <a:uFillTx/>
                <a:latin typeface="+mn-lt"/>
                <a:ea typeface="黑体" panose="02010609060101010101" pitchFamily="49" charset="-122"/>
                <a:cs typeface="+mn-cs"/>
              </a:rPr>
              <a:t>romotion orders</a:t>
            </a:r>
          </a:p>
          <a:p>
            <a:pPr marL="342900" indent="-342900" defTabSz="914400" eaLnBrk="1" fontAlgn="auto" hangingPunct="1">
              <a:spcBef>
                <a:spcPts val="0"/>
              </a:spcBef>
              <a:spcAft>
                <a:spcPts val="0"/>
              </a:spcAft>
              <a:buFont typeface="+mj-lt"/>
              <a:buAutoNum type="arabicPeriod"/>
              <a:defRPr/>
            </a:pPr>
            <a:r>
              <a:rPr lang="en-US" altLang="zh-CN" sz="1800" b="1" kern="0" dirty="0">
                <a:solidFill>
                  <a:srgbClr val="000000"/>
                </a:solidFill>
                <a:latin typeface="+mn-lt"/>
                <a:ea typeface="微軟正黑體" panose="020B0604030504040204" pitchFamily="34" charset="-120"/>
              </a:rPr>
              <a:t>WFB Required Quantity</a:t>
            </a:r>
            <a:r>
              <a:rPr lang="en-US" altLang="zh-CN" sz="1600" kern="0" dirty="0">
                <a:solidFill>
                  <a:srgbClr val="000000"/>
                </a:solidFill>
                <a:latin typeface="+mn-lt"/>
                <a:ea typeface="微軟正黑體" panose="020B0604030504040204" pitchFamily="34" charset="-120"/>
              </a:rPr>
              <a:t>: First wave orders, and no less than 10K. </a:t>
            </a:r>
          </a:p>
          <a:p>
            <a:pPr marL="342900" indent="-342900" defTabSz="914400" eaLnBrk="1" fontAlgn="auto" hangingPunct="1">
              <a:lnSpc>
                <a:spcPct val="120000"/>
              </a:lnSpc>
              <a:spcBef>
                <a:spcPts val="0"/>
              </a:spcBef>
              <a:spcAft>
                <a:spcPts val="0"/>
              </a:spcAft>
              <a:buFont typeface="+mj-lt"/>
              <a:buAutoNum type="arabicPeriod"/>
              <a:defRPr/>
            </a:pPr>
            <a:r>
              <a:rPr lang="en-US" altLang="zh-CN" sz="1800" b="1" kern="0" dirty="0">
                <a:solidFill>
                  <a:srgbClr val="000000"/>
                </a:solidFill>
                <a:latin typeface="+mn-lt"/>
                <a:ea typeface="微軟正黑體" panose="020B0604030504040204" pitchFamily="34" charset="-120"/>
              </a:rPr>
              <a:t>WFB PSI Target : </a:t>
            </a:r>
            <a:r>
              <a:rPr lang="en-US" altLang="zh-CN" sz="1200" kern="0" dirty="0">
                <a:solidFill>
                  <a:srgbClr val="000000"/>
                </a:solidFill>
                <a:latin typeface="+mn-lt"/>
                <a:ea typeface="微軟正黑體" panose="020B0604030504040204" pitchFamily="34" charset="-120"/>
              </a:rPr>
              <a:t>( Remark: Lenovo will fine tune the WFB target for continuous improvement, please follow formal released KPI version for latest one.)</a:t>
            </a:r>
          </a:p>
          <a:p>
            <a:pPr marL="952500" lvl="1" indent="-342900" defTabSz="914400" eaLnBrk="1" fontAlgn="auto" hangingPunct="1">
              <a:lnSpc>
                <a:spcPct val="120000"/>
              </a:lnSpc>
              <a:spcBef>
                <a:spcPts val="0"/>
              </a:spcBef>
              <a:spcAft>
                <a:spcPts val="0"/>
              </a:spcAft>
              <a:buFont typeface="+mj-ea"/>
              <a:buAutoNum type="circleNumDbPlain"/>
              <a:defRPr/>
            </a:pPr>
            <a:r>
              <a:rPr lang="en-US" altLang="zh-CN" sz="1600" kern="0" dirty="0">
                <a:solidFill>
                  <a:srgbClr val="000000"/>
                </a:solidFill>
                <a:latin typeface="+mn-lt"/>
                <a:ea typeface="微軟正黑體" panose="020B0604030504040204" pitchFamily="34" charset="-120"/>
              </a:rPr>
              <a:t>6-week PSI for </a:t>
            </a:r>
            <a:r>
              <a:rPr lang="en-US" altLang="zh-CN" sz="1600" kern="0" dirty="0">
                <a:solidFill>
                  <a:srgbClr val="000000"/>
                </a:solidFill>
                <a:latin typeface="+mn-lt"/>
                <a:ea typeface="Calibri" panose="020F0502020204030204" pitchFamily="34" charset="0"/>
                <a:cs typeface="Calibri" panose="020F0502020204030204" pitchFamily="34" charset="0"/>
              </a:rPr>
              <a:t>X90</a:t>
            </a:r>
            <a:r>
              <a:rPr lang="en-US" altLang="zh-CN" sz="1600" kern="0" dirty="0">
                <a:solidFill>
                  <a:srgbClr val="000000"/>
                </a:solidFill>
                <a:latin typeface="+mn-lt"/>
                <a:ea typeface="微軟正黑體" panose="020B0604030504040204" pitchFamily="34" charset="-120"/>
              </a:rPr>
              <a:t> product  (base:8.5; stretch:8.8) </a:t>
            </a:r>
          </a:p>
          <a:p>
            <a:pPr marL="952500" lvl="1" indent="-342900" defTabSz="914400" eaLnBrk="1" fontAlgn="auto" hangingPunct="1">
              <a:lnSpc>
                <a:spcPct val="120000"/>
              </a:lnSpc>
              <a:spcBef>
                <a:spcPts val="0"/>
              </a:spcBef>
              <a:spcAft>
                <a:spcPts val="0"/>
              </a:spcAft>
              <a:buFont typeface="+mj-ea"/>
              <a:buAutoNum type="circleNumDbPlain"/>
              <a:defRPr/>
            </a:pPr>
            <a:r>
              <a:rPr lang="en-US" altLang="zh-CN" sz="1600" kern="0" dirty="0">
                <a:solidFill>
                  <a:srgbClr val="000000"/>
                </a:solidFill>
                <a:latin typeface="+mn-lt"/>
                <a:ea typeface="微軟正黑體" panose="020B0604030504040204" pitchFamily="34" charset="-120"/>
              </a:rPr>
              <a:t>JD VOC for X90 product         (base: 97%; stretch: 98%</a:t>
            </a:r>
            <a:r>
              <a:rPr lang="zh-CN" altLang="en-US" sz="1600" kern="0">
                <a:solidFill>
                  <a:srgbClr val="000000"/>
                </a:solidFill>
                <a:latin typeface="+mn-lt"/>
                <a:ea typeface="微軟正黑體" panose="020B0604030504040204" pitchFamily="34" charset="-120"/>
              </a:rPr>
              <a:t>）   </a:t>
            </a:r>
            <a:endParaRPr lang="en-US" altLang="zh-CN" sz="1600" kern="0" dirty="0">
              <a:solidFill>
                <a:srgbClr val="000000"/>
              </a:solidFill>
              <a:latin typeface="+mn-lt"/>
              <a:ea typeface="微軟正黑體" panose="020B0604030504040204" pitchFamily="34" charset="-120"/>
            </a:endParaRPr>
          </a:p>
          <a:p>
            <a:pPr defTabSz="914400" eaLnBrk="1" fontAlgn="auto" hangingPunct="1">
              <a:spcBef>
                <a:spcPts val="0"/>
              </a:spcBef>
              <a:spcAft>
                <a:spcPts val="0"/>
              </a:spcAft>
              <a:defRPr/>
            </a:pPr>
            <a:r>
              <a:rPr lang="en-US" altLang="zh-TW" sz="1800" b="1" kern="0" dirty="0">
                <a:solidFill>
                  <a:srgbClr val="000000"/>
                </a:solidFill>
                <a:latin typeface="+mn-lt"/>
                <a:ea typeface="微軟正黑體" panose="020B0604030504040204" pitchFamily="34" charset="-120"/>
              </a:rPr>
              <a:t>5.  </a:t>
            </a:r>
            <a:r>
              <a:rPr lang="en-US" altLang="zh-TW" sz="1800" b="1" kern="0" dirty="0">
                <a:solidFill>
                  <a:srgbClr val="000000"/>
                </a:solidFill>
                <a:latin typeface="+mn-lt"/>
                <a:ea typeface="微軟正黑體" panose="020B0604030504040204" pitchFamily="34" charset="-120"/>
                <a:cs typeface="Arial" panose="020B0604020202020204" pitchFamily="34" charset="0"/>
              </a:rPr>
              <a:t>Special </a:t>
            </a:r>
            <a:r>
              <a:rPr kumimoji="0" lang="en-US" altLang="zh-TW" sz="1800" b="1" i="0" u="none" strike="noStrike" kern="0" cap="none" spc="0" normalizeH="0" baseline="0" noProof="0" dirty="0">
                <a:ln>
                  <a:noFill/>
                </a:ln>
                <a:solidFill>
                  <a:srgbClr val="000000"/>
                </a:solidFill>
                <a:effectLst/>
                <a:uLnTx/>
                <a:uFillTx/>
                <a:latin typeface="+mn-lt"/>
                <a:ea typeface="微軟正黑體" panose="020B0604030504040204" pitchFamily="34" charset="-120"/>
                <a:cs typeface="+mn-cs"/>
              </a:rPr>
              <a:t>Control Point as below:</a:t>
            </a:r>
            <a:endParaRPr kumimoji="0" lang="zh-TW" altLang="en-US" sz="1800" b="1" i="0" u="none" strike="noStrike" kern="0" cap="none" spc="0" normalizeH="0" baseline="0" noProof="0" dirty="0">
              <a:ln>
                <a:noFill/>
              </a:ln>
              <a:solidFill>
                <a:srgbClr val="000000"/>
              </a:solidFill>
              <a:effectLst/>
              <a:uLnTx/>
              <a:uFillTx/>
              <a:latin typeface="+mn-lt"/>
              <a:ea typeface="微軟正黑體" panose="020B0604030504040204" pitchFamily="34" charset="-120"/>
              <a:cs typeface="+mn-cs"/>
            </a:endParaRPr>
          </a:p>
        </p:txBody>
      </p:sp>
      <p:sp>
        <p:nvSpPr>
          <p:cNvPr id="4" name="文本框 3">
            <a:extLst>
              <a:ext uri="{FF2B5EF4-FFF2-40B4-BE49-F238E27FC236}">
                <a16:creationId xmlns:a16="http://schemas.microsoft.com/office/drawing/2014/main" id="{6F24BBF8-F2BE-496A-83AF-C53F47D953B2}"/>
              </a:ext>
            </a:extLst>
          </p:cNvPr>
          <p:cNvSpPr txBox="1">
            <a:spLocks/>
          </p:cNvSpPr>
          <p:nvPr/>
        </p:nvSpPr>
        <p:spPr>
          <a:xfrm>
            <a:off x="822393" y="2703125"/>
            <a:ext cx="397565" cy="461665"/>
          </a:xfrm>
          <a:prstGeom prst="rect">
            <a:avLst/>
          </a:prstGeom>
          <a:noFill/>
        </p:spPr>
        <p:txBody>
          <a:bodyPr wrap="square" rtlCol="0">
            <a:spAutoFit/>
          </a:bodyPr>
          <a:lstStyle/>
          <a:p>
            <a:r>
              <a:rPr lang="zh-CN" altLang="en-US" b="1" dirty="0">
                <a:solidFill>
                  <a:prstClr val="white"/>
                </a:solidFill>
                <a:latin typeface="等线" panose="02010600030101010101" pitchFamily="2" charset="-122"/>
                <a:ea typeface="等线" panose="02010600030101010101" pitchFamily="2" charset="-122"/>
                <a:cs typeface="Arial" pitchFamily="34" charset="0"/>
              </a:rPr>
              <a:t>①</a:t>
            </a:r>
            <a:endParaRPr lang="zh-CN" altLang="en-US" b="1" dirty="0">
              <a:solidFill>
                <a:prstClr val="white"/>
              </a:solidFill>
              <a:cs typeface="Arial" pitchFamily="34" charset="0"/>
            </a:endParaRPr>
          </a:p>
        </p:txBody>
      </p:sp>
      <p:sp>
        <p:nvSpPr>
          <p:cNvPr id="5" name="文本框 4">
            <a:extLst>
              <a:ext uri="{FF2B5EF4-FFF2-40B4-BE49-F238E27FC236}">
                <a16:creationId xmlns:a16="http://schemas.microsoft.com/office/drawing/2014/main" id="{208C445C-A66F-4D02-942B-0CE06BB3F3AF}"/>
              </a:ext>
            </a:extLst>
          </p:cNvPr>
          <p:cNvSpPr txBox="1">
            <a:spLocks/>
          </p:cNvSpPr>
          <p:nvPr/>
        </p:nvSpPr>
        <p:spPr>
          <a:xfrm>
            <a:off x="2651156" y="2701383"/>
            <a:ext cx="397565" cy="461665"/>
          </a:xfrm>
          <a:prstGeom prst="rect">
            <a:avLst/>
          </a:prstGeom>
          <a:noFill/>
        </p:spPr>
        <p:txBody>
          <a:bodyPr wrap="square" rtlCol="0">
            <a:spAutoFit/>
          </a:bodyPr>
          <a:lstStyle/>
          <a:p>
            <a:r>
              <a:rPr lang="zh-CN" altLang="en-US" b="1" dirty="0">
                <a:solidFill>
                  <a:prstClr val="white"/>
                </a:solidFill>
                <a:latin typeface="等线" panose="02010600030101010101" pitchFamily="2" charset="-122"/>
                <a:ea typeface="等线" panose="02010600030101010101" pitchFamily="2" charset="-122"/>
                <a:cs typeface="Arial" pitchFamily="34" charset="0"/>
              </a:rPr>
              <a:t>②</a:t>
            </a:r>
            <a:endParaRPr lang="zh-CN" altLang="en-US" b="1" dirty="0">
              <a:solidFill>
                <a:prstClr val="white"/>
              </a:solidFill>
              <a:cs typeface="Arial" pitchFamily="34" charset="0"/>
            </a:endParaRPr>
          </a:p>
        </p:txBody>
      </p:sp>
      <p:sp>
        <p:nvSpPr>
          <p:cNvPr id="6" name="文本框 5">
            <a:extLst>
              <a:ext uri="{FF2B5EF4-FFF2-40B4-BE49-F238E27FC236}">
                <a16:creationId xmlns:a16="http://schemas.microsoft.com/office/drawing/2014/main" id="{A954AC57-C578-4E2B-81CF-0643A9F90EF8}"/>
              </a:ext>
            </a:extLst>
          </p:cNvPr>
          <p:cNvSpPr txBox="1"/>
          <p:nvPr/>
        </p:nvSpPr>
        <p:spPr>
          <a:xfrm>
            <a:off x="4839160" y="2701382"/>
            <a:ext cx="397565" cy="461665"/>
          </a:xfrm>
          <a:prstGeom prst="rect">
            <a:avLst/>
          </a:prstGeom>
          <a:noFill/>
        </p:spPr>
        <p:txBody>
          <a:bodyPr wrap="square" rtlCol="0">
            <a:spAutoFit/>
          </a:bodyPr>
          <a:lstStyle/>
          <a:p>
            <a:r>
              <a:rPr lang="zh-CN" altLang="en-US" b="1" dirty="0">
                <a:solidFill>
                  <a:prstClr val="white"/>
                </a:solidFill>
                <a:latin typeface="等线" panose="02010600030101010101" pitchFamily="2" charset="-122"/>
                <a:ea typeface="等线" panose="02010600030101010101" pitchFamily="2" charset="-122"/>
                <a:cs typeface="Arial" pitchFamily="34" charset="0"/>
              </a:rPr>
              <a:t>③</a:t>
            </a:r>
            <a:endParaRPr lang="zh-CN" altLang="en-US" b="1" dirty="0">
              <a:solidFill>
                <a:prstClr val="white"/>
              </a:solidFill>
              <a:cs typeface="Arial" pitchFamily="34" charset="0"/>
            </a:endParaRPr>
          </a:p>
        </p:txBody>
      </p:sp>
      <p:sp>
        <p:nvSpPr>
          <p:cNvPr id="7" name="文本框 6">
            <a:extLst>
              <a:ext uri="{FF2B5EF4-FFF2-40B4-BE49-F238E27FC236}">
                <a16:creationId xmlns:a16="http://schemas.microsoft.com/office/drawing/2014/main" id="{B4807B8B-70F7-4C11-BD1B-DC30E76314F8}"/>
              </a:ext>
            </a:extLst>
          </p:cNvPr>
          <p:cNvSpPr txBox="1">
            <a:spLocks/>
          </p:cNvSpPr>
          <p:nvPr/>
        </p:nvSpPr>
        <p:spPr>
          <a:xfrm>
            <a:off x="6879582" y="2701381"/>
            <a:ext cx="397565" cy="461665"/>
          </a:xfrm>
          <a:prstGeom prst="rect">
            <a:avLst/>
          </a:prstGeom>
          <a:noFill/>
        </p:spPr>
        <p:txBody>
          <a:bodyPr wrap="square" rtlCol="0">
            <a:spAutoFit/>
          </a:bodyPr>
          <a:lstStyle/>
          <a:p>
            <a:r>
              <a:rPr lang="zh-CN" altLang="en-US" b="1" dirty="0">
                <a:solidFill>
                  <a:prstClr val="white"/>
                </a:solidFill>
                <a:latin typeface="等线" panose="02010600030101010101" pitchFamily="2" charset="-122"/>
                <a:ea typeface="等线" panose="02010600030101010101" pitchFamily="2" charset="-122"/>
                <a:cs typeface="Arial" pitchFamily="34" charset="0"/>
              </a:rPr>
              <a:t>④</a:t>
            </a:r>
            <a:endParaRPr lang="zh-CN" altLang="en-US" b="1" dirty="0">
              <a:solidFill>
                <a:prstClr val="white"/>
              </a:solidFill>
              <a:cs typeface="Arial" pitchFamily="34" charset="0"/>
            </a:endParaRPr>
          </a:p>
        </p:txBody>
      </p:sp>
      <p:sp>
        <p:nvSpPr>
          <p:cNvPr id="8" name="文本框 7">
            <a:extLst>
              <a:ext uri="{FF2B5EF4-FFF2-40B4-BE49-F238E27FC236}">
                <a16:creationId xmlns:a16="http://schemas.microsoft.com/office/drawing/2014/main" id="{A0F23529-BFD9-42CE-B690-2F77755693A1}"/>
              </a:ext>
            </a:extLst>
          </p:cNvPr>
          <p:cNvSpPr txBox="1">
            <a:spLocks/>
          </p:cNvSpPr>
          <p:nvPr/>
        </p:nvSpPr>
        <p:spPr>
          <a:xfrm>
            <a:off x="9888106" y="2710053"/>
            <a:ext cx="397565" cy="461665"/>
          </a:xfrm>
          <a:prstGeom prst="rect">
            <a:avLst/>
          </a:prstGeom>
          <a:noFill/>
        </p:spPr>
        <p:txBody>
          <a:bodyPr wrap="square" rtlCol="0">
            <a:spAutoFit/>
          </a:bodyPr>
          <a:lstStyle/>
          <a:p>
            <a:r>
              <a:rPr lang="zh-CN" altLang="en-US" b="1" dirty="0">
                <a:solidFill>
                  <a:prstClr val="white"/>
                </a:solidFill>
                <a:latin typeface="等线" panose="02010600030101010101" pitchFamily="2" charset="-122"/>
                <a:ea typeface="等线" panose="02010600030101010101" pitchFamily="2" charset="-122"/>
                <a:cs typeface="Arial" pitchFamily="34" charset="0"/>
              </a:rPr>
              <a:t>⑤</a:t>
            </a:r>
            <a:endParaRPr lang="zh-CN" altLang="en-US" b="1" dirty="0">
              <a:solidFill>
                <a:prstClr val="white"/>
              </a:solidFill>
              <a:cs typeface="Arial" pitchFamily="34" charset="0"/>
            </a:endParaRPr>
          </a:p>
        </p:txBody>
      </p:sp>
      <p:sp>
        <p:nvSpPr>
          <p:cNvPr id="9" name="標題 2">
            <a:extLst>
              <a:ext uri="{FF2B5EF4-FFF2-40B4-BE49-F238E27FC236}">
                <a16:creationId xmlns:a16="http://schemas.microsoft.com/office/drawing/2014/main" id="{F3E59035-D9C6-41EA-8E91-DA9617A8F070}"/>
              </a:ext>
            </a:extLst>
          </p:cNvPr>
          <p:cNvSpPr txBox="1">
            <a:spLocks/>
          </p:cNvSpPr>
          <p:nvPr/>
        </p:nvSpPr>
        <p:spPr>
          <a:xfrm>
            <a:off x="60961" y="187987"/>
            <a:ext cx="11650132" cy="521208"/>
          </a:xfrm>
          <a:prstGeom prst="rect">
            <a:avLst/>
          </a:prstGeom>
        </p:spPr>
        <p:txBody>
          <a:bodyPr wrap="square" lIns="0" tIns="0" rIns="0" bIns="0" anchor="ctr" anchorCtr="0"/>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altLang="zh-CN" sz="2400" dirty="0">
                <a:latin typeface="+mn-lt"/>
              </a:rPr>
              <a:t>ODM promotion season special control plan for WFB product</a:t>
            </a:r>
            <a:endParaRPr lang="zh-TW" altLang="en-US" sz="2400" dirty="0">
              <a:latin typeface="+mn-lt"/>
            </a:endParaRPr>
          </a:p>
        </p:txBody>
      </p:sp>
      <p:sp>
        <p:nvSpPr>
          <p:cNvPr id="10" name="动作按钮: 转到开头 9">
            <a:hlinkClick r:id="rId2" action="ppaction://hlinksldjump" highlightClick="1"/>
            <a:extLst>
              <a:ext uri="{FF2B5EF4-FFF2-40B4-BE49-F238E27FC236}">
                <a16:creationId xmlns:a16="http://schemas.microsoft.com/office/drawing/2014/main" id="{67608081-DA73-447E-9BFB-23EA8F67DC96}"/>
              </a:ext>
            </a:extLst>
          </p:cNvPr>
          <p:cNvSpPr/>
          <p:nvPr/>
        </p:nvSpPr>
        <p:spPr>
          <a:xfrm>
            <a:off x="11799665" y="6625145"/>
            <a:ext cx="392335" cy="203318"/>
          </a:xfrm>
          <a:prstGeom prst="actionButtonBeginning">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90270444"/>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251E7935-058A-477C-8E9B-15D08A774E79}"/>
              </a:ext>
            </a:extLst>
          </p:cNvPr>
          <p:cNvSpPr txBox="1">
            <a:spLocks/>
          </p:cNvSpPr>
          <p:nvPr/>
        </p:nvSpPr>
        <p:spPr>
          <a:xfrm>
            <a:off x="0" y="245376"/>
            <a:ext cx="11073384" cy="521208"/>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altLang="zh-CN" sz="2400" dirty="0">
                <a:latin typeface="+mn-lt"/>
              </a:rPr>
              <a:t>WFB requirement readiness check list</a:t>
            </a:r>
          </a:p>
        </p:txBody>
      </p:sp>
      <p:sp>
        <p:nvSpPr>
          <p:cNvPr id="7" name="动作按钮: 转到开头 6">
            <a:hlinkClick r:id="rId2" action="ppaction://hlinksldjump" highlightClick="1"/>
            <a:extLst>
              <a:ext uri="{FF2B5EF4-FFF2-40B4-BE49-F238E27FC236}">
                <a16:creationId xmlns:a16="http://schemas.microsoft.com/office/drawing/2014/main" id="{13AC569D-6667-49F2-B2EC-9BDDBCFA900E}"/>
              </a:ext>
            </a:extLst>
          </p:cNvPr>
          <p:cNvSpPr/>
          <p:nvPr/>
        </p:nvSpPr>
        <p:spPr>
          <a:xfrm>
            <a:off x="11718003" y="6555961"/>
            <a:ext cx="392335" cy="203318"/>
          </a:xfrm>
          <a:prstGeom prst="actionButtonBeginning">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975C930A-2E79-4D33-A31C-682BF81AE38B}"/>
              </a:ext>
            </a:extLst>
          </p:cNvPr>
          <p:cNvPicPr>
            <a:picLocks noChangeAspect="1"/>
          </p:cNvPicPr>
          <p:nvPr/>
        </p:nvPicPr>
        <p:blipFill>
          <a:blip r:embed="rId3"/>
          <a:stretch>
            <a:fillRect/>
          </a:stretch>
        </p:blipFill>
        <p:spPr>
          <a:xfrm>
            <a:off x="0" y="1441043"/>
            <a:ext cx="6077464" cy="5031604"/>
          </a:xfrm>
          <a:prstGeom prst="rect">
            <a:avLst/>
          </a:prstGeom>
        </p:spPr>
      </p:pic>
      <p:pic>
        <p:nvPicPr>
          <p:cNvPr id="4" name="图片 3">
            <a:extLst>
              <a:ext uri="{FF2B5EF4-FFF2-40B4-BE49-F238E27FC236}">
                <a16:creationId xmlns:a16="http://schemas.microsoft.com/office/drawing/2014/main" id="{55AD3EEC-653A-4FB4-A642-2A04F002BC8D}"/>
              </a:ext>
            </a:extLst>
          </p:cNvPr>
          <p:cNvPicPr>
            <a:picLocks noChangeAspect="1"/>
          </p:cNvPicPr>
          <p:nvPr/>
        </p:nvPicPr>
        <p:blipFill>
          <a:blip r:embed="rId4"/>
          <a:stretch>
            <a:fillRect/>
          </a:stretch>
        </p:blipFill>
        <p:spPr>
          <a:xfrm>
            <a:off x="6072738" y="1736007"/>
            <a:ext cx="5667632" cy="2254763"/>
          </a:xfrm>
          <a:prstGeom prst="rect">
            <a:avLst/>
          </a:prstGeom>
        </p:spPr>
      </p:pic>
      <p:pic>
        <p:nvPicPr>
          <p:cNvPr id="5" name="图片 4">
            <a:extLst>
              <a:ext uri="{FF2B5EF4-FFF2-40B4-BE49-F238E27FC236}">
                <a16:creationId xmlns:a16="http://schemas.microsoft.com/office/drawing/2014/main" id="{85819424-A66A-4C14-B7D0-77465DC382C6}"/>
              </a:ext>
            </a:extLst>
          </p:cNvPr>
          <p:cNvPicPr>
            <a:picLocks noChangeAspect="1"/>
          </p:cNvPicPr>
          <p:nvPr/>
        </p:nvPicPr>
        <p:blipFill>
          <a:blip r:embed="rId5"/>
          <a:stretch>
            <a:fillRect/>
          </a:stretch>
        </p:blipFill>
        <p:spPr>
          <a:xfrm>
            <a:off x="6077464" y="3994611"/>
            <a:ext cx="5658179" cy="2278398"/>
          </a:xfrm>
          <a:prstGeom prst="rect">
            <a:avLst/>
          </a:prstGeom>
        </p:spPr>
      </p:pic>
      <p:graphicFrame>
        <p:nvGraphicFramePr>
          <p:cNvPr id="3" name="对象 2">
            <a:extLst>
              <a:ext uri="{FF2B5EF4-FFF2-40B4-BE49-F238E27FC236}">
                <a16:creationId xmlns:a16="http://schemas.microsoft.com/office/drawing/2014/main" id="{5C24C9D6-8DC7-4BC2-854A-C8BCFD1BD82A}"/>
              </a:ext>
            </a:extLst>
          </p:cNvPr>
          <p:cNvGraphicFramePr>
            <a:graphicFrameLocks noChangeAspect="1"/>
          </p:cNvGraphicFramePr>
          <p:nvPr>
            <p:extLst>
              <p:ext uri="{D42A27DB-BD31-4B8C-83A1-F6EECF244321}">
                <p14:modId xmlns:p14="http://schemas.microsoft.com/office/powerpoint/2010/main" val="2091246841"/>
              </p:ext>
            </p:extLst>
          </p:nvPr>
        </p:nvGraphicFramePr>
        <p:xfrm>
          <a:off x="10373427" y="738892"/>
          <a:ext cx="1212427" cy="1210484"/>
        </p:xfrm>
        <a:graphic>
          <a:graphicData uri="http://schemas.openxmlformats.org/presentationml/2006/ole">
            <mc:AlternateContent xmlns:mc="http://schemas.openxmlformats.org/markup-compatibility/2006">
              <mc:Choice xmlns:v="urn:schemas-microsoft-com:vml" Requires="v">
                <p:oleObj name="Worksheet" showAsIcon="1" r:id="rId6" imgW="914577" imgH="787282" progId="Excel.Sheet.12">
                  <p:embed/>
                </p:oleObj>
              </mc:Choice>
              <mc:Fallback>
                <p:oleObj name="Worksheet" showAsIcon="1" r:id="rId6" imgW="914577" imgH="787282" progId="Excel.Sheet.12">
                  <p:embed/>
                  <p:pic>
                    <p:nvPicPr>
                      <p:cNvPr id="3" name="对象 2">
                        <a:extLst>
                          <a:ext uri="{FF2B5EF4-FFF2-40B4-BE49-F238E27FC236}">
                            <a16:creationId xmlns:a16="http://schemas.microsoft.com/office/drawing/2014/main" id="{5C24C9D6-8DC7-4BC2-854A-C8BCFD1BD82A}"/>
                          </a:ext>
                        </a:extLst>
                      </p:cNvPr>
                      <p:cNvPicPr/>
                      <p:nvPr/>
                    </p:nvPicPr>
                    <p:blipFill>
                      <a:blip r:embed="rId7"/>
                      <a:stretch>
                        <a:fillRect/>
                      </a:stretch>
                    </p:blipFill>
                    <p:spPr>
                      <a:xfrm>
                        <a:off x="10373427" y="738892"/>
                        <a:ext cx="1212427" cy="1210484"/>
                      </a:xfrm>
                      <a:prstGeom prst="rect">
                        <a:avLst/>
                      </a:prstGeom>
                    </p:spPr>
                  </p:pic>
                </p:oleObj>
              </mc:Fallback>
            </mc:AlternateContent>
          </a:graphicData>
        </a:graphic>
      </p:graphicFrame>
      <p:sp>
        <p:nvSpPr>
          <p:cNvPr id="8" name="矩形: 圆角 7">
            <a:extLst>
              <a:ext uri="{FF2B5EF4-FFF2-40B4-BE49-F238E27FC236}">
                <a16:creationId xmlns:a16="http://schemas.microsoft.com/office/drawing/2014/main" id="{49CF9236-7F88-495D-B26D-241FB41E927F}"/>
              </a:ext>
            </a:extLst>
          </p:cNvPr>
          <p:cNvSpPr/>
          <p:nvPr/>
        </p:nvSpPr>
        <p:spPr>
          <a:xfrm>
            <a:off x="10241280" y="602827"/>
            <a:ext cx="1476723" cy="838215"/>
          </a:xfrm>
          <a:prstGeom prst="roundRect">
            <a:avLst/>
          </a:prstGeom>
          <a:noFill/>
          <a:ln w="19050">
            <a:solidFill>
              <a:srgbClr val="C00000"/>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itle 7">
            <a:extLst>
              <a:ext uri="{FF2B5EF4-FFF2-40B4-BE49-F238E27FC236}">
                <a16:creationId xmlns:a16="http://schemas.microsoft.com/office/drawing/2014/main" id="{534A45A7-525E-47A0-9408-DAA3AC8CCE32}"/>
              </a:ext>
            </a:extLst>
          </p:cNvPr>
          <p:cNvSpPr txBox="1">
            <a:spLocks/>
          </p:cNvSpPr>
          <p:nvPr/>
        </p:nvSpPr>
        <p:spPr>
          <a:xfrm>
            <a:off x="0" y="901524"/>
            <a:ext cx="10956281" cy="316554"/>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285750" indent="-285750">
              <a:buFont typeface="Wingdings" panose="05000000000000000000" pitchFamily="2" charset="2"/>
              <a:buChar char="Ø"/>
            </a:pPr>
            <a:r>
              <a:rPr lang="en-US" sz="1600" kern="0" dirty="0"/>
              <a:t>Based on the WFB requirement and track readiness follow the check list, check list template as below: </a:t>
            </a:r>
            <a:endParaRPr lang="en-US" sz="1600" dirty="0"/>
          </a:p>
        </p:txBody>
      </p:sp>
    </p:spTree>
    <p:extLst>
      <p:ext uri="{BB962C8B-B14F-4D97-AF65-F5344CB8AC3E}">
        <p14:creationId xmlns:p14="http://schemas.microsoft.com/office/powerpoint/2010/main" val="2607593184"/>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43AF364-A45A-4BBD-ADF9-4366EE7E1374}"/>
              </a:ext>
            </a:extLst>
          </p:cNvPr>
          <p:cNvSpPr/>
          <p:nvPr/>
        </p:nvSpPr>
        <p:spPr>
          <a:xfrm>
            <a:off x="-1" y="200139"/>
            <a:ext cx="6211148" cy="523220"/>
          </a:xfrm>
          <a:prstGeom prst="rect">
            <a:avLst/>
          </a:prstGeom>
        </p:spPr>
        <p:txBody>
          <a:bodyPr wrap="square">
            <a:spAutoFit/>
          </a:bodyPr>
          <a:lstStyle/>
          <a:p>
            <a:r>
              <a:rPr lang="zh-CN" altLang="en-US" sz="2800" dirty="0">
                <a:latin typeface="+mn-lt"/>
              </a:rPr>
              <a:t>WFB </a:t>
            </a:r>
            <a:r>
              <a:rPr lang="en-US" altLang="zh-CN" sz="2800" dirty="0">
                <a:latin typeface="+mn-lt"/>
              </a:rPr>
              <a:t>product </a:t>
            </a:r>
            <a:r>
              <a:rPr lang="zh-CN" altLang="en-US" sz="2800" dirty="0">
                <a:latin typeface="+mn-lt"/>
              </a:rPr>
              <a:t>UEFAI Finding tracking list</a:t>
            </a:r>
          </a:p>
        </p:txBody>
      </p:sp>
      <p:sp>
        <p:nvSpPr>
          <p:cNvPr id="7" name="文本框 6">
            <a:extLst>
              <a:ext uri="{FF2B5EF4-FFF2-40B4-BE49-F238E27FC236}">
                <a16:creationId xmlns:a16="http://schemas.microsoft.com/office/drawing/2014/main" id="{38E5B34D-4B53-41FA-B371-5ACC68B4AC40}"/>
              </a:ext>
            </a:extLst>
          </p:cNvPr>
          <p:cNvSpPr txBox="1"/>
          <p:nvPr/>
        </p:nvSpPr>
        <p:spPr>
          <a:xfrm>
            <a:off x="70704" y="1646424"/>
            <a:ext cx="1604681" cy="307777"/>
          </a:xfrm>
          <a:prstGeom prst="rect">
            <a:avLst/>
          </a:pr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US" altLang="zh-CN" sz="1400" dirty="0">
                <a:latin typeface="+mn-lt"/>
              </a:rPr>
              <a:t>Cover page:</a:t>
            </a:r>
            <a:endParaRPr lang="zh-CN" altLang="en-US" sz="1400" dirty="0">
              <a:latin typeface="+mn-lt"/>
            </a:endParaRPr>
          </a:p>
        </p:txBody>
      </p:sp>
      <p:sp>
        <p:nvSpPr>
          <p:cNvPr id="8" name="文本框 7">
            <a:extLst>
              <a:ext uri="{FF2B5EF4-FFF2-40B4-BE49-F238E27FC236}">
                <a16:creationId xmlns:a16="http://schemas.microsoft.com/office/drawing/2014/main" id="{A1FD134A-0698-4D95-9FC0-DF7CE5367C3D}"/>
              </a:ext>
            </a:extLst>
          </p:cNvPr>
          <p:cNvSpPr txBox="1"/>
          <p:nvPr/>
        </p:nvSpPr>
        <p:spPr>
          <a:xfrm>
            <a:off x="70703" y="3024915"/>
            <a:ext cx="1604682" cy="307777"/>
          </a:xfrm>
          <a:prstGeom prst="rect">
            <a:avLst/>
          </a:pr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US" altLang="zh-CN" sz="1400" dirty="0">
                <a:latin typeface="+mn-lt"/>
              </a:rPr>
              <a:t>Team member list :</a:t>
            </a:r>
            <a:endParaRPr lang="zh-CN" altLang="en-US" sz="1400" dirty="0">
              <a:latin typeface="+mn-lt"/>
            </a:endParaRPr>
          </a:p>
        </p:txBody>
      </p:sp>
      <p:sp>
        <p:nvSpPr>
          <p:cNvPr id="9" name="文本框 8">
            <a:extLst>
              <a:ext uri="{FF2B5EF4-FFF2-40B4-BE49-F238E27FC236}">
                <a16:creationId xmlns:a16="http://schemas.microsoft.com/office/drawing/2014/main" id="{22C074D7-83C9-4432-8F38-CAC9702891C9}"/>
              </a:ext>
            </a:extLst>
          </p:cNvPr>
          <p:cNvSpPr txBox="1"/>
          <p:nvPr/>
        </p:nvSpPr>
        <p:spPr>
          <a:xfrm>
            <a:off x="70703" y="4041205"/>
            <a:ext cx="1604682" cy="307777"/>
          </a:xfrm>
          <a:prstGeom prst="rect">
            <a:avLst/>
          </a:pr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en-US" altLang="zh-CN" sz="1400" dirty="0">
                <a:latin typeface="+mn-lt"/>
              </a:rPr>
              <a:t>UEFAI finding list :</a:t>
            </a:r>
            <a:endParaRPr lang="zh-CN" altLang="en-US" sz="1400" dirty="0">
              <a:latin typeface="+mn-lt"/>
            </a:endParaRPr>
          </a:p>
        </p:txBody>
      </p:sp>
      <p:sp>
        <p:nvSpPr>
          <p:cNvPr id="10" name="文本框 9">
            <a:extLst>
              <a:ext uri="{FF2B5EF4-FFF2-40B4-BE49-F238E27FC236}">
                <a16:creationId xmlns:a16="http://schemas.microsoft.com/office/drawing/2014/main" id="{0858A670-101A-4355-9828-4DDEB80E6949}"/>
              </a:ext>
            </a:extLst>
          </p:cNvPr>
          <p:cNvSpPr txBox="1"/>
          <p:nvPr/>
        </p:nvSpPr>
        <p:spPr>
          <a:xfrm>
            <a:off x="4709644" y="1703721"/>
            <a:ext cx="2205700" cy="307777"/>
          </a:xfrm>
          <a:prstGeom prst="rect">
            <a:avLst/>
          </a:prstGeom>
          <a:solidFill>
            <a:schemeClr val="accent6"/>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defPPr>
              <a:defRPr lang="en-US"/>
            </a:defPPr>
            <a:lvl1pPr>
              <a:defRPr sz="1400">
                <a:latin typeface="+mn-lt"/>
              </a:defRPr>
            </a:lvl1pPr>
          </a:lstStyle>
          <a:p>
            <a:r>
              <a:rPr lang="en-US" altLang="zh-CN" dirty="0"/>
              <a:t>UEFAI Finding dashboard  :</a:t>
            </a:r>
            <a:endParaRPr lang="zh-CN" altLang="en-US" dirty="0"/>
          </a:p>
        </p:txBody>
      </p:sp>
      <p:sp>
        <p:nvSpPr>
          <p:cNvPr id="12" name="动作按钮: 转到开头 11">
            <a:hlinkClick r:id="rId2" action="ppaction://hlinksldjump" highlightClick="1"/>
            <a:extLst>
              <a:ext uri="{FF2B5EF4-FFF2-40B4-BE49-F238E27FC236}">
                <a16:creationId xmlns:a16="http://schemas.microsoft.com/office/drawing/2014/main" id="{C0B2363D-7C93-4BA3-B361-D8F1313BCD3F}"/>
              </a:ext>
            </a:extLst>
          </p:cNvPr>
          <p:cNvSpPr/>
          <p:nvPr/>
        </p:nvSpPr>
        <p:spPr>
          <a:xfrm>
            <a:off x="11718003" y="6612619"/>
            <a:ext cx="392335" cy="203318"/>
          </a:xfrm>
          <a:prstGeom prst="actionButtonBeginning">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pic>
        <p:nvPicPr>
          <p:cNvPr id="13" name="图片 12">
            <a:extLst>
              <a:ext uri="{FF2B5EF4-FFF2-40B4-BE49-F238E27FC236}">
                <a16:creationId xmlns:a16="http://schemas.microsoft.com/office/drawing/2014/main" id="{CFBE0D18-8FA3-4DE0-96E5-7CDF9AEB0CD7}"/>
              </a:ext>
            </a:extLst>
          </p:cNvPr>
          <p:cNvPicPr>
            <a:picLocks noChangeAspect="1"/>
          </p:cNvPicPr>
          <p:nvPr/>
        </p:nvPicPr>
        <p:blipFill>
          <a:blip r:embed="rId3"/>
          <a:stretch>
            <a:fillRect/>
          </a:stretch>
        </p:blipFill>
        <p:spPr>
          <a:xfrm>
            <a:off x="6544" y="2011498"/>
            <a:ext cx="4288045" cy="966539"/>
          </a:xfrm>
          <a:prstGeom prst="rect">
            <a:avLst/>
          </a:prstGeom>
        </p:spPr>
      </p:pic>
      <p:pic>
        <p:nvPicPr>
          <p:cNvPr id="15" name="图片 14">
            <a:extLst>
              <a:ext uri="{FF2B5EF4-FFF2-40B4-BE49-F238E27FC236}">
                <a16:creationId xmlns:a16="http://schemas.microsoft.com/office/drawing/2014/main" id="{A53F767E-3FB4-4051-9B0F-6D6F7952A102}"/>
              </a:ext>
            </a:extLst>
          </p:cNvPr>
          <p:cNvPicPr>
            <a:picLocks noChangeAspect="1"/>
          </p:cNvPicPr>
          <p:nvPr/>
        </p:nvPicPr>
        <p:blipFill>
          <a:blip r:embed="rId4"/>
          <a:stretch>
            <a:fillRect/>
          </a:stretch>
        </p:blipFill>
        <p:spPr>
          <a:xfrm>
            <a:off x="6544" y="3429000"/>
            <a:ext cx="4226790" cy="559640"/>
          </a:xfrm>
          <a:prstGeom prst="rect">
            <a:avLst/>
          </a:prstGeom>
        </p:spPr>
      </p:pic>
      <p:pic>
        <p:nvPicPr>
          <p:cNvPr id="16" name="图片 15">
            <a:extLst>
              <a:ext uri="{FF2B5EF4-FFF2-40B4-BE49-F238E27FC236}">
                <a16:creationId xmlns:a16="http://schemas.microsoft.com/office/drawing/2014/main" id="{819A9FBE-B7E9-4896-A1AF-71FCBD73D9B0}"/>
              </a:ext>
            </a:extLst>
          </p:cNvPr>
          <p:cNvPicPr>
            <a:picLocks noChangeAspect="1"/>
          </p:cNvPicPr>
          <p:nvPr/>
        </p:nvPicPr>
        <p:blipFill>
          <a:blip r:embed="rId5"/>
          <a:stretch>
            <a:fillRect/>
          </a:stretch>
        </p:blipFill>
        <p:spPr>
          <a:xfrm>
            <a:off x="-2" y="4401548"/>
            <a:ext cx="11460482" cy="2082979"/>
          </a:xfrm>
          <a:prstGeom prst="rect">
            <a:avLst/>
          </a:prstGeom>
        </p:spPr>
      </p:pic>
      <p:pic>
        <p:nvPicPr>
          <p:cNvPr id="17" name="图片 16">
            <a:extLst>
              <a:ext uri="{FF2B5EF4-FFF2-40B4-BE49-F238E27FC236}">
                <a16:creationId xmlns:a16="http://schemas.microsoft.com/office/drawing/2014/main" id="{276AFAEC-67B1-40AD-BD25-1178546135FF}"/>
              </a:ext>
            </a:extLst>
          </p:cNvPr>
          <p:cNvPicPr>
            <a:picLocks noChangeAspect="1"/>
          </p:cNvPicPr>
          <p:nvPr/>
        </p:nvPicPr>
        <p:blipFill>
          <a:blip r:embed="rId6"/>
          <a:stretch>
            <a:fillRect/>
          </a:stretch>
        </p:blipFill>
        <p:spPr>
          <a:xfrm>
            <a:off x="4709644" y="2146870"/>
            <a:ext cx="7265611" cy="2256373"/>
          </a:xfrm>
          <a:prstGeom prst="rect">
            <a:avLst/>
          </a:prstGeom>
        </p:spPr>
      </p:pic>
      <p:graphicFrame>
        <p:nvGraphicFramePr>
          <p:cNvPr id="18" name="对象 17">
            <a:extLst>
              <a:ext uri="{FF2B5EF4-FFF2-40B4-BE49-F238E27FC236}">
                <a16:creationId xmlns:a16="http://schemas.microsoft.com/office/drawing/2014/main" id="{661E3094-E73C-4DCA-9AD0-F8C67C4CB6E6}"/>
              </a:ext>
            </a:extLst>
          </p:cNvPr>
          <p:cNvGraphicFramePr>
            <a:graphicFrameLocks noChangeAspect="1"/>
          </p:cNvGraphicFramePr>
          <p:nvPr>
            <p:extLst>
              <p:ext uri="{D42A27DB-BD31-4B8C-83A1-F6EECF244321}">
                <p14:modId xmlns:p14="http://schemas.microsoft.com/office/powerpoint/2010/main" val="858106301"/>
              </p:ext>
            </p:extLst>
          </p:nvPr>
        </p:nvGraphicFramePr>
        <p:xfrm>
          <a:off x="8761962" y="929234"/>
          <a:ext cx="1427852" cy="1125969"/>
        </p:xfrm>
        <a:graphic>
          <a:graphicData uri="http://schemas.openxmlformats.org/presentationml/2006/ole">
            <mc:AlternateContent xmlns:mc="http://schemas.openxmlformats.org/markup-compatibility/2006">
              <mc:Choice xmlns:v="urn:schemas-microsoft-com:vml" Requires="v">
                <p:oleObj name="Worksheet" showAsIcon="1" r:id="rId7" imgW="914577" imgH="787282" progId="Excel.Sheet.12">
                  <p:embed/>
                </p:oleObj>
              </mc:Choice>
              <mc:Fallback>
                <p:oleObj name="Worksheet" showAsIcon="1" r:id="rId7" imgW="914577" imgH="787282" progId="Excel.Sheet.12">
                  <p:embed/>
                  <p:pic>
                    <p:nvPicPr>
                      <p:cNvPr id="18" name="对象 17">
                        <a:extLst>
                          <a:ext uri="{FF2B5EF4-FFF2-40B4-BE49-F238E27FC236}">
                            <a16:creationId xmlns:a16="http://schemas.microsoft.com/office/drawing/2014/main" id="{661E3094-E73C-4DCA-9AD0-F8C67C4CB6E6}"/>
                          </a:ext>
                        </a:extLst>
                      </p:cNvPr>
                      <p:cNvPicPr/>
                      <p:nvPr/>
                    </p:nvPicPr>
                    <p:blipFill>
                      <a:blip r:embed="rId8"/>
                      <a:stretch>
                        <a:fillRect/>
                      </a:stretch>
                    </p:blipFill>
                    <p:spPr>
                      <a:xfrm>
                        <a:off x="8761962" y="929234"/>
                        <a:ext cx="1427852" cy="1125969"/>
                      </a:xfrm>
                      <a:prstGeom prst="rect">
                        <a:avLst/>
                      </a:prstGeom>
                    </p:spPr>
                  </p:pic>
                </p:oleObj>
              </mc:Fallback>
            </mc:AlternateContent>
          </a:graphicData>
        </a:graphic>
      </p:graphicFrame>
      <p:cxnSp>
        <p:nvCxnSpPr>
          <p:cNvPr id="4" name="直接连接符 3">
            <a:extLst>
              <a:ext uri="{FF2B5EF4-FFF2-40B4-BE49-F238E27FC236}">
                <a16:creationId xmlns:a16="http://schemas.microsoft.com/office/drawing/2014/main" id="{95F85DCF-3E35-4EB5-AF8C-CB56017E7799}"/>
              </a:ext>
            </a:extLst>
          </p:cNvPr>
          <p:cNvCxnSpPr/>
          <p:nvPr/>
        </p:nvCxnSpPr>
        <p:spPr>
          <a:xfrm>
            <a:off x="4599093" y="1645542"/>
            <a:ext cx="0" cy="2703440"/>
          </a:xfrm>
          <a:prstGeom prst="line">
            <a:avLst/>
          </a:prstGeom>
          <a:ln>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Title 7">
            <a:extLst>
              <a:ext uri="{FF2B5EF4-FFF2-40B4-BE49-F238E27FC236}">
                <a16:creationId xmlns:a16="http://schemas.microsoft.com/office/drawing/2014/main" id="{E5FF8088-E191-4185-8BBA-7C0A7A616E90}"/>
              </a:ext>
            </a:extLst>
          </p:cNvPr>
          <p:cNvSpPr txBox="1">
            <a:spLocks/>
          </p:cNvSpPr>
          <p:nvPr/>
        </p:nvSpPr>
        <p:spPr>
          <a:xfrm>
            <a:off x="0" y="901524"/>
            <a:ext cx="7125547" cy="647710"/>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285750" indent="-285750">
              <a:buFont typeface="Wingdings" panose="05000000000000000000" pitchFamily="2" charset="2"/>
              <a:buChar char="Ø"/>
            </a:pPr>
            <a:r>
              <a:rPr lang="en-US" sz="1600" kern="0" dirty="0"/>
              <a:t>Perform UEFAI check after SVT build, and record and track all the findings, template as below for reference. </a:t>
            </a:r>
            <a:endParaRPr lang="en-US" sz="1600" dirty="0"/>
          </a:p>
        </p:txBody>
      </p:sp>
      <p:sp>
        <p:nvSpPr>
          <p:cNvPr id="20" name="矩形: 圆角 19">
            <a:extLst>
              <a:ext uri="{FF2B5EF4-FFF2-40B4-BE49-F238E27FC236}">
                <a16:creationId xmlns:a16="http://schemas.microsoft.com/office/drawing/2014/main" id="{45D52075-E433-4F7E-8912-ABB329941F99}"/>
              </a:ext>
            </a:extLst>
          </p:cNvPr>
          <p:cNvSpPr/>
          <p:nvPr/>
        </p:nvSpPr>
        <p:spPr>
          <a:xfrm>
            <a:off x="8620155" y="778032"/>
            <a:ext cx="1657093" cy="832526"/>
          </a:xfrm>
          <a:prstGeom prst="roundRect">
            <a:avLst/>
          </a:prstGeom>
          <a:noFill/>
          <a:ln w="19050">
            <a:solidFill>
              <a:srgbClr val="C00000"/>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76166685"/>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CBF5AE-D764-44C5-A072-647EF85D972D}"/>
              </a:ext>
            </a:extLst>
          </p:cNvPr>
          <p:cNvSpPr txBox="1">
            <a:spLocks/>
          </p:cNvSpPr>
          <p:nvPr/>
        </p:nvSpPr>
        <p:spPr>
          <a:xfrm>
            <a:off x="-18672" y="268774"/>
            <a:ext cx="11073384" cy="521208"/>
          </a:xfrm>
          <a:prstGeom prst="rect">
            <a:avLst/>
          </a:prstGeom>
        </p:spPr>
        <p:txBody>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altLang="zh-CN" sz="2400" dirty="0">
                <a:latin typeface="+mn-lt"/>
              </a:rPr>
              <a:t>WFB MFG Special Control execution &amp; </a:t>
            </a:r>
            <a:r>
              <a:rPr lang="en-US" altLang="zh-CN" sz="2400" dirty="0" err="1">
                <a:latin typeface="+mn-lt"/>
              </a:rPr>
              <a:t>Warroom</a:t>
            </a:r>
            <a:r>
              <a:rPr lang="en-US" altLang="zh-CN" sz="2400" dirty="0">
                <a:latin typeface="+mn-lt"/>
              </a:rPr>
              <a:t> Mechanism</a:t>
            </a:r>
            <a:endParaRPr lang="zh-CN" altLang="en-US" sz="2400" dirty="0">
              <a:latin typeface="+mn-lt"/>
            </a:endParaRPr>
          </a:p>
        </p:txBody>
      </p:sp>
      <p:cxnSp>
        <p:nvCxnSpPr>
          <p:cNvPr id="4" name="直接连接符 10">
            <a:extLst>
              <a:ext uri="{FF2B5EF4-FFF2-40B4-BE49-F238E27FC236}">
                <a16:creationId xmlns:a16="http://schemas.microsoft.com/office/drawing/2014/main" id="{D2439768-88A5-4C8E-B9DD-B9636D0FA137}"/>
              </a:ext>
            </a:extLst>
          </p:cNvPr>
          <p:cNvCxnSpPr>
            <a:cxnSpLocks/>
          </p:cNvCxnSpPr>
          <p:nvPr/>
        </p:nvCxnSpPr>
        <p:spPr>
          <a:xfrm flipV="1">
            <a:off x="180820" y="2561532"/>
            <a:ext cx="5840745" cy="1"/>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 name="Rectangle 3">
            <a:extLst>
              <a:ext uri="{FF2B5EF4-FFF2-40B4-BE49-F238E27FC236}">
                <a16:creationId xmlns:a16="http://schemas.microsoft.com/office/drawing/2014/main" id="{43FCB2F4-A141-41BB-BF9D-0D89A75DF4F1}"/>
              </a:ext>
            </a:extLst>
          </p:cNvPr>
          <p:cNvSpPr>
            <a:spLocks noChangeArrowheads="1"/>
          </p:cNvSpPr>
          <p:nvPr>
            <p:custDataLst>
              <p:tags r:id="rId1"/>
            </p:custDataLst>
          </p:nvPr>
        </p:nvSpPr>
        <p:spPr bwMode="gray">
          <a:xfrm>
            <a:off x="56140" y="793940"/>
            <a:ext cx="2220895" cy="400093"/>
          </a:xfrm>
          <a:prstGeom prst="rect">
            <a:avLst/>
          </a:prstGeom>
          <a:solidFill>
            <a:schemeClr val="bg1"/>
          </a:solidFill>
          <a:ln w="9525" algn="ctr">
            <a:noFill/>
            <a:miter lim="800000"/>
            <a:headEnd type="none" w="lg" len="lg"/>
            <a:tailEnd type="none" w="lg" len="lg"/>
          </a:ln>
          <a:effectLst>
            <a:outerShdw dist="25400" dir="5400000" sx="99001" sy="99001" algn="ctr" rotWithShape="0">
              <a:schemeClr val="tx2"/>
            </a:outerShdw>
          </a:effectLst>
        </p:spPr>
        <p:txBody>
          <a:bodyPr wrap="square" lIns="91432" tIns="91432" rIns="91432" bIns="91432" anchor="b">
            <a:spAutoFit/>
          </a:bodyPr>
          <a:lstStyle/>
          <a:p>
            <a:pPr algn="ctr" defTabSz="912813">
              <a:defRPr/>
            </a:pPr>
            <a:r>
              <a:rPr lang="en-US" altLang="zh-CN" sz="1400" b="1" dirty="0">
                <a:solidFill>
                  <a:srgbClr val="000000"/>
                </a:solidFill>
                <a:latin typeface="Arial" pitchFamily="34" charset="0"/>
                <a:ea typeface="宋体" pitchFamily="2" charset="-122"/>
              </a:rPr>
              <a:t>Key Input</a:t>
            </a:r>
            <a:endParaRPr lang="zh-CN" altLang="en-US" sz="1400" b="1" dirty="0">
              <a:solidFill>
                <a:srgbClr val="000000"/>
              </a:solidFill>
              <a:latin typeface="Arial" pitchFamily="34" charset="0"/>
              <a:ea typeface="宋体" pitchFamily="2" charset="-122"/>
            </a:endParaRPr>
          </a:p>
        </p:txBody>
      </p:sp>
      <p:sp>
        <p:nvSpPr>
          <p:cNvPr id="6" name="Rectangle 5">
            <a:extLst>
              <a:ext uri="{FF2B5EF4-FFF2-40B4-BE49-F238E27FC236}">
                <a16:creationId xmlns:a16="http://schemas.microsoft.com/office/drawing/2014/main" id="{EF452789-3FF8-4DE3-9AA4-81E6F3A1C06B}"/>
              </a:ext>
            </a:extLst>
          </p:cNvPr>
          <p:cNvSpPr>
            <a:spLocks noChangeArrowheads="1"/>
          </p:cNvSpPr>
          <p:nvPr>
            <p:custDataLst>
              <p:tags r:id="rId2"/>
            </p:custDataLst>
          </p:nvPr>
        </p:nvSpPr>
        <p:spPr bwMode="gray">
          <a:xfrm>
            <a:off x="5610218" y="793940"/>
            <a:ext cx="3778435" cy="400093"/>
          </a:xfrm>
          <a:prstGeom prst="rect">
            <a:avLst/>
          </a:prstGeom>
          <a:solidFill>
            <a:schemeClr val="bg1"/>
          </a:solidFill>
          <a:ln w="9525" algn="ctr">
            <a:noFill/>
            <a:miter lim="800000"/>
            <a:headEnd type="none" w="lg" len="lg"/>
            <a:tailEnd type="none" w="lg" len="lg"/>
          </a:ln>
          <a:effectLst>
            <a:outerShdw dist="25400" dir="5400000" sx="99001" sy="99001" algn="ctr" rotWithShape="0">
              <a:schemeClr val="tx2"/>
            </a:outerShdw>
          </a:effectLst>
        </p:spPr>
        <p:txBody>
          <a:bodyPr wrap="square" lIns="91432" tIns="91432" rIns="91432" bIns="91432" anchor="b">
            <a:spAutoFit/>
          </a:bodyPr>
          <a:lstStyle/>
          <a:p>
            <a:pPr algn="ctr" defTabSz="912813">
              <a:defRPr/>
            </a:pPr>
            <a:r>
              <a:rPr lang="en-US" altLang="zh-CN" sz="1400" b="1" dirty="0">
                <a:solidFill>
                  <a:srgbClr val="000000"/>
                </a:solidFill>
                <a:latin typeface="Arial" pitchFamily="34" charset="0"/>
                <a:ea typeface="宋体" pitchFamily="2" charset="-122"/>
              </a:rPr>
              <a:t>BMS</a:t>
            </a:r>
            <a:endParaRPr lang="zh-CN" altLang="en-US" sz="1400" b="1" dirty="0">
              <a:solidFill>
                <a:srgbClr val="000000"/>
              </a:solidFill>
              <a:latin typeface="Arial" pitchFamily="34" charset="0"/>
              <a:ea typeface="宋体" pitchFamily="2" charset="-122"/>
            </a:endParaRPr>
          </a:p>
        </p:txBody>
      </p:sp>
      <p:sp>
        <p:nvSpPr>
          <p:cNvPr id="7" name="Rectangle 3">
            <a:extLst>
              <a:ext uri="{FF2B5EF4-FFF2-40B4-BE49-F238E27FC236}">
                <a16:creationId xmlns:a16="http://schemas.microsoft.com/office/drawing/2014/main" id="{01FB2CA2-6F17-4F79-A065-7AA8974CA8BA}"/>
              </a:ext>
            </a:extLst>
          </p:cNvPr>
          <p:cNvSpPr>
            <a:spLocks noChangeArrowheads="1"/>
          </p:cNvSpPr>
          <p:nvPr>
            <p:custDataLst>
              <p:tags r:id="rId3"/>
            </p:custDataLst>
          </p:nvPr>
        </p:nvSpPr>
        <p:spPr bwMode="gray">
          <a:xfrm>
            <a:off x="2450038" y="793940"/>
            <a:ext cx="2978046" cy="400093"/>
          </a:xfrm>
          <a:prstGeom prst="rect">
            <a:avLst/>
          </a:prstGeom>
          <a:solidFill>
            <a:schemeClr val="bg1"/>
          </a:solidFill>
          <a:ln w="9525" algn="ctr">
            <a:noFill/>
            <a:miter lim="800000"/>
            <a:headEnd type="none" w="lg" len="lg"/>
            <a:tailEnd type="none" w="lg" len="lg"/>
          </a:ln>
          <a:effectLst>
            <a:outerShdw dist="25400" dir="5400000" sx="99001" sy="99001" algn="ctr" rotWithShape="0">
              <a:schemeClr val="tx2"/>
            </a:outerShdw>
          </a:effectLst>
        </p:spPr>
        <p:txBody>
          <a:bodyPr wrap="square" lIns="91432" tIns="91432" rIns="91432" bIns="91432" anchor="b">
            <a:spAutoFit/>
          </a:bodyPr>
          <a:lstStyle/>
          <a:p>
            <a:pPr algn="ctr" defTabSz="912813">
              <a:defRPr/>
            </a:pPr>
            <a:r>
              <a:rPr lang="en-US" altLang="zh-CN" sz="1400" b="1" dirty="0">
                <a:solidFill>
                  <a:srgbClr val="000000"/>
                </a:solidFill>
                <a:latin typeface="Arial" pitchFamily="34" charset="0"/>
                <a:ea typeface="宋体" pitchFamily="2" charset="-122"/>
              </a:rPr>
              <a:t>Detailed Description</a:t>
            </a:r>
            <a:endParaRPr lang="zh-CN" altLang="en-US" sz="1400" b="1" dirty="0">
              <a:solidFill>
                <a:srgbClr val="000000"/>
              </a:solidFill>
              <a:latin typeface="Arial" pitchFamily="34" charset="0"/>
              <a:ea typeface="宋体" pitchFamily="2" charset="-122"/>
            </a:endParaRPr>
          </a:p>
        </p:txBody>
      </p:sp>
      <p:sp>
        <p:nvSpPr>
          <p:cNvPr id="8" name="矩形 7">
            <a:extLst>
              <a:ext uri="{FF2B5EF4-FFF2-40B4-BE49-F238E27FC236}">
                <a16:creationId xmlns:a16="http://schemas.microsoft.com/office/drawing/2014/main" id="{5D5A98CB-181C-4CCB-97DE-1DD66701F5AD}"/>
              </a:ext>
            </a:extLst>
          </p:cNvPr>
          <p:cNvSpPr>
            <a:spLocks/>
          </p:cNvSpPr>
          <p:nvPr/>
        </p:nvSpPr>
        <p:spPr>
          <a:xfrm>
            <a:off x="368444" y="1541962"/>
            <a:ext cx="1596287" cy="671069"/>
          </a:xfrm>
          <a:prstGeom prst="rect">
            <a:avLst/>
          </a:prstGeom>
          <a:solidFill>
            <a:srgbClr val="ED7A74"/>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solidFill>
                  <a:schemeClr val="tx1"/>
                </a:solidFill>
                <a:latin typeface="Arial" charset="0"/>
                <a:ea typeface="宋体" charset="-122"/>
              </a:rPr>
              <a:t>MFG Input plan</a:t>
            </a:r>
          </a:p>
        </p:txBody>
      </p:sp>
      <p:sp>
        <p:nvSpPr>
          <p:cNvPr id="9" name="Text Box 24">
            <a:extLst>
              <a:ext uri="{FF2B5EF4-FFF2-40B4-BE49-F238E27FC236}">
                <a16:creationId xmlns:a16="http://schemas.microsoft.com/office/drawing/2014/main" id="{B1E90330-0C0B-40E9-B8BA-E6103F3551AA}"/>
              </a:ext>
            </a:extLst>
          </p:cNvPr>
          <p:cNvSpPr txBox="1">
            <a:spLocks noChangeArrowheads="1"/>
          </p:cNvSpPr>
          <p:nvPr/>
        </p:nvSpPr>
        <p:spPr bwMode="auto">
          <a:xfrm>
            <a:off x="2575054" y="1454303"/>
            <a:ext cx="2728014" cy="846386"/>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marL="285750" indent="-285750">
              <a:spcBef>
                <a:spcPct val="50000"/>
              </a:spcBef>
              <a:buFont typeface="Arial" panose="020B0604020202020204" pitchFamily="34" charset="0"/>
              <a:buChar char="•"/>
              <a:defRPr/>
            </a:pPr>
            <a:r>
              <a:rPr lang="en-US" altLang="zh-CN" sz="1400" dirty="0">
                <a:solidFill>
                  <a:srgbClr val="000000"/>
                </a:solidFill>
              </a:rPr>
              <a:t>New line/shift ramp up plan(7 days)</a:t>
            </a:r>
          </a:p>
          <a:p>
            <a:pPr marL="285750" indent="-285750">
              <a:spcBef>
                <a:spcPct val="50000"/>
              </a:spcBef>
              <a:buFont typeface="Arial" panose="020B0604020202020204" pitchFamily="34" charset="0"/>
              <a:buChar char="•"/>
              <a:defRPr/>
            </a:pPr>
            <a:r>
              <a:rPr lang="en-US" altLang="zh-CN" sz="1400" dirty="0">
                <a:solidFill>
                  <a:srgbClr val="000000"/>
                </a:solidFill>
              </a:rPr>
              <a:t>Normal NPI ramp up plan</a:t>
            </a:r>
          </a:p>
        </p:txBody>
      </p:sp>
      <p:sp>
        <p:nvSpPr>
          <p:cNvPr id="10" name="矩形 9">
            <a:extLst>
              <a:ext uri="{FF2B5EF4-FFF2-40B4-BE49-F238E27FC236}">
                <a16:creationId xmlns:a16="http://schemas.microsoft.com/office/drawing/2014/main" id="{8D252E5F-A404-44EC-B158-09A96130902B}"/>
              </a:ext>
            </a:extLst>
          </p:cNvPr>
          <p:cNvSpPr>
            <a:spLocks/>
          </p:cNvSpPr>
          <p:nvPr/>
        </p:nvSpPr>
        <p:spPr>
          <a:xfrm>
            <a:off x="368444" y="3139147"/>
            <a:ext cx="1596287" cy="671069"/>
          </a:xfrm>
          <a:prstGeom prst="rect">
            <a:avLst/>
          </a:prstGeo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600" b="1" dirty="0" err="1">
                <a:solidFill>
                  <a:schemeClr val="tx1"/>
                </a:solidFill>
                <a:latin typeface="Arial" charset="0"/>
                <a:ea typeface="宋体" charset="-122"/>
              </a:rPr>
              <a:t>Keypart</a:t>
            </a:r>
            <a:r>
              <a:rPr lang="en-US" altLang="zh-CN" sz="1600" b="1" dirty="0">
                <a:solidFill>
                  <a:schemeClr val="tx1"/>
                </a:solidFill>
                <a:latin typeface="Arial" charset="0"/>
                <a:ea typeface="宋体" charset="-122"/>
              </a:rPr>
              <a:t> &amp;MFG control plan</a:t>
            </a:r>
          </a:p>
        </p:txBody>
      </p:sp>
      <p:sp>
        <p:nvSpPr>
          <p:cNvPr id="11" name="Text Box 24">
            <a:extLst>
              <a:ext uri="{FF2B5EF4-FFF2-40B4-BE49-F238E27FC236}">
                <a16:creationId xmlns:a16="http://schemas.microsoft.com/office/drawing/2014/main" id="{DA9D378E-646A-4C08-B7FE-5BFA3D419A44}"/>
              </a:ext>
            </a:extLst>
          </p:cNvPr>
          <p:cNvSpPr txBox="1">
            <a:spLocks noChangeArrowheads="1"/>
          </p:cNvSpPr>
          <p:nvPr/>
        </p:nvSpPr>
        <p:spPr bwMode="auto">
          <a:xfrm>
            <a:off x="2607201" y="2728323"/>
            <a:ext cx="2663721" cy="1492716"/>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marL="285750" indent="-285750">
              <a:spcBef>
                <a:spcPct val="50000"/>
              </a:spcBef>
              <a:buFont typeface="Arial" panose="020B0604020202020204" pitchFamily="34" charset="0"/>
              <a:buChar char="•"/>
              <a:defRPr/>
            </a:pPr>
            <a:r>
              <a:rPr lang="en-US" altLang="zh-CN" sz="1400" dirty="0">
                <a:solidFill>
                  <a:srgbClr val="000000"/>
                </a:solidFill>
              </a:rPr>
              <a:t>Key parts sorting performance tracking(K/B, ME and panel)</a:t>
            </a:r>
          </a:p>
          <a:p>
            <a:pPr marL="285750" indent="-285750">
              <a:spcBef>
                <a:spcPct val="50000"/>
              </a:spcBef>
              <a:buFont typeface="Arial" panose="020B0604020202020204" pitchFamily="34" charset="0"/>
              <a:buChar char="•"/>
              <a:defRPr/>
            </a:pPr>
            <a:r>
              <a:rPr lang="en-US" altLang="zh-CN" sz="1400" dirty="0">
                <a:solidFill>
                  <a:srgbClr val="000000"/>
                </a:solidFill>
              </a:rPr>
              <a:t>MFG enhanced control plan(cosmetic, OOB, MQC audit &amp;OOB)</a:t>
            </a:r>
          </a:p>
        </p:txBody>
      </p:sp>
      <p:sp>
        <p:nvSpPr>
          <p:cNvPr id="12" name="矩形 11">
            <a:extLst>
              <a:ext uri="{FF2B5EF4-FFF2-40B4-BE49-F238E27FC236}">
                <a16:creationId xmlns:a16="http://schemas.microsoft.com/office/drawing/2014/main" id="{E279D49B-3216-4E9C-8DCA-97C7EAFAB52D}"/>
              </a:ext>
            </a:extLst>
          </p:cNvPr>
          <p:cNvSpPr>
            <a:spLocks/>
          </p:cNvSpPr>
          <p:nvPr/>
        </p:nvSpPr>
        <p:spPr>
          <a:xfrm>
            <a:off x="368444" y="4612447"/>
            <a:ext cx="1596287" cy="671069"/>
          </a:xfrm>
          <a:prstGeom prst="rect">
            <a:avLst/>
          </a:prstGeom>
          <a:solidFill>
            <a:srgbClr val="92D05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solidFill>
                  <a:schemeClr val="tx1"/>
                </a:solidFill>
                <a:latin typeface="Arial" charset="0"/>
                <a:ea typeface="宋体" charset="-122"/>
              </a:rPr>
              <a:t>NPI key issue tracking</a:t>
            </a:r>
          </a:p>
        </p:txBody>
      </p:sp>
      <p:sp>
        <p:nvSpPr>
          <p:cNvPr id="13" name="Text Box 24">
            <a:extLst>
              <a:ext uri="{FF2B5EF4-FFF2-40B4-BE49-F238E27FC236}">
                <a16:creationId xmlns:a16="http://schemas.microsoft.com/office/drawing/2014/main" id="{92059F82-AAF2-471E-B1FD-7F71D6E723D0}"/>
              </a:ext>
            </a:extLst>
          </p:cNvPr>
          <p:cNvSpPr txBox="1">
            <a:spLocks noChangeArrowheads="1"/>
          </p:cNvSpPr>
          <p:nvPr/>
        </p:nvSpPr>
        <p:spPr bwMode="auto">
          <a:xfrm>
            <a:off x="2622469" y="4524788"/>
            <a:ext cx="2633185" cy="846386"/>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marL="285750" indent="-285750">
              <a:spcBef>
                <a:spcPct val="50000"/>
              </a:spcBef>
              <a:buFont typeface="Arial" panose="020B0604020202020204" pitchFamily="34" charset="0"/>
              <a:buChar char="•"/>
              <a:defRPr/>
            </a:pPr>
            <a:r>
              <a:rPr lang="en-US" altLang="zh-CN" sz="1400" dirty="0">
                <a:solidFill>
                  <a:srgbClr val="000000"/>
                </a:solidFill>
              </a:rPr>
              <a:t>Tracking plan for NPI key issue</a:t>
            </a:r>
          </a:p>
          <a:p>
            <a:pPr marL="285750" indent="-285750">
              <a:spcBef>
                <a:spcPct val="50000"/>
              </a:spcBef>
              <a:buFont typeface="Arial" panose="020B0604020202020204" pitchFamily="34" charset="0"/>
              <a:buChar char="•"/>
              <a:defRPr/>
            </a:pPr>
            <a:r>
              <a:rPr lang="en-US" altLang="zh-CN" sz="1400" dirty="0">
                <a:solidFill>
                  <a:srgbClr val="000000"/>
                </a:solidFill>
              </a:rPr>
              <a:t>New feature and LL case </a:t>
            </a:r>
          </a:p>
        </p:txBody>
      </p:sp>
      <p:cxnSp>
        <p:nvCxnSpPr>
          <p:cNvPr id="14" name="直接连接符 10">
            <a:extLst>
              <a:ext uri="{FF2B5EF4-FFF2-40B4-BE49-F238E27FC236}">
                <a16:creationId xmlns:a16="http://schemas.microsoft.com/office/drawing/2014/main" id="{AFC0DE21-B9AB-404A-8EE0-87B4E5880993}"/>
              </a:ext>
            </a:extLst>
          </p:cNvPr>
          <p:cNvCxnSpPr>
            <a:cxnSpLocks/>
          </p:cNvCxnSpPr>
          <p:nvPr/>
        </p:nvCxnSpPr>
        <p:spPr>
          <a:xfrm flipV="1">
            <a:off x="180820" y="4370804"/>
            <a:ext cx="5839200" cy="1"/>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0">
            <a:extLst>
              <a:ext uri="{FF2B5EF4-FFF2-40B4-BE49-F238E27FC236}">
                <a16:creationId xmlns:a16="http://schemas.microsoft.com/office/drawing/2014/main" id="{E0359CDD-F9CB-4514-85BF-3872A7C406D8}"/>
              </a:ext>
            </a:extLst>
          </p:cNvPr>
          <p:cNvCxnSpPr>
            <a:cxnSpLocks/>
          </p:cNvCxnSpPr>
          <p:nvPr/>
        </p:nvCxnSpPr>
        <p:spPr>
          <a:xfrm flipV="1">
            <a:off x="180820" y="5673346"/>
            <a:ext cx="5839200" cy="1"/>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72C4AA6E-BF41-4A21-91E4-D7D209371997}"/>
              </a:ext>
            </a:extLst>
          </p:cNvPr>
          <p:cNvSpPr>
            <a:spLocks/>
          </p:cNvSpPr>
          <p:nvPr/>
        </p:nvSpPr>
        <p:spPr>
          <a:xfrm>
            <a:off x="368444" y="5879400"/>
            <a:ext cx="1596287" cy="671069"/>
          </a:xfrm>
          <a:prstGeom prst="rect">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1600" b="1" dirty="0">
                <a:solidFill>
                  <a:schemeClr val="tx1"/>
                </a:solidFill>
                <a:latin typeface="Arial" charset="0"/>
                <a:ea typeface="宋体" charset="-122"/>
              </a:rPr>
              <a:t>Field feedback</a:t>
            </a:r>
          </a:p>
        </p:txBody>
      </p:sp>
      <p:sp>
        <p:nvSpPr>
          <p:cNvPr id="17" name="Text Box 24">
            <a:extLst>
              <a:ext uri="{FF2B5EF4-FFF2-40B4-BE49-F238E27FC236}">
                <a16:creationId xmlns:a16="http://schemas.microsoft.com/office/drawing/2014/main" id="{4BE7D60D-5AD0-4F51-93E0-87C3AB7BE7B2}"/>
              </a:ext>
            </a:extLst>
          </p:cNvPr>
          <p:cNvSpPr txBox="1">
            <a:spLocks noChangeArrowheads="1"/>
          </p:cNvSpPr>
          <p:nvPr/>
        </p:nvSpPr>
        <p:spPr bwMode="auto">
          <a:xfrm>
            <a:off x="2614345" y="5899463"/>
            <a:ext cx="2649433" cy="630942"/>
          </a:xfrm>
          <a:prstGeom prst="rect">
            <a:avLst/>
          </a:prstGeom>
          <a:noFill/>
          <a:ln w="9525">
            <a:noFill/>
            <a:miter lim="800000"/>
            <a:headEnd/>
            <a:tailEnd/>
          </a:ln>
          <a:effectLst>
            <a:prstShdw prst="shdw17" dist="17961" dir="2700000">
              <a:schemeClr val="accent1">
                <a:gamma/>
                <a:shade val="60000"/>
                <a:invGamma/>
              </a:schemeClr>
            </a:prstShdw>
          </a:effectLst>
        </p:spPr>
        <p:txBody>
          <a:bodyPr wrap="square">
            <a:spAutoFit/>
          </a:bodyPr>
          <a:lstStyle/>
          <a:p>
            <a:pPr marL="285750" indent="-285750">
              <a:spcBef>
                <a:spcPct val="50000"/>
              </a:spcBef>
              <a:buFont typeface="Arial" panose="020B0604020202020204" pitchFamily="34" charset="0"/>
              <a:buChar char="•"/>
              <a:defRPr/>
            </a:pPr>
            <a:r>
              <a:rPr lang="en-US" altLang="zh-CN" sz="1400" dirty="0">
                <a:solidFill>
                  <a:srgbClr val="000000"/>
                </a:solidFill>
              </a:rPr>
              <a:t>EWG</a:t>
            </a:r>
          </a:p>
          <a:p>
            <a:pPr marL="285750" indent="-285750">
              <a:spcBef>
                <a:spcPct val="50000"/>
              </a:spcBef>
              <a:buFont typeface="Arial" panose="020B0604020202020204" pitchFamily="34" charset="0"/>
              <a:buChar char="•"/>
              <a:defRPr/>
            </a:pPr>
            <a:r>
              <a:rPr lang="en-US" altLang="zh-CN" sz="1400" dirty="0">
                <a:solidFill>
                  <a:srgbClr val="000000"/>
                </a:solidFill>
              </a:rPr>
              <a:t>PSI</a:t>
            </a:r>
          </a:p>
        </p:txBody>
      </p:sp>
      <p:grpSp>
        <p:nvGrpSpPr>
          <p:cNvPr id="18" name="组合 17">
            <a:extLst>
              <a:ext uri="{FF2B5EF4-FFF2-40B4-BE49-F238E27FC236}">
                <a16:creationId xmlns:a16="http://schemas.microsoft.com/office/drawing/2014/main" id="{208CDACB-6443-4D92-8238-887D41A8738B}"/>
              </a:ext>
            </a:extLst>
          </p:cNvPr>
          <p:cNvGrpSpPr/>
          <p:nvPr/>
        </p:nvGrpSpPr>
        <p:grpSpPr>
          <a:xfrm>
            <a:off x="5255654" y="1274509"/>
            <a:ext cx="4219917" cy="5456831"/>
            <a:chOff x="4997287" y="1272575"/>
            <a:chExt cx="4219917" cy="5456831"/>
          </a:xfrm>
        </p:grpSpPr>
        <p:sp>
          <p:nvSpPr>
            <p:cNvPr id="19" name="箭头: 右 18">
              <a:extLst>
                <a:ext uri="{FF2B5EF4-FFF2-40B4-BE49-F238E27FC236}">
                  <a16:creationId xmlns:a16="http://schemas.microsoft.com/office/drawing/2014/main" id="{1709F99E-086F-4AFA-8B20-5C4DEAED0104}"/>
                </a:ext>
              </a:extLst>
            </p:cNvPr>
            <p:cNvSpPr/>
            <p:nvPr/>
          </p:nvSpPr>
          <p:spPr>
            <a:xfrm>
              <a:off x="5033680" y="1692683"/>
              <a:ext cx="451947" cy="501505"/>
            </a:xfrm>
            <a:prstGeom prst="rightArrow">
              <a:avLst/>
            </a:prstGeom>
            <a:gradFill>
              <a:gsLst>
                <a:gs pos="0">
                  <a:srgbClr val="ED7A74"/>
                </a:gs>
                <a:gs pos="80000">
                  <a:srgbClr val="ED7A74"/>
                </a:gs>
                <a:gs pos="100000">
                  <a:srgbClr val="ED7A74"/>
                </a:gs>
              </a:gsLst>
            </a:grad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grpSp>
          <p:nvGrpSpPr>
            <p:cNvPr id="20" name="组合 19">
              <a:extLst>
                <a:ext uri="{FF2B5EF4-FFF2-40B4-BE49-F238E27FC236}">
                  <a16:creationId xmlns:a16="http://schemas.microsoft.com/office/drawing/2014/main" id="{3839FC74-F8A7-40EE-89F8-3FE1C93D6F36}"/>
                </a:ext>
              </a:extLst>
            </p:cNvPr>
            <p:cNvGrpSpPr/>
            <p:nvPr/>
          </p:nvGrpSpPr>
          <p:grpSpPr>
            <a:xfrm>
              <a:off x="5805896" y="1272575"/>
              <a:ext cx="3411308" cy="5456831"/>
              <a:chOff x="5785081" y="1272575"/>
              <a:chExt cx="3411308" cy="5456831"/>
            </a:xfrm>
          </p:grpSpPr>
          <p:sp>
            <p:nvSpPr>
              <p:cNvPr id="24" name="矩形: 圆角 23">
                <a:extLst>
                  <a:ext uri="{FF2B5EF4-FFF2-40B4-BE49-F238E27FC236}">
                    <a16:creationId xmlns:a16="http://schemas.microsoft.com/office/drawing/2014/main" id="{3A02D866-8965-45C4-A78F-D40D756380BA}"/>
                  </a:ext>
                </a:extLst>
              </p:cNvPr>
              <p:cNvSpPr/>
              <p:nvPr/>
            </p:nvSpPr>
            <p:spPr>
              <a:xfrm>
                <a:off x="5785081" y="1272575"/>
                <a:ext cx="3171824" cy="5456831"/>
              </a:xfrm>
              <a:prstGeom prst="roundRect">
                <a:avLst>
                  <a:gd name="adj" fmla="val 6982"/>
                </a:avLst>
              </a:prstGeom>
              <a:solidFill>
                <a:schemeClr val="lt1">
                  <a:alpha val="85000"/>
                </a:schemeClr>
              </a:solidFill>
              <a:ln w="28575">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1750EA53-3596-4CCC-8DA8-D378465CA75A}"/>
                  </a:ext>
                </a:extLst>
              </p:cNvPr>
              <p:cNvSpPr txBox="1"/>
              <p:nvPr/>
            </p:nvSpPr>
            <p:spPr>
              <a:xfrm>
                <a:off x="5843589" y="1921907"/>
                <a:ext cx="3171824" cy="4031873"/>
              </a:xfrm>
              <a:prstGeom prst="rect">
                <a:avLst/>
              </a:prstGeom>
              <a:noFill/>
            </p:spPr>
            <p:txBody>
              <a:bodyPr wrap="square" rtlCol="0">
                <a:spAutoFit/>
              </a:bodyPr>
              <a:lstStyle/>
              <a:p>
                <a:r>
                  <a:rPr lang="en-US" altLang="zh-CN" sz="1400" b="1" dirty="0">
                    <a:latin typeface="Arial" pitchFamily="34" charset="0"/>
                    <a:cs typeface="Arial" pitchFamily="34" charset="0"/>
                  </a:rPr>
                  <a:t>Meeting frequency: </a:t>
                </a:r>
                <a:r>
                  <a:rPr lang="en-US" altLang="zh-CN" sz="1400" i="1" dirty="0">
                    <a:latin typeface="Arial" pitchFamily="34" charset="0"/>
                    <a:cs typeface="Arial" pitchFamily="34" charset="0"/>
                  </a:rPr>
                  <a:t>according to input plan</a:t>
                </a:r>
              </a:p>
              <a:p>
                <a:endParaRPr lang="en-US" altLang="zh-CN" sz="1400" dirty="0">
                  <a:latin typeface="Arial" pitchFamily="34" charset="0"/>
                  <a:cs typeface="Arial" pitchFamily="34" charset="0"/>
                </a:endParaRPr>
              </a:p>
              <a:p>
                <a:r>
                  <a:rPr lang="en-US" altLang="zh-CN" sz="1400" b="1" dirty="0">
                    <a:latin typeface="Arial" pitchFamily="34" charset="0"/>
                    <a:cs typeface="Arial" pitchFamily="34" charset="0"/>
                  </a:rPr>
                  <a:t>Attendee:</a:t>
                </a:r>
              </a:p>
              <a:p>
                <a:pPr marL="285750" indent="-285750">
                  <a:buFont typeface="Arial" panose="020B0604020202020204" pitchFamily="34" charset="0"/>
                  <a:buChar char="•"/>
                </a:pPr>
                <a:r>
                  <a:rPr lang="en-US" altLang="zh-CN" sz="1400" i="1" dirty="0">
                    <a:latin typeface="Arial" pitchFamily="34" charset="0"/>
                    <a:cs typeface="Arial" pitchFamily="34" charset="0"/>
                  </a:rPr>
                  <a:t>Lenovo: PQM,MQM,NPI,SQM,RD, service</a:t>
                </a:r>
              </a:p>
              <a:p>
                <a:pPr marL="285750" indent="-285750">
                  <a:buFont typeface="Arial" panose="020B0604020202020204" pitchFamily="34" charset="0"/>
                  <a:buChar char="•"/>
                </a:pPr>
                <a:r>
                  <a:rPr lang="en-US" altLang="zh-CN" sz="1400" i="1" dirty="0">
                    <a:latin typeface="Arial" pitchFamily="34" charset="0"/>
                    <a:cs typeface="Arial" pitchFamily="34" charset="0"/>
                  </a:rPr>
                  <a:t>ODM: Quality, MFG, engineering, NPI, RD</a:t>
                </a:r>
              </a:p>
              <a:p>
                <a:endParaRPr lang="en-US" altLang="zh-CN" sz="1400" dirty="0">
                  <a:latin typeface="Arial" pitchFamily="34" charset="0"/>
                  <a:cs typeface="Arial" pitchFamily="34" charset="0"/>
                </a:endParaRPr>
              </a:p>
              <a:p>
                <a:r>
                  <a:rPr lang="en-US" altLang="zh-CN" sz="1400" b="1" dirty="0">
                    <a:latin typeface="Arial" pitchFamily="34" charset="0"/>
                    <a:cs typeface="Arial" pitchFamily="34" charset="0"/>
                  </a:rPr>
                  <a:t>Purpose:</a:t>
                </a:r>
              </a:p>
              <a:p>
                <a:pPr marL="342900" indent="-342900">
                  <a:buFont typeface="Arial" panose="020B0604020202020204" pitchFamily="34" charset="0"/>
                  <a:buChar char="•"/>
                </a:pPr>
                <a:r>
                  <a:rPr lang="en-US" altLang="zh-CN" sz="1400" i="1" dirty="0">
                    <a:latin typeface="Arial" pitchFamily="34" charset="0"/>
                    <a:cs typeface="Arial" pitchFamily="34" charset="0"/>
                  </a:rPr>
                  <a:t>Put together all information, invite all stakeholders for both MFG and field issues quick clarification and solving</a:t>
                </a:r>
              </a:p>
              <a:p>
                <a:pPr marL="342900" indent="-342900">
                  <a:buFont typeface="Arial" panose="020B0604020202020204" pitchFamily="34" charset="0"/>
                  <a:buChar char="•"/>
                </a:pPr>
                <a:r>
                  <a:rPr lang="en-US" altLang="zh-CN" sz="1400" i="1" dirty="0">
                    <a:latin typeface="Arial" pitchFamily="34" charset="0"/>
                    <a:cs typeface="Arial" pitchFamily="34" charset="0"/>
                  </a:rPr>
                  <a:t>Issue close loop management &amp; tracking</a:t>
                </a:r>
              </a:p>
              <a:p>
                <a:endParaRPr lang="en-US" altLang="zh-CN" sz="1600" b="1" dirty="0">
                  <a:latin typeface="Arial" pitchFamily="34" charset="0"/>
                  <a:cs typeface="Arial" pitchFamily="34" charset="0"/>
                </a:endParaRPr>
              </a:p>
              <a:p>
                <a:endParaRPr lang="zh-CN" altLang="en-US" sz="1600" dirty="0">
                  <a:latin typeface="Arial" pitchFamily="34" charset="0"/>
                  <a:cs typeface="Arial" pitchFamily="34" charset="0"/>
                </a:endParaRPr>
              </a:p>
            </p:txBody>
          </p:sp>
          <p:sp>
            <p:nvSpPr>
              <p:cNvPr id="26" name="文本框 25">
                <a:extLst>
                  <a:ext uri="{FF2B5EF4-FFF2-40B4-BE49-F238E27FC236}">
                    <a16:creationId xmlns:a16="http://schemas.microsoft.com/office/drawing/2014/main" id="{382D7E4E-B2C7-4647-8F6B-5AB8D376EF04}"/>
                  </a:ext>
                </a:extLst>
              </p:cNvPr>
              <p:cNvSpPr txBox="1"/>
              <p:nvPr/>
            </p:nvSpPr>
            <p:spPr>
              <a:xfrm>
                <a:off x="6024565" y="1370197"/>
                <a:ext cx="3171824" cy="861774"/>
              </a:xfrm>
              <a:prstGeom prst="rect">
                <a:avLst/>
              </a:prstGeom>
              <a:noFill/>
            </p:spPr>
            <p:txBody>
              <a:bodyPr wrap="square" rtlCol="0">
                <a:spAutoFit/>
              </a:bodyPr>
              <a:lstStyle/>
              <a:p>
                <a:r>
                  <a:rPr lang="en-US" altLang="zh-CN" sz="1800" b="1" dirty="0">
                    <a:latin typeface="Arial" pitchFamily="34" charset="0"/>
                    <a:cs typeface="Arial" pitchFamily="34" charset="0"/>
                  </a:rPr>
                  <a:t>WFB </a:t>
                </a:r>
                <a:r>
                  <a:rPr lang="en-US" altLang="zh-CN" sz="1800" b="1" dirty="0" err="1">
                    <a:latin typeface="Arial" pitchFamily="34" charset="0"/>
                    <a:cs typeface="Arial" pitchFamily="34" charset="0"/>
                  </a:rPr>
                  <a:t>Warroom</a:t>
                </a:r>
                <a:r>
                  <a:rPr lang="en-US" altLang="zh-CN" sz="1800" b="1" dirty="0">
                    <a:latin typeface="Arial" pitchFamily="34" charset="0"/>
                    <a:cs typeface="Arial" pitchFamily="34" charset="0"/>
                  </a:rPr>
                  <a:t> Meeting</a:t>
                </a:r>
              </a:p>
              <a:p>
                <a:endParaRPr lang="en-US" altLang="zh-CN" sz="1600" b="1" dirty="0">
                  <a:latin typeface="Arial" pitchFamily="34" charset="0"/>
                  <a:cs typeface="Arial" pitchFamily="34" charset="0"/>
                </a:endParaRPr>
              </a:p>
              <a:p>
                <a:endParaRPr lang="zh-CN" altLang="en-US" sz="1600" dirty="0">
                  <a:latin typeface="Arial" pitchFamily="34" charset="0"/>
                  <a:cs typeface="Arial" pitchFamily="34" charset="0"/>
                </a:endParaRPr>
              </a:p>
            </p:txBody>
          </p:sp>
        </p:grpSp>
        <p:sp>
          <p:nvSpPr>
            <p:cNvPr id="21" name="箭头: 右 20">
              <a:extLst>
                <a:ext uri="{FF2B5EF4-FFF2-40B4-BE49-F238E27FC236}">
                  <a16:creationId xmlns:a16="http://schemas.microsoft.com/office/drawing/2014/main" id="{D567224F-2474-4464-B6E2-19BE7755EA5F}"/>
                </a:ext>
              </a:extLst>
            </p:cNvPr>
            <p:cNvSpPr/>
            <p:nvPr/>
          </p:nvSpPr>
          <p:spPr>
            <a:xfrm>
              <a:off x="4999915" y="3259788"/>
              <a:ext cx="451947" cy="501505"/>
            </a:xfrm>
            <a:prstGeom prst="rightArrow">
              <a:avLst/>
            </a:prstGeom>
            <a:gradFill>
              <a:gsLst>
                <a:gs pos="0">
                  <a:srgbClr val="00AFEF"/>
                </a:gs>
                <a:gs pos="80000">
                  <a:srgbClr val="00AFEF"/>
                </a:gs>
                <a:gs pos="100000">
                  <a:srgbClr val="00AFEF"/>
                </a:gs>
              </a:gsLst>
            </a:grad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dirty="0"/>
            </a:p>
          </p:txBody>
        </p:sp>
        <p:sp>
          <p:nvSpPr>
            <p:cNvPr id="22" name="箭头: 右 21">
              <a:extLst>
                <a:ext uri="{FF2B5EF4-FFF2-40B4-BE49-F238E27FC236}">
                  <a16:creationId xmlns:a16="http://schemas.microsoft.com/office/drawing/2014/main" id="{3902D4C3-2CE0-489B-A9EB-D54B6B9024AD}"/>
                </a:ext>
              </a:extLst>
            </p:cNvPr>
            <p:cNvSpPr/>
            <p:nvPr/>
          </p:nvSpPr>
          <p:spPr>
            <a:xfrm>
              <a:off x="4997287" y="4738549"/>
              <a:ext cx="451947" cy="501505"/>
            </a:xfrm>
            <a:prstGeom prst="rightArrow">
              <a:avLst/>
            </a:prstGeom>
            <a:gradFill>
              <a:gsLst>
                <a:gs pos="0">
                  <a:srgbClr val="91CF50"/>
                </a:gs>
                <a:gs pos="80000">
                  <a:srgbClr val="91CF50"/>
                </a:gs>
                <a:gs pos="100000">
                  <a:srgbClr val="91CF50"/>
                </a:gs>
              </a:gsLst>
            </a:grad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23" name="箭头: 右 22">
              <a:extLst>
                <a:ext uri="{FF2B5EF4-FFF2-40B4-BE49-F238E27FC236}">
                  <a16:creationId xmlns:a16="http://schemas.microsoft.com/office/drawing/2014/main" id="{686707F7-C5C0-44DC-B361-7EDE1E57DEB4}"/>
                </a:ext>
              </a:extLst>
            </p:cNvPr>
            <p:cNvSpPr/>
            <p:nvPr/>
          </p:nvSpPr>
          <p:spPr>
            <a:xfrm>
              <a:off x="5001209" y="5950624"/>
              <a:ext cx="451947" cy="501505"/>
            </a:xfrm>
            <a:prstGeom prst="rightArrow">
              <a:avLst/>
            </a:prstGeom>
            <a:gradFill>
              <a:gsLst>
                <a:gs pos="0">
                  <a:srgbClr val="FFBF00"/>
                </a:gs>
                <a:gs pos="80000">
                  <a:srgbClr val="FFBF00"/>
                </a:gs>
                <a:gs pos="100000">
                  <a:srgbClr val="FFBF00"/>
                </a:gs>
              </a:gsLst>
            </a:gradFill>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grpSp>
      <p:sp>
        <p:nvSpPr>
          <p:cNvPr id="27" name="Rectangle 5">
            <a:extLst>
              <a:ext uri="{FF2B5EF4-FFF2-40B4-BE49-F238E27FC236}">
                <a16:creationId xmlns:a16="http://schemas.microsoft.com/office/drawing/2014/main" id="{6B5E8A85-0409-459F-9E4F-40052995821A}"/>
              </a:ext>
            </a:extLst>
          </p:cNvPr>
          <p:cNvSpPr>
            <a:spLocks noChangeArrowheads="1"/>
          </p:cNvSpPr>
          <p:nvPr>
            <p:custDataLst>
              <p:tags r:id="rId4"/>
            </p:custDataLst>
          </p:nvPr>
        </p:nvSpPr>
        <p:spPr bwMode="gray">
          <a:xfrm>
            <a:off x="9527376" y="793940"/>
            <a:ext cx="2355162" cy="400093"/>
          </a:xfrm>
          <a:prstGeom prst="rect">
            <a:avLst/>
          </a:prstGeom>
          <a:solidFill>
            <a:schemeClr val="bg1"/>
          </a:solidFill>
          <a:ln w="9525" algn="ctr">
            <a:noFill/>
            <a:miter lim="800000"/>
            <a:headEnd type="none" w="lg" len="lg"/>
            <a:tailEnd type="none" w="lg" len="lg"/>
          </a:ln>
          <a:effectLst>
            <a:outerShdw dist="25400" dir="5400000" sx="99001" sy="99001" algn="ctr" rotWithShape="0">
              <a:schemeClr val="tx2"/>
            </a:outerShdw>
          </a:effectLst>
        </p:spPr>
        <p:txBody>
          <a:bodyPr wrap="square" lIns="91432" tIns="91432" rIns="91432" bIns="91432" anchor="b">
            <a:spAutoFit/>
          </a:bodyPr>
          <a:lstStyle/>
          <a:p>
            <a:pPr algn="ctr" defTabSz="912813">
              <a:defRPr/>
            </a:pPr>
            <a:r>
              <a:rPr lang="en-US" altLang="zh-CN" sz="1400" b="1" dirty="0">
                <a:solidFill>
                  <a:srgbClr val="000000"/>
                </a:solidFill>
                <a:latin typeface="Arial" pitchFamily="34" charset="0"/>
                <a:ea typeface="宋体" pitchFamily="2" charset="-122"/>
              </a:rPr>
              <a:t>Output</a:t>
            </a:r>
            <a:endParaRPr lang="zh-CN" altLang="en-US" sz="1400" b="1" dirty="0">
              <a:solidFill>
                <a:srgbClr val="000000"/>
              </a:solidFill>
              <a:latin typeface="Arial" pitchFamily="34" charset="0"/>
              <a:ea typeface="宋体" pitchFamily="2" charset="-122"/>
            </a:endParaRPr>
          </a:p>
        </p:txBody>
      </p:sp>
      <p:sp>
        <p:nvSpPr>
          <p:cNvPr id="28" name="箭头: 右 27">
            <a:extLst>
              <a:ext uri="{FF2B5EF4-FFF2-40B4-BE49-F238E27FC236}">
                <a16:creationId xmlns:a16="http://schemas.microsoft.com/office/drawing/2014/main" id="{13626D7E-33DF-4671-ADE6-DE5126E0D2EC}"/>
              </a:ext>
            </a:extLst>
          </p:cNvPr>
          <p:cNvSpPr/>
          <p:nvPr/>
        </p:nvSpPr>
        <p:spPr>
          <a:xfrm>
            <a:off x="9326575" y="3826558"/>
            <a:ext cx="451947" cy="501505"/>
          </a:xfrm>
          <a:prstGeom prst="rightArrow">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A07D8103-3A54-4744-8F70-3CB46BEF06B3}"/>
              </a:ext>
            </a:extLst>
          </p:cNvPr>
          <p:cNvSpPr txBox="1"/>
          <p:nvPr/>
        </p:nvSpPr>
        <p:spPr>
          <a:xfrm>
            <a:off x="9897419" y="3521223"/>
            <a:ext cx="2355161" cy="1446550"/>
          </a:xfrm>
          <a:prstGeom prst="rect">
            <a:avLst/>
          </a:prstGeom>
          <a:noFill/>
        </p:spPr>
        <p:txBody>
          <a:bodyPr wrap="square" rtlCol="0">
            <a:spAutoFit/>
          </a:bodyPr>
          <a:lstStyle/>
          <a:p>
            <a:r>
              <a:rPr lang="en-US" altLang="zh-CN" sz="1600" b="1" dirty="0">
                <a:latin typeface="Arial" pitchFamily="34" charset="0"/>
                <a:cs typeface="Arial" pitchFamily="34" charset="0"/>
              </a:rPr>
              <a:t>WFB </a:t>
            </a:r>
            <a:r>
              <a:rPr lang="en-US" altLang="zh-CN" sz="1600" b="1" dirty="0" err="1">
                <a:latin typeface="Arial" pitchFamily="34" charset="0"/>
                <a:cs typeface="Arial" pitchFamily="34" charset="0"/>
              </a:rPr>
              <a:t>Warroom</a:t>
            </a:r>
            <a:r>
              <a:rPr lang="en-US" altLang="zh-CN" sz="1600" b="1" dirty="0">
                <a:latin typeface="Arial" pitchFamily="34" charset="0"/>
                <a:cs typeface="Arial" pitchFamily="34" charset="0"/>
              </a:rPr>
              <a:t> report</a:t>
            </a:r>
          </a:p>
          <a:p>
            <a:pPr marL="285750" indent="-285750">
              <a:buFont typeface="Arial" panose="020B0604020202020204" pitchFamily="34" charset="0"/>
              <a:buChar char="•"/>
            </a:pPr>
            <a:r>
              <a:rPr lang="en-US" altLang="zh-CN" sz="1400" dirty="0">
                <a:latin typeface="Arial" pitchFamily="34" charset="0"/>
                <a:cs typeface="Arial" pitchFamily="34" charset="0"/>
              </a:rPr>
              <a:t>KPI trend chart</a:t>
            </a:r>
          </a:p>
          <a:p>
            <a:pPr marL="285750" indent="-285750">
              <a:buFont typeface="Arial" panose="020B0604020202020204" pitchFamily="34" charset="0"/>
              <a:buChar char="•"/>
            </a:pPr>
            <a:r>
              <a:rPr lang="en-US" altLang="zh-CN" sz="1400" dirty="0">
                <a:latin typeface="Arial" pitchFamily="34" charset="0"/>
                <a:cs typeface="Arial" pitchFamily="34" charset="0"/>
              </a:rPr>
              <a:t>Key issue tracking</a:t>
            </a:r>
          </a:p>
          <a:p>
            <a:pPr marL="285750" indent="-285750">
              <a:buFont typeface="Arial" panose="020B0604020202020204" pitchFamily="34" charset="0"/>
              <a:buChar char="•"/>
            </a:pPr>
            <a:r>
              <a:rPr lang="en-US" altLang="zh-CN" sz="1400" dirty="0">
                <a:latin typeface="Arial" pitchFamily="34" charset="0"/>
                <a:cs typeface="Arial" pitchFamily="34" charset="0"/>
              </a:rPr>
              <a:t>Corrective action follow up</a:t>
            </a:r>
          </a:p>
          <a:p>
            <a:endParaRPr lang="zh-CN" altLang="en-US" sz="1600" dirty="0">
              <a:latin typeface="Arial" pitchFamily="34" charset="0"/>
              <a:cs typeface="Arial" pitchFamily="34" charset="0"/>
            </a:endParaRPr>
          </a:p>
        </p:txBody>
      </p:sp>
      <p:sp>
        <p:nvSpPr>
          <p:cNvPr id="30" name="动作按钮: 转到开头 29">
            <a:hlinkClick r:id="rId6" action="ppaction://hlinksldjump" highlightClick="1"/>
            <a:extLst>
              <a:ext uri="{FF2B5EF4-FFF2-40B4-BE49-F238E27FC236}">
                <a16:creationId xmlns:a16="http://schemas.microsoft.com/office/drawing/2014/main" id="{0E1A1F91-9F4C-4621-9528-5182E75A1A3D}"/>
              </a:ext>
            </a:extLst>
          </p:cNvPr>
          <p:cNvSpPr/>
          <p:nvPr/>
        </p:nvSpPr>
        <p:spPr>
          <a:xfrm>
            <a:off x="11756616" y="6626634"/>
            <a:ext cx="392335" cy="203318"/>
          </a:xfrm>
          <a:prstGeom prst="actionButtonBeginning">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1D57D5DC-8AAE-4E83-994A-FFAE0CC27DF4}"/>
              </a:ext>
            </a:extLst>
          </p:cNvPr>
          <p:cNvSpPr/>
          <p:nvPr/>
        </p:nvSpPr>
        <p:spPr>
          <a:xfrm>
            <a:off x="9475571" y="1372131"/>
            <a:ext cx="2608056" cy="1889592"/>
          </a:xfrm>
          <a:prstGeom prst="roundRect">
            <a:avLst/>
          </a:prstGeom>
          <a:noFill/>
          <a:ln w="38100">
            <a:solidFill>
              <a:srgbClr val="C000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1" name="对象 30">
            <a:extLst>
              <a:ext uri="{FF2B5EF4-FFF2-40B4-BE49-F238E27FC236}">
                <a16:creationId xmlns:a16="http://schemas.microsoft.com/office/drawing/2014/main" id="{2BC97A69-D1CB-4765-B773-387144A58406}"/>
              </a:ext>
            </a:extLst>
          </p:cNvPr>
          <p:cNvGraphicFramePr>
            <a:graphicFrameLocks noChangeAspect="1"/>
          </p:cNvGraphicFramePr>
          <p:nvPr>
            <p:extLst>
              <p:ext uri="{D42A27DB-BD31-4B8C-83A1-F6EECF244321}">
                <p14:modId xmlns:p14="http://schemas.microsoft.com/office/powerpoint/2010/main" val="786446557"/>
              </p:ext>
            </p:extLst>
          </p:nvPr>
        </p:nvGraphicFramePr>
        <p:xfrm>
          <a:off x="9721964" y="1657136"/>
          <a:ext cx="2045034" cy="1761001"/>
        </p:xfrm>
        <a:graphic>
          <a:graphicData uri="http://schemas.openxmlformats.org/presentationml/2006/ole">
            <mc:AlternateContent xmlns:mc="http://schemas.openxmlformats.org/markup-compatibility/2006">
              <mc:Choice xmlns:v="urn:schemas-microsoft-com:vml" Requires="v">
                <p:oleObj name="Worksheet" showAsIcon="1" r:id="rId7" imgW="914577" imgH="787282" progId="Excel.Sheet.12">
                  <p:embed/>
                </p:oleObj>
              </mc:Choice>
              <mc:Fallback>
                <p:oleObj name="Worksheet" showAsIcon="1" r:id="rId7" imgW="914577" imgH="787282" progId="Excel.Sheet.12">
                  <p:embed/>
                  <p:pic>
                    <p:nvPicPr>
                      <p:cNvPr id="31" name="对象 30">
                        <a:extLst>
                          <a:ext uri="{FF2B5EF4-FFF2-40B4-BE49-F238E27FC236}">
                            <a16:creationId xmlns:a16="http://schemas.microsoft.com/office/drawing/2014/main" id="{2BC97A69-D1CB-4765-B773-387144A58406}"/>
                          </a:ext>
                        </a:extLst>
                      </p:cNvPr>
                      <p:cNvPicPr/>
                      <p:nvPr/>
                    </p:nvPicPr>
                    <p:blipFill>
                      <a:blip r:embed="rId8"/>
                      <a:stretch>
                        <a:fillRect/>
                      </a:stretch>
                    </p:blipFill>
                    <p:spPr>
                      <a:xfrm>
                        <a:off x="9721964" y="1657136"/>
                        <a:ext cx="2045034" cy="1761001"/>
                      </a:xfrm>
                      <a:prstGeom prst="rect">
                        <a:avLst/>
                      </a:prstGeom>
                    </p:spPr>
                  </p:pic>
                </p:oleObj>
              </mc:Fallback>
            </mc:AlternateContent>
          </a:graphicData>
        </a:graphic>
      </p:graphicFrame>
    </p:spTree>
    <p:extLst>
      <p:ext uri="{BB962C8B-B14F-4D97-AF65-F5344CB8AC3E}">
        <p14:creationId xmlns:p14="http://schemas.microsoft.com/office/powerpoint/2010/main" val="1698161682"/>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550F5B9-399F-4FAD-AE6C-ED65F9A43A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C062E60F-5CD4-4268-8359-807663468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288350"/>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标题 1">
            <a:extLst>
              <a:ext uri="{FF2B5EF4-FFF2-40B4-BE49-F238E27FC236}">
                <a16:creationId xmlns:a16="http://schemas.microsoft.com/office/drawing/2014/main" id="{8F33BCCB-81FD-4434-A5A2-73823BB46D72}"/>
              </a:ext>
            </a:extLst>
          </p:cNvPr>
          <p:cNvSpPr txBox="1">
            <a:spLocks/>
          </p:cNvSpPr>
          <p:nvPr/>
        </p:nvSpPr>
        <p:spPr>
          <a:xfrm>
            <a:off x="841248" y="510047"/>
            <a:ext cx="3405632" cy="1645920"/>
          </a:xfrm>
          <a:prstGeom prst="rect">
            <a:avLst/>
          </a:prstGeom>
        </p:spPr>
        <p:txBody>
          <a:bodyPr vert="horz" lIns="91440" tIns="45720" rIns="91440" bIns="45720" rtlCol="0" anchor="ctr">
            <a:normAutofit/>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914400" eaLnBrk="1" hangingPunct="1">
              <a:spcAft>
                <a:spcPts val="600"/>
              </a:spcAft>
            </a:pPr>
            <a:r>
              <a:rPr lang="en-US" altLang="zh-CN" sz="2800" b="1" dirty="0"/>
              <a:t>WFB PSI target definition and monthly dashboard</a:t>
            </a:r>
          </a:p>
        </p:txBody>
      </p:sp>
      <p:sp>
        <p:nvSpPr>
          <p:cNvPr id="18" name="Rectangle 17">
            <a:extLst>
              <a:ext uri="{FF2B5EF4-FFF2-40B4-BE49-F238E27FC236}">
                <a16:creationId xmlns:a16="http://schemas.microsoft.com/office/drawing/2014/main" id="{BB341EC3-1810-4D33-BA3F-E2D0AA0EC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980964"/>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10127CDE-2B99-47A8-BB3C-7D175191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0864" y="1323863"/>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7">
            <a:extLst>
              <a:ext uri="{FF2B5EF4-FFF2-40B4-BE49-F238E27FC236}">
                <a16:creationId xmlns:a16="http://schemas.microsoft.com/office/drawing/2014/main" id="{4F2143FC-2ACC-4ED9-BFB8-6AFB5205318F}"/>
              </a:ext>
            </a:extLst>
          </p:cNvPr>
          <p:cNvSpPr txBox="1">
            <a:spLocks/>
          </p:cNvSpPr>
          <p:nvPr/>
        </p:nvSpPr>
        <p:spPr>
          <a:xfrm>
            <a:off x="4607695" y="486661"/>
            <a:ext cx="6858000" cy="1645920"/>
          </a:xfrm>
          <a:prstGeom prst="rect">
            <a:avLst/>
          </a:prstGeom>
        </p:spPr>
        <p:txBody>
          <a:bodyPr vert="horz" lIns="91440" tIns="45720" rIns="91440" bIns="45720" rtlCol="0" anchor="ctr">
            <a:normAutofit/>
          </a:bodyPr>
          <a:lstStyle>
            <a:lvl1pPr algn="l" defTabSz="912813"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defTabSz="912813"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defTabSz="912813"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defTabSz="912813"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defTabSz="912813"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defTabSz="912813"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285750" indent="-228600" defTabSz="914400" eaLnBrk="1" hangingPunct="1">
              <a:spcAft>
                <a:spcPts val="600"/>
              </a:spcAft>
              <a:buFont typeface="Wingdings" panose="05000000000000000000" pitchFamily="2" charset="2"/>
              <a:buChar char="Ø"/>
            </a:pPr>
            <a:r>
              <a:rPr lang="en-US" sz="1100" dirty="0">
                <a:latin typeface="+mn-lt"/>
                <a:ea typeface="+mn-ea"/>
                <a:cs typeface="+mn-cs"/>
              </a:rPr>
              <a:t>WFB Monthly dashboard will show all the consumer products WFB execution status and its field performance after launch market.</a:t>
            </a:r>
          </a:p>
          <a:p>
            <a:pPr marL="285750" indent="-228600" defTabSz="914400" eaLnBrk="1" hangingPunct="1">
              <a:spcAft>
                <a:spcPts val="600"/>
              </a:spcAft>
              <a:buFont typeface="Wingdings" panose="05000000000000000000" pitchFamily="2" charset="2"/>
              <a:buChar char="Ø"/>
            </a:pPr>
            <a:r>
              <a:rPr lang="en-US" sz="1100" dirty="0">
                <a:latin typeface="+mn-lt"/>
                <a:ea typeface="+mn-ea"/>
                <a:cs typeface="+mn-cs"/>
              </a:rPr>
              <a:t>WFB PSI target </a:t>
            </a:r>
            <a:r>
              <a:rPr lang="en-US" sz="1100" dirty="0">
                <a:latin typeface="+mn-lt"/>
                <a:ea typeface="+mn-ea"/>
                <a:cs typeface="+mn-cs"/>
                <a:sym typeface="Wingdings" panose="05000000000000000000" pitchFamily="2" charset="2"/>
              </a:rPr>
              <a:t>definition formula will base on WFB PSI score: </a:t>
            </a:r>
            <a:endParaRPr lang="en-US" sz="1100" dirty="0">
              <a:latin typeface="+mn-lt"/>
              <a:ea typeface="+mn-ea"/>
              <a:cs typeface="+mn-cs"/>
            </a:endParaRPr>
          </a:p>
          <a:p>
            <a:pPr marL="781050" lvl="1" indent="-228600" defTabSz="914400" eaLnBrk="1" hangingPunct="1">
              <a:spcAft>
                <a:spcPts val="600"/>
              </a:spcAft>
              <a:buFont typeface="Arial" panose="020B0604020202020204" pitchFamily="34" charset="0"/>
              <a:buChar char="•"/>
            </a:pPr>
            <a:r>
              <a:rPr lang="en-US" sz="1100" dirty="0">
                <a:latin typeface="+mn-lt"/>
                <a:ea typeface="+mn-ea"/>
              </a:rPr>
              <a:t>WFB PSI score is the product PSI data in the following month(because data period is monthly, so WFB PSI is 6weeks PSI data) after launch PRC market.</a:t>
            </a:r>
          </a:p>
          <a:p>
            <a:pPr marL="781050" lvl="1" indent="-228600" defTabSz="914400" eaLnBrk="1" hangingPunct="1">
              <a:spcAft>
                <a:spcPts val="600"/>
              </a:spcAft>
              <a:buFont typeface="Arial" panose="020B0604020202020204" pitchFamily="34" charset="0"/>
              <a:buChar char="•"/>
            </a:pPr>
            <a:r>
              <a:rPr lang="en-US" sz="1100" dirty="0">
                <a:latin typeface="+mn-lt"/>
                <a:ea typeface="+mn-ea"/>
              </a:rPr>
              <a:t>all the units which implement WFB could be sell out in the first 4-6weeks </a:t>
            </a:r>
          </a:p>
          <a:p>
            <a:pPr marL="781050" lvl="1" indent="-228600" defTabSz="914400" eaLnBrk="1" hangingPunct="1">
              <a:spcAft>
                <a:spcPts val="600"/>
              </a:spcAft>
              <a:buFont typeface="Arial" panose="020B0604020202020204" pitchFamily="34" charset="0"/>
              <a:buChar char="•"/>
            </a:pPr>
            <a:r>
              <a:rPr lang="en-US" sz="1100" dirty="0">
                <a:latin typeface="+mn-lt"/>
                <a:ea typeface="+mn-ea"/>
              </a:rPr>
              <a:t>PSI data in the </a:t>
            </a:r>
            <a:r>
              <a:rPr lang="en-US" sz="1100">
                <a:latin typeface="+mn-lt"/>
                <a:ea typeface="+mn-ea"/>
              </a:rPr>
              <a:t>first 6weeks </a:t>
            </a:r>
            <a:r>
              <a:rPr lang="en-US" sz="1100" dirty="0">
                <a:latin typeface="+mn-lt"/>
                <a:ea typeface="+mn-ea"/>
              </a:rPr>
              <a:t>could embody WHB performance, not impacted by product price fluctuation or promotion. </a:t>
            </a:r>
          </a:p>
        </p:txBody>
      </p:sp>
      <p:pic>
        <p:nvPicPr>
          <p:cNvPr id="9" name="图片 8">
            <a:extLst>
              <a:ext uri="{FF2B5EF4-FFF2-40B4-BE49-F238E27FC236}">
                <a16:creationId xmlns:a16="http://schemas.microsoft.com/office/drawing/2014/main" id="{928E2CE8-3FEA-42E8-9DD8-8DEF82EE7268}"/>
              </a:ext>
            </a:extLst>
          </p:cNvPr>
          <p:cNvPicPr>
            <a:picLocks noChangeAspect="1"/>
          </p:cNvPicPr>
          <p:nvPr/>
        </p:nvPicPr>
        <p:blipFill>
          <a:blip r:embed="rId2"/>
          <a:stretch>
            <a:fillRect/>
          </a:stretch>
        </p:blipFill>
        <p:spPr>
          <a:xfrm>
            <a:off x="5892677" y="2850274"/>
            <a:ext cx="5744907" cy="3863450"/>
          </a:xfrm>
          <a:prstGeom prst="rect">
            <a:avLst/>
          </a:prstGeom>
        </p:spPr>
      </p:pic>
      <p:pic>
        <p:nvPicPr>
          <p:cNvPr id="3" name="图片 2">
            <a:extLst>
              <a:ext uri="{FF2B5EF4-FFF2-40B4-BE49-F238E27FC236}">
                <a16:creationId xmlns:a16="http://schemas.microsoft.com/office/drawing/2014/main" id="{2BF932F0-D8F7-4D48-8B8A-80DE76539F31}"/>
              </a:ext>
            </a:extLst>
          </p:cNvPr>
          <p:cNvPicPr>
            <a:picLocks noChangeAspect="1"/>
          </p:cNvPicPr>
          <p:nvPr/>
        </p:nvPicPr>
        <p:blipFill>
          <a:blip r:embed="rId3"/>
          <a:stretch>
            <a:fillRect/>
          </a:stretch>
        </p:blipFill>
        <p:spPr>
          <a:xfrm>
            <a:off x="490408" y="2850274"/>
            <a:ext cx="5296237" cy="2118493"/>
          </a:xfrm>
          <a:prstGeom prst="rect">
            <a:avLst/>
          </a:prstGeom>
        </p:spPr>
      </p:pic>
      <p:pic>
        <p:nvPicPr>
          <p:cNvPr id="7" name="图片 6">
            <a:extLst>
              <a:ext uri="{FF2B5EF4-FFF2-40B4-BE49-F238E27FC236}">
                <a16:creationId xmlns:a16="http://schemas.microsoft.com/office/drawing/2014/main" id="{4B71B315-0AD6-45DB-9480-E7881714FADD}"/>
              </a:ext>
            </a:extLst>
          </p:cNvPr>
          <p:cNvPicPr>
            <a:picLocks noChangeAspect="1"/>
          </p:cNvPicPr>
          <p:nvPr/>
        </p:nvPicPr>
        <p:blipFill>
          <a:blip r:embed="rId4"/>
          <a:stretch>
            <a:fillRect/>
          </a:stretch>
        </p:blipFill>
        <p:spPr>
          <a:xfrm>
            <a:off x="490408" y="4983297"/>
            <a:ext cx="5296237" cy="1787478"/>
          </a:xfrm>
          <a:prstGeom prst="rect">
            <a:avLst/>
          </a:prstGeom>
        </p:spPr>
      </p:pic>
      <p:sp>
        <p:nvSpPr>
          <p:cNvPr id="10" name="文本框 9">
            <a:extLst>
              <a:ext uri="{FF2B5EF4-FFF2-40B4-BE49-F238E27FC236}">
                <a16:creationId xmlns:a16="http://schemas.microsoft.com/office/drawing/2014/main" id="{5DD80DF6-2443-4001-919D-D613E59BAE9A}"/>
              </a:ext>
            </a:extLst>
          </p:cNvPr>
          <p:cNvSpPr txBox="1"/>
          <p:nvPr/>
        </p:nvSpPr>
        <p:spPr>
          <a:xfrm>
            <a:off x="421301" y="2462472"/>
            <a:ext cx="9089814" cy="369332"/>
          </a:xfrm>
          <a:prstGeom prst="rect">
            <a:avLst/>
          </a:prstGeom>
          <a:noFill/>
        </p:spPr>
        <p:txBody>
          <a:bodyPr wrap="square" rtlCol="0">
            <a:spAutoFit/>
          </a:bodyPr>
          <a:lstStyle/>
          <a:p>
            <a:r>
              <a:rPr lang="en-US" altLang="zh-CN" sz="1800" dirty="0">
                <a:latin typeface="+mj-lt"/>
              </a:rPr>
              <a:t>Below is X60 product for reference:</a:t>
            </a:r>
            <a:endParaRPr lang="zh-CN" altLang="en-US" sz="1800" dirty="0">
              <a:latin typeface="+mj-lt"/>
            </a:endParaRPr>
          </a:p>
        </p:txBody>
      </p:sp>
    </p:spTree>
    <p:extLst>
      <p:ext uri="{BB962C8B-B14F-4D97-AF65-F5344CB8AC3E}">
        <p14:creationId xmlns:p14="http://schemas.microsoft.com/office/powerpoint/2010/main" val="374000520"/>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5706058"/>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O3.vx2bA0e9f15G0iE.E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WO3.vx2bA0e9f15G0iE.E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WO3.vx2bA0e9f15G0iE.E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WO3.vx2bA0e9f15G0iE.E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WO3.vx2bA0e9f15G0iE.E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WO3.vx2bA0e9f15G0iE.E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WO3.vx2bA0e9f15G0iE.E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YHMkycVO0yZJ78gHgXP6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usT5IZngQ0WholJcfw9FQ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xYHMkycVO0yZJ78gHgXP6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usT5IZngQ0WholJcfw9FQQ"/>
</p:tagLst>
</file>

<file path=ppt/theme/theme1.xml><?xml version="1.0" encoding="utf-8"?>
<a:theme xmlns:a="http://schemas.openxmlformats.org/drawingml/2006/main" name="Lenovo Master">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Lenovo Master">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Lenovo Master">
  <a:themeElements>
    <a:clrScheme name="Lenovo Colors">
      <a:dk1>
        <a:srgbClr val="000000"/>
      </a:dk1>
      <a:lt1>
        <a:sysClr val="window" lastClr="FFFFFF"/>
      </a:lt1>
      <a:dk2>
        <a:srgbClr val="8246AF"/>
      </a:dk2>
      <a:lt2>
        <a:srgbClr val="333F48"/>
      </a:lt2>
      <a:accent1>
        <a:srgbClr val="E1140A"/>
      </a:accent1>
      <a:accent2>
        <a:srgbClr val="FF6A00"/>
      </a:accent2>
      <a:accent3>
        <a:srgbClr val="F04187"/>
      </a:accent3>
      <a:accent4>
        <a:srgbClr val="3E8DDD"/>
      </a:accent4>
      <a:accent5>
        <a:srgbClr val="46C8E1"/>
      </a:accent5>
      <a:accent6>
        <a:srgbClr val="6AC346"/>
      </a:accent6>
      <a:hlink>
        <a:srgbClr val="4AC0E0"/>
      </a:hlink>
      <a:folHlink>
        <a:srgbClr val="4AC0E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Arial" pitchFamily="34" charset="0"/>
            <a:cs typeface="Arial" pitchFamily="34"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文档" ma:contentTypeID="0x010100441A21ACE0239A448FC1BAE60DE87609" ma:contentTypeVersion="6" ma:contentTypeDescription="新建文档。" ma:contentTypeScope="" ma:versionID="ad7d7b157b8a0ea1439a33bedc0c178a">
  <xsd:schema xmlns:xsd="http://www.w3.org/2001/XMLSchema" xmlns:xs="http://www.w3.org/2001/XMLSchema" xmlns:p="http://schemas.microsoft.com/office/2006/metadata/properties" xmlns:ns2="f0898f1f-d9d4-4dd9-9718-66bea7fb7640" xmlns:ns3="fc0034b7-9a35-48b0-b957-0dc88d6e82aa" targetNamespace="http://schemas.microsoft.com/office/2006/metadata/properties" ma:root="true" ma:fieldsID="13d550f12d6a9ded347a61668962119a" ns2:_="" ns3:_="">
    <xsd:import namespace="f0898f1f-d9d4-4dd9-9718-66bea7fb7640"/>
    <xsd:import namespace="fc0034b7-9a35-48b0-b957-0dc88d6e82a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898f1f-d9d4-4dd9-9718-66bea7fb76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0034b7-9a35-48b0-b957-0dc88d6e82aa" elementFormDefault="qualified">
    <xsd:import namespace="http://schemas.microsoft.com/office/2006/documentManagement/types"/>
    <xsd:import namespace="http://schemas.microsoft.com/office/infopath/2007/PartnerControls"/>
    <xsd:element name="SharedWithUsers" ma:index="12" nillable="true" ma:displayName="共享对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享对象详细信息"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4.xml><?xml version="1.0" encoding="utf-8"?>
<LongProperties xmlns="http://schemas.microsoft.com/office/2006/metadata/longProperties"/>
</file>

<file path=customXml/itemProps1.xml><?xml version="1.0" encoding="utf-8"?>
<ds:datastoreItem xmlns:ds="http://schemas.openxmlformats.org/officeDocument/2006/customXml" ds:itemID="{63D88EAB-18AC-4E85-AA9B-AD9BDFE2D00B}">
  <ds:schemaRefs>
    <ds:schemaRef ds:uri="http://schemas.microsoft.com/sharepoint/v3/contenttype/forms"/>
  </ds:schemaRefs>
</ds:datastoreItem>
</file>

<file path=customXml/itemProps2.xml><?xml version="1.0" encoding="utf-8"?>
<ds:datastoreItem xmlns:ds="http://schemas.openxmlformats.org/officeDocument/2006/customXml" ds:itemID="{0AB6904D-0F6F-45F7-80CB-E12421F95209}"/>
</file>

<file path=customXml/itemProps3.xml><?xml version="1.0" encoding="utf-8"?>
<ds:datastoreItem xmlns:ds="http://schemas.openxmlformats.org/officeDocument/2006/customXml" ds:itemID="{6654CACF-FDCB-4BED-8C39-818B62374560}">
  <ds:schemaRefs>
    <ds:schemaRef ds:uri="http://schemas.microsoft.com/office/2006/metadata/properties"/>
    <ds:schemaRef ds:uri="http://schemas.openxmlformats.org/package/2006/metadata/core-properties"/>
    <ds:schemaRef ds:uri="http://purl.org/dc/terms/"/>
    <ds:schemaRef ds:uri="http://www.w3.org/XML/1998/namespace"/>
    <ds:schemaRef ds:uri="http://schemas.microsoft.com/office/2006/documentManagement/types"/>
    <ds:schemaRef ds:uri="http://schemas.microsoft.com/office/infopath/2007/PartnerControls"/>
    <ds:schemaRef ds:uri="55e62460-9bd2-4f69-a6f8-401ff66bb46d"/>
    <ds:schemaRef ds:uri="http://purl.org/dc/dcmitype/"/>
    <ds:schemaRef ds:uri="http://purl.org/dc/elements/1.1/"/>
  </ds:schemaRefs>
</ds:datastoreItem>
</file>

<file path=customXml/itemProps4.xml><?xml version="1.0" encoding="utf-8"?>
<ds:datastoreItem xmlns:ds="http://schemas.openxmlformats.org/officeDocument/2006/customXml" ds:itemID="{EADCD0DA-583F-4289-86AE-B83E90F9EDD9}">
  <ds:schemaRefs>
    <ds:schemaRef ds:uri="http://schemas.microsoft.com/office/2006/metadata/longProperties"/>
  </ds:schemaRefs>
</ds:datastoreItem>
</file>

<file path=docProps/app.xml><?xml version="1.0" encoding="utf-8"?>
<Properties xmlns="http://schemas.openxmlformats.org/officeDocument/2006/extended-properties" xmlns:vt="http://schemas.openxmlformats.org/officeDocument/2006/docPropsVTypes">
  <TotalTime>2707</TotalTime>
  <Words>1628</Words>
  <Application>Microsoft Office PowerPoint</Application>
  <PresentationFormat>宽屏</PresentationFormat>
  <Paragraphs>307</Paragraphs>
  <Slides>16</Slides>
  <Notes>0</Notes>
  <HiddenSlides>0</HiddenSlides>
  <MMClips>0</MMClips>
  <ScaleCrop>false</ScaleCrop>
  <HeadingPairs>
    <vt:vector size="8" baseType="variant">
      <vt:variant>
        <vt:lpstr>已用的字体</vt:lpstr>
      </vt:variant>
      <vt:variant>
        <vt:i4>7</vt:i4>
      </vt:variant>
      <vt:variant>
        <vt:lpstr>主题</vt:lpstr>
      </vt:variant>
      <vt:variant>
        <vt:i4>3</vt:i4>
      </vt:variant>
      <vt:variant>
        <vt:lpstr>嵌入 OLE 服务器</vt:lpstr>
      </vt:variant>
      <vt:variant>
        <vt:i4>1</vt:i4>
      </vt:variant>
      <vt:variant>
        <vt:lpstr>幻灯片标题</vt:lpstr>
      </vt:variant>
      <vt:variant>
        <vt:i4>16</vt:i4>
      </vt:variant>
    </vt:vector>
  </HeadingPairs>
  <TitlesOfParts>
    <vt:vector size="27" baseType="lpstr">
      <vt:lpstr>Foundry Gridnik Medium</vt:lpstr>
      <vt:lpstr>メイリオ</vt:lpstr>
      <vt:lpstr>等线</vt:lpstr>
      <vt:lpstr>Arial</vt:lpstr>
      <vt:lpstr>Calibri</vt:lpstr>
      <vt:lpstr>Calibri Light</vt:lpstr>
      <vt:lpstr>Wingdings</vt:lpstr>
      <vt:lpstr>Lenovo Master</vt:lpstr>
      <vt:lpstr>1_Lenovo Master</vt:lpstr>
      <vt:lpstr>3_Lenovo Master</vt:lpstr>
      <vt:lpstr>Worksheet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tim</dc:creator>
  <cp:lastModifiedBy>Tim Wei9 Luo</cp:lastModifiedBy>
  <cp:revision>183</cp:revision>
  <dcterms:created xsi:type="dcterms:W3CDTF">2021-02-17T12:56:10Z</dcterms:created>
  <dcterms:modified xsi:type="dcterms:W3CDTF">2024-01-03T06:57:34Z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0x010100441A21ACE0239A448FC1BAE60DE87609</vt:lpwstr>
  </property>
</Properties>
</file>