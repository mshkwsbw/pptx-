
<file path=[Content_Types].xml><?xml version="1.0" encoding="utf-8"?>
<Types xmlns="http://schemas.openxmlformats.org/package/2006/content-types">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ags/tag1.xml" ContentType="application/vnd.openxmlformats-officedocument.presentationml.tags+xml"/>
  <Override PartName="/ppt/tags/tag10.xml" ContentType="application/vnd.openxmlformats-officedocument.presentationml.tags+xml"/>
  <Override PartName="/ppt/tags/tag100.xml" ContentType="application/vnd.openxmlformats-officedocument.presentationml.tags+xml"/>
  <Override PartName="/ppt/tags/tag101.xml" ContentType="application/vnd.openxmlformats-officedocument.presentationml.tags+xml"/>
  <Override PartName="/ppt/tags/tag102.xml" ContentType="application/vnd.openxmlformats-officedocument.presentationml.tags+xml"/>
  <Override PartName="/ppt/tags/tag103.xml" ContentType="application/vnd.openxmlformats-officedocument.presentationml.tags+xml"/>
  <Override PartName="/ppt/tags/tag104.xml" ContentType="application/vnd.openxmlformats-officedocument.presentationml.tags+xml"/>
  <Override PartName="/ppt/tags/tag105.xml" ContentType="application/vnd.openxmlformats-officedocument.presentationml.tags+xml"/>
  <Override PartName="/ppt/tags/tag106.xml" ContentType="application/vnd.openxmlformats-officedocument.presentationml.tags+xml"/>
  <Override PartName="/ppt/tags/tag107.xml" ContentType="application/vnd.openxmlformats-officedocument.presentationml.tags+xml"/>
  <Override PartName="/ppt/tags/tag108.xml" ContentType="application/vnd.openxmlformats-officedocument.presentationml.tags+xml"/>
  <Override PartName="/ppt/tags/tag109.xml" ContentType="application/vnd.openxmlformats-officedocument.presentationml.tags+xml"/>
  <Override PartName="/ppt/tags/tag11.xml" ContentType="application/vnd.openxmlformats-officedocument.presentationml.tags+xml"/>
  <Override PartName="/ppt/tags/tag110.xml" ContentType="application/vnd.openxmlformats-officedocument.presentationml.tags+xml"/>
  <Override PartName="/ppt/tags/tag111.xml" ContentType="application/vnd.openxmlformats-officedocument.presentationml.tags+xml"/>
  <Override PartName="/ppt/tags/tag112.xml" ContentType="application/vnd.openxmlformats-officedocument.presentationml.tags+xml"/>
  <Override PartName="/ppt/tags/tag113.xml" ContentType="application/vnd.openxmlformats-officedocument.presentationml.tags+xml"/>
  <Override PartName="/ppt/tags/tag114.xml" ContentType="application/vnd.openxmlformats-officedocument.presentationml.tags+xml"/>
  <Override PartName="/ppt/tags/tag115.xml" ContentType="application/vnd.openxmlformats-officedocument.presentationml.tags+xml"/>
  <Override PartName="/ppt/tags/tag116.xml" ContentType="application/vnd.openxmlformats-officedocument.presentationml.tags+xml"/>
  <Override PartName="/ppt/tags/tag12.xml" ContentType="application/vnd.openxmlformats-officedocument.presentationml.tags+xml"/>
  <Override PartName="/ppt/tags/tag13.xml" ContentType="application/vnd.openxmlformats-officedocument.presentationml.tags+xml"/>
  <Override PartName="/ppt/tags/tag14.xml" ContentType="application/vnd.openxmlformats-officedocument.presentationml.tags+xml"/>
  <Override PartName="/ppt/tags/tag15.xml" ContentType="application/vnd.openxmlformats-officedocument.presentationml.tags+xml"/>
  <Override PartName="/ppt/tags/tag16.xml" ContentType="application/vnd.openxmlformats-officedocument.presentationml.tags+xml"/>
  <Override PartName="/ppt/tags/tag17.xml" ContentType="application/vnd.openxmlformats-officedocument.presentationml.tags+xml"/>
  <Override PartName="/ppt/tags/tag18.xml" ContentType="application/vnd.openxmlformats-officedocument.presentationml.tags+xml"/>
  <Override PartName="/ppt/tags/tag19.xml" ContentType="application/vnd.openxmlformats-officedocument.presentationml.tags+xml"/>
  <Override PartName="/ppt/tags/tag2.xml" ContentType="application/vnd.openxmlformats-officedocument.presentationml.tags+xml"/>
  <Override PartName="/ppt/tags/tag20.xml" ContentType="application/vnd.openxmlformats-officedocument.presentationml.tags+xml"/>
  <Override PartName="/ppt/tags/tag21.xml" ContentType="application/vnd.openxmlformats-officedocument.presentationml.tags+xml"/>
  <Override PartName="/ppt/tags/tag22.xml" ContentType="application/vnd.openxmlformats-officedocument.presentationml.tags+xml"/>
  <Override PartName="/ppt/tags/tag23.xml" ContentType="application/vnd.openxmlformats-officedocument.presentationml.tags+xml"/>
  <Override PartName="/ppt/tags/tag24.xml" ContentType="application/vnd.openxmlformats-officedocument.presentationml.tags+xml"/>
  <Override PartName="/ppt/tags/tag25.xml" ContentType="application/vnd.openxmlformats-officedocument.presentationml.tags+xml"/>
  <Override PartName="/ppt/tags/tag26.xml" ContentType="application/vnd.openxmlformats-officedocument.presentationml.tags+xml"/>
  <Override PartName="/ppt/tags/tag27.xml" ContentType="application/vnd.openxmlformats-officedocument.presentationml.tags+xml"/>
  <Override PartName="/ppt/tags/tag28.xml" ContentType="application/vnd.openxmlformats-officedocument.presentationml.tags+xml"/>
  <Override PartName="/ppt/tags/tag29.xml" ContentType="application/vnd.openxmlformats-officedocument.presentationml.tags+xml"/>
  <Override PartName="/ppt/tags/tag3.xml" ContentType="application/vnd.openxmlformats-officedocument.presentationml.tags+xml"/>
  <Override PartName="/ppt/tags/tag30.xml" ContentType="application/vnd.openxmlformats-officedocument.presentationml.tags+xml"/>
  <Override PartName="/ppt/tags/tag31.xml" ContentType="application/vnd.openxmlformats-officedocument.presentationml.tags+xml"/>
  <Override PartName="/ppt/tags/tag32.xml" ContentType="application/vnd.openxmlformats-officedocument.presentationml.tags+xml"/>
  <Override PartName="/ppt/tags/tag33.xml" ContentType="application/vnd.openxmlformats-officedocument.presentationml.tags+xml"/>
  <Override PartName="/ppt/tags/tag34.xml" ContentType="application/vnd.openxmlformats-officedocument.presentationml.tags+xml"/>
  <Override PartName="/ppt/tags/tag35.xml" ContentType="application/vnd.openxmlformats-officedocument.presentationml.tags+xml"/>
  <Override PartName="/ppt/tags/tag36.xml" ContentType="application/vnd.openxmlformats-officedocument.presentationml.tags+xml"/>
  <Override PartName="/ppt/tags/tag37.xml" ContentType="application/vnd.openxmlformats-officedocument.presentationml.tags+xml"/>
  <Override PartName="/ppt/tags/tag38.xml" ContentType="application/vnd.openxmlformats-officedocument.presentationml.tags+xml"/>
  <Override PartName="/ppt/tags/tag39.xml" ContentType="application/vnd.openxmlformats-officedocument.presentationml.tags+xml"/>
  <Override PartName="/ppt/tags/tag4.xml" ContentType="application/vnd.openxmlformats-officedocument.presentationml.tags+xml"/>
  <Override PartName="/ppt/tags/tag40.xml" ContentType="application/vnd.openxmlformats-officedocument.presentationml.tags+xml"/>
  <Override PartName="/ppt/tags/tag41.xml" ContentType="application/vnd.openxmlformats-officedocument.presentationml.tags+xml"/>
  <Override PartName="/ppt/tags/tag42.xml" ContentType="application/vnd.openxmlformats-officedocument.presentationml.tags+xml"/>
  <Override PartName="/ppt/tags/tag43.xml" ContentType="application/vnd.openxmlformats-officedocument.presentationml.tags+xml"/>
  <Override PartName="/ppt/tags/tag44.xml" ContentType="application/vnd.openxmlformats-officedocument.presentationml.tags+xml"/>
  <Override PartName="/ppt/tags/tag45.xml" ContentType="application/vnd.openxmlformats-officedocument.presentationml.tags+xml"/>
  <Override PartName="/ppt/tags/tag46.xml" ContentType="application/vnd.openxmlformats-officedocument.presentationml.tags+xml"/>
  <Override PartName="/ppt/tags/tag47.xml" ContentType="application/vnd.openxmlformats-officedocument.presentationml.tags+xml"/>
  <Override PartName="/ppt/tags/tag48.xml" ContentType="application/vnd.openxmlformats-officedocument.presentationml.tags+xml"/>
  <Override PartName="/ppt/tags/tag49.xml" ContentType="application/vnd.openxmlformats-officedocument.presentationml.tags+xml"/>
  <Override PartName="/ppt/tags/tag5.xml" ContentType="application/vnd.openxmlformats-officedocument.presentationml.tags+xml"/>
  <Override PartName="/ppt/tags/tag50.xml" ContentType="application/vnd.openxmlformats-officedocument.presentationml.tags+xml"/>
  <Override PartName="/ppt/tags/tag51.xml" ContentType="application/vnd.openxmlformats-officedocument.presentationml.tags+xml"/>
  <Override PartName="/ppt/tags/tag52.xml" ContentType="application/vnd.openxmlformats-officedocument.presentationml.tags+xml"/>
  <Override PartName="/ppt/tags/tag53.xml" ContentType="application/vnd.openxmlformats-officedocument.presentationml.tags+xml"/>
  <Override PartName="/ppt/tags/tag54.xml" ContentType="application/vnd.openxmlformats-officedocument.presentationml.tags+xml"/>
  <Override PartName="/ppt/tags/tag55.xml" ContentType="application/vnd.openxmlformats-officedocument.presentationml.tags+xml"/>
  <Override PartName="/ppt/tags/tag56.xml" ContentType="application/vnd.openxmlformats-officedocument.presentationml.tags+xml"/>
  <Override PartName="/ppt/tags/tag57.xml" ContentType="application/vnd.openxmlformats-officedocument.presentationml.tags+xml"/>
  <Override PartName="/ppt/tags/tag58.xml" ContentType="application/vnd.openxmlformats-officedocument.presentationml.tags+xml"/>
  <Override PartName="/ppt/tags/tag59.xml" ContentType="application/vnd.openxmlformats-officedocument.presentationml.tags+xml"/>
  <Override PartName="/ppt/tags/tag6.xml" ContentType="application/vnd.openxmlformats-officedocument.presentationml.tags+xml"/>
  <Override PartName="/ppt/tags/tag60.xml" ContentType="application/vnd.openxmlformats-officedocument.presentationml.tags+xml"/>
  <Override PartName="/ppt/tags/tag61.xml" ContentType="application/vnd.openxmlformats-officedocument.presentationml.tags+xml"/>
  <Override PartName="/ppt/tags/tag62.xml" ContentType="application/vnd.openxmlformats-officedocument.presentationml.tags+xml"/>
  <Override PartName="/ppt/tags/tag63.xml" ContentType="application/vnd.openxmlformats-officedocument.presentationml.tags+xml"/>
  <Override PartName="/ppt/tags/tag64.xml" ContentType="application/vnd.openxmlformats-officedocument.presentationml.tags+xml"/>
  <Override PartName="/ppt/tags/tag65.xml" ContentType="application/vnd.openxmlformats-officedocument.presentationml.tags+xml"/>
  <Override PartName="/ppt/tags/tag66.xml" ContentType="application/vnd.openxmlformats-officedocument.presentationml.tags+xml"/>
  <Override PartName="/ppt/tags/tag67.xml" ContentType="application/vnd.openxmlformats-officedocument.presentationml.tags+xml"/>
  <Override PartName="/ppt/tags/tag68.xml" ContentType="application/vnd.openxmlformats-officedocument.presentationml.tags+xml"/>
  <Override PartName="/ppt/tags/tag69.xml" ContentType="application/vnd.openxmlformats-officedocument.presentationml.tags+xml"/>
  <Override PartName="/ppt/tags/tag7.xml" ContentType="application/vnd.openxmlformats-officedocument.presentationml.tags+xml"/>
  <Override PartName="/ppt/tags/tag70.xml" ContentType="application/vnd.openxmlformats-officedocument.presentationml.tags+xml"/>
  <Override PartName="/ppt/tags/tag71.xml" ContentType="application/vnd.openxmlformats-officedocument.presentationml.tags+xml"/>
  <Override PartName="/ppt/tags/tag72.xml" ContentType="application/vnd.openxmlformats-officedocument.presentationml.tags+xml"/>
  <Override PartName="/ppt/tags/tag73.xml" ContentType="application/vnd.openxmlformats-officedocument.presentationml.tags+xml"/>
  <Override PartName="/ppt/tags/tag74.xml" ContentType="application/vnd.openxmlformats-officedocument.presentationml.tags+xml"/>
  <Override PartName="/ppt/tags/tag75.xml" ContentType="application/vnd.openxmlformats-officedocument.presentationml.tags+xml"/>
  <Override PartName="/ppt/tags/tag76.xml" ContentType="application/vnd.openxmlformats-officedocument.presentationml.tags+xml"/>
  <Override PartName="/ppt/tags/tag77.xml" ContentType="application/vnd.openxmlformats-officedocument.presentationml.tags+xml"/>
  <Override PartName="/ppt/tags/tag78.xml" ContentType="application/vnd.openxmlformats-officedocument.presentationml.tags+xml"/>
  <Override PartName="/ppt/tags/tag79.xml" ContentType="application/vnd.openxmlformats-officedocument.presentationml.tags+xml"/>
  <Override PartName="/ppt/tags/tag8.xml" ContentType="application/vnd.openxmlformats-officedocument.presentationml.tags+xml"/>
  <Override PartName="/ppt/tags/tag80.xml" ContentType="application/vnd.openxmlformats-officedocument.presentationml.tags+xml"/>
  <Override PartName="/ppt/tags/tag81.xml" ContentType="application/vnd.openxmlformats-officedocument.presentationml.tags+xml"/>
  <Override PartName="/ppt/tags/tag82.xml" ContentType="application/vnd.openxmlformats-officedocument.presentationml.tags+xml"/>
  <Override PartName="/ppt/tags/tag83.xml" ContentType="application/vnd.openxmlformats-officedocument.presentationml.tags+xml"/>
  <Override PartName="/ppt/tags/tag84.xml" ContentType="application/vnd.openxmlformats-officedocument.presentationml.tags+xml"/>
  <Override PartName="/ppt/tags/tag85.xml" ContentType="application/vnd.openxmlformats-officedocument.presentationml.tags+xml"/>
  <Override PartName="/ppt/tags/tag86.xml" ContentType="application/vnd.openxmlformats-officedocument.presentationml.tags+xml"/>
  <Override PartName="/ppt/tags/tag87.xml" ContentType="application/vnd.openxmlformats-officedocument.presentationml.tags+xml"/>
  <Override PartName="/ppt/tags/tag88.xml" ContentType="application/vnd.openxmlformats-officedocument.presentationml.tags+xml"/>
  <Override PartName="/ppt/tags/tag89.xml" ContentType="application/vnd.openxmlformats-officedocument.presentationml.tags+xml"/>
  <Override PartName="/ppt/tags/tag9.xml" ContentType="application/vnd.openxmlformats-officedocument.presentationml.tags+xml"/>
  <Override PartName="/ppt/tags/tag90.xml" ContentType="application/vnd.openxmlformats-officedocument.presentationml.tags+xml"/>
  <Override PartName="/ppt/tags/tag91.xml" ContentType="application/vnd.openxmlformats-officedocument.presentationml.tags+xml"/>
  <Override PartName="/ppt/tags/tag92.xml" ContentType="application/vnd.openxmlformats-officedocument.presentationml.tags+xml"/>
  <Override PartName="/ppt/tags/tag93.xml" ContentType="application/vnd.openxmlformats-officedocument.presentationml.tags+xml"/>
  <Override PartName="/ppt/tags/tag94.xml" ContentType="application/vnd.openxmlformats-officedocument.presentationml.tags+xml"/>
  <Override PartName="/ppt/tags/tag95.xml" ContentType="application/vnd.openxmlformats-officedocument.presentationml.tags+xml"/>
  <Override PartName="/ppt/tags/tag96.xml" ContentType="application/vnd.openxmlformats-officedocument.presentationml.tags+xml"/>
  <Override PartName="/ppt/tags/tag97.xml" ContentType="application/vnd.openxmlformats-officedocument.presentationml.tags+xml"/>
  <Override PartName="/ppt/tags/tag98.xml" ContentType="application/vnd.openxmlformats-officedocument.presentationml.tags+xml"/>
  <Override PartName="/ppt/tags/tag99.xml" ContentType="application/vnd.openxmlformats-officedocument.presentationml.tag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8"/>
  </p:notesMasterIdLst>
  <p:sldIdLst>
    <p:sldId id="256" r:id="rId3"/>
    <p:sldId id="262" r:id="rId4"/>
    <p:sldId id="257" r:id="rId5"/>
    <p:sldId id="259" r:id="rId6"/>
    <p:sldId id="260" r:id="rId7"/>
    <p:sldId id="261" r:id="rId8"/>
    <p:sldId id="277" r:id="rId9"/>
    <p:sldId id="278" r:id="rId10"/>
    <p:sldId id="263" r:id="rId11"/>
    <p:sldId id="264" r:id="rId12"/>
    <p:sldId id="265" r:id="rId13"/>
    <p:sldId id="258" r:id="rId14"/>
    <p:sldId id="266" r:id="rId15"/>
    <p:sldId id="272" r:id="rId16"/>
    <p:sldId id="276" r:id="rId17"/>
    <p:sldId id="270" r:id="rId19"/>
    <p:sldId id="271" r:id="rId20"/>
    <p:sldId id="279" r:id="rId21"/>
    <p:sldId id="273" r:id="rId22"/>
    <p:sldId id="269" r:id="rId23"/>
  </p:sldIdLst>
  <p:sldSz cx="12192000" cy="6858000"/>
  <p:notesSz cx="6858000" cy="9144000"/>
  <p:defaultText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33" userDrawn="1">
          <p15:clr>
            <a:srgbClr val="A4A3A4"/>
          </p15:clr>
        </p15:guide>
        <p15:guide id="2" pos="3838"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FFFFFF"/>
    <a:srgbClr val="DCDCDC"/>
    <a:srgbClr val="F0F0F0"/>
    <a:srgbClr val="E6E6E6"/>
    <a:srgbClr val="C8C8C8"/>
    <a:srgbClr val="FAFAFA"/>
    <a:srgbClr val="BEBEBE"/>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778" autoAdjust="0"/>
    <p:restoredTop sz="94660"/>
  </p:normalViewPr>
  <p:slideViewPr>
    <p:cSldViewPr snapToGrid="0" showGuides="1">
      <p:cViewPr varScale="1">
        <p:scale>
          <a:sx n="99" d="100"/>
          <a:sy n="99" d="100"/>
        </p:scale>
        <p:origin x="84" y="582"/>
      </p:cViewPr>
      <p:guideLst>
        <p:guide orient="horz" pos="2133"/>
        <p:guide pos="3838"/>
      </p:guideLst>
    </p:cSldViewPr>
  </p:slideViewPr>
  <p:notesTextViewPr>
    <p:cViewPr>
      <p:scale>
        <a:sx n="3" d="2"/>
        <a:sy n="3" d="2"/>
      </p:scale>
      <p:origin x="0" y="0"/>
    </p:cViewPr>
  </p:notesTextViewPr>
  <p:notesViewPr>
    <p:cSldViewPr snapToGrid="0">
      <p:cViewPr varScale="1">
        <p:scale>
          <a:sx n="92" d="100"/>
          <a:sy n="92" d="100"/>
        </p:scale>
        <p:origin x="2550" y="102"/>
      </p:cViewPr>
      <p:guideLst/>
    </p:cSldViewPr>
  </p:notesViewPr>
  <p:gridSpacing cx="72008" cy="72008"/>
</p:viewPr>
</file>

<file path=ppt/_rels/presentation.xml.rels><?xml version="1.0" encoding="UTF-8" standalone="yes"?>
<Relationships xmlns="http://schemas.openxmlformats.org/package/2006/relationships"><Relationship Id="rId9" Type="http://schemas.openxmlformats.org/officeDocument/2006/relationships/slide" Target="slides/slide7.xml"/><Relationship Id="rId8" Type="http://schemas.openxmlformats.org/officeDocument/2006/relationships/slide" Target="slides/slide6.xml"/><Relationship Id="rId7" Type="http://schemas.openxmlformats.org/officeDocument/2006/relationships/slide" Target="slides/slide5.xml"/><Relationship Id="rId6" Type="http://schemas.openxmlformats.org/officeDocument/2006/relationships/slide" Target="slides/slide4.xml"/><Relationship Id="rId5" Type="http://schemas.openxmlformats.org/officeDocument/2006/relationships/slide" Target="slides/slide3.xml"/><Relationship Id="rId4" Type="http://schemas.openxmlformats.org/officeDocument/2006/relationships/slide" Target="slides/slide2.xml"/><Relationship Id="rId3" Type="http://schemas.openxmlformats.org/officeDocument/2006/relationships/slide" Target="slides/slide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notesMaster" Target="notesMasters/notesMaster1.xml"/><Relationship Id="rId17" Type="http://schemas.openxmlformats.org/officeDocument/2006/relationships/slide" Target="slides/slide15.xml"/><Relationship Id="rId16" Type="http://schemas.openxmlformats.org/officeDocument/2006/relationships/slide" Target="slides/slide14.xml"/><Relationship Id="rId15" Type="http://schemas.openxmlformats.org/officeDocument/2006/relationships/slide" Target="slides/slide13.xml"/><Relationship Id="rId14" Type="http://schemas.openxmlformats.org/officeDocument/2006/relationships/slide" Target="slides/slide12.xml"/><Relationship Id="rId13" Type="http://schemas.openxmlformats.org/officeDocument/2006/relationships/slide" Target="slides/slide11.xml"/><Relationship Id="rId12" Type="http://schemas.openxmlformats.org/officeDocument/2006/relationships/slide" Target="slides/slide10.xml"/><Relationship Id="rId11" Type="http://schemas.openxmlformats.org/officeDocument/2006/relationships/slide" Target="slides/slide9.xml"/><Relationship Id="rId10" Type="http://schemas.openxmlformats.org/officeDocument/2006/relationships/slide" Target="slides/slide8.xml"/><Relationship Id="rId1" Type="http://schemas.openxmlformats.org/officeDocument/2006/relationships/slideMaster" Target="slideMasters/slideMaster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页眉占位符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zh-CN" altLang="en-US"/>
          </a:p>
        </p:txBody>
      </p:sp>
      <p:sp>
        <p:nvSpPr>
          <p:cNvPr id="3" name="日期占位符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D2A48B96-639E-45A3-A0BA-2464DFDB1FAA}" type="datetimeFigureOut">
              <a:rPr lang="zh-CN" altLang="en-US" smtClean="0"/>
            </a:fld>
            <a:endParaRPr lang="zh-CN" altLang="en-US"/>
          </a:p>
        </p:txBody>
      </p:sp>
      <p:sp>
        <p:nvSpPr>
          <p:cNvPr id="4" name="幻灯片图像占位符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zh-CN" altLang="en-US"/>
          </a:p>
        </p:txBody>
      </p:sp>
      <p:sp>
        <p:nvSpPr>
          <p:cNvPr id="5" name="备注占位符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6" name="页脚占位符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zh-CN" altLang="en-US"/>
          </a:p>
        </p:txBody>
      </p:sp>
      <p:sp>
        <p:nvSpPr>
          <p:cNvPr id="7" name="灯片编号占位符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6837353-30EB-4A48-80EB-173D804AEFBD}" type="slidenum">
              <a:rPr lang="zh-CN" altLang="en-US" smtClean="0"/>
            </a:fld>
            <a:endParaRPr lang="zh-CN" alt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a:p>
        </p:txBody>
      </p:sp>
      <p:sp>
        <p:nvSpPr>
          <p:cNvPr id="4" name="灯片编号占位符 3"/>
          <p:cNvSpPr>
            <a:spLocks noGrp="1"/>
          </p:cNvSpPr>
          <p:nvPr>
            <p:ph type="sldNum" sz="quarter" idx="5"/>
          </p:nvPr>
        </p:nvSpPr>
        <p:spPr/>
        <p:txBody>
          <a:bodyPr/>
          <a:lstStyle/>
          <a:p>
            <a:fld id="{2F01B088-4959-4BDA-A2D1-734C193972F1}" type="slidenum">
              <a:rPr lang="zh-CN" altLang="en-US" smtClean="0"/>
            </a:fld>
            <a:endParaRPr lang="zh-CN" altLang="en-US"/>
          </a:p>
        </p:txBody>
      </p:sp>
    </p:spTree>
  </p:cSld>
  <p:clrMapOvr>
    <a:masterClrMapping/>
  </p:clrMapOvr>
</p:notes>
</file>

<file path=ppt/slideLayouts/_rels/slideLayout1.xml.rels><?xml version="1.0" encoding="UTF-8" standalone="yes"?>
<Relationships xmlns="http://schemas.openxmlformats.org/package/2006/relationships"><Relationship Id="rId6" Type="http://schemas.openxmlformats.org/officeDocument/2006/relationships/tags" Target="../tags/tag5.xml"/><Relationship Id="rId5" Type="http://schemas.openxmlformats.org/officeDocument/2006/relationships/tags" Target="../tags/tag4.xml"/><Relationship Id="rId4" Type="http://schemas.openxmlformats.org/officeDocument/2006/relationships/tags" Target="../tags/tag3.xml"/><Relationship Id="rId3" Type="http://schemas.openxmlformats.org/officeDocument/2006/relationships/tags" Target="../tags/tag2.xml"/><Relationship Id="rId2" Type="http://schemas.openxmlformats.org/officeDocument/2006/relationships/tags" Target="../tags/tag1.xml"/><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6" Type="http://schemas.openxmlformats.org/officeDocument/2006/relationships/tags" Target="../tags/tag10.xml"/><Relationship Id="rId5" Type="http://schemas.openxmlformats.org/officeDocument/2006/relationships/tags" Target="../tags/tag9.xml"/><Relationship Id="rId4" Type="http://schemas.openxmlformats.org/officeDocument/2006/relationships/tags" Target="../tags/tag8.xml"/><Relationship Id="rId3" Type="http://schemas.openxmlformats.org/officeDocument/2006/relationships/tags" Target="../tags/tag7.xml"/><Relationship Id="rId2" Type="http://schemas.openxmlformats.org/officeDocument/2006/relationships/tags" Target="../tags/tag6.xml"/><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6" Type="http://schemas.openxmlformats.org/officeDocument/2006/relationships/tags" Target="../tags/tag15.xml"/><Relationship Id="rId5" Type="http://schemas.openxmlformats.org/officeDocument/2006/relationships/tags" Target="../tags/tag14.xml"/><Relationship Id="rId4" Type="http://schemas.openxmlformats.org/officeDocument/2006/relationships/tags" Target="../tags/tag13.xml"/><Relationship Id="rId3" Type="http://schemas.openxmlformats.org/officeDocument/2006/relationships/tags" Target="../tags/tag12.xml"/><Relationship Id="rId2" Type="http://schemas.openxmlformats.org/officeDocument/2006/relationships/tags" Target="../tags/tag11.xml"/><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7" Type="http://schemas.openxmlformats.org/officeDocument/2006/relationships/tags" Target="../tags/tag21.xml"/><Relationship Id="rId6" Type="http://schemas.openxmlformats.org/officeDocument/2006/relationships/tags" Target="../tags/tag20.xml"/><Relationship Id="rId5" Type="http://schemas.openxmlformats.org/officeDocument/2006/relationships/tags" Target="../tags/tag19.xml"/><Relationship Id="rId4" Type="http://schemas.openxmlformats.org/officeDocument/2006/relationships/tags" Target="../tags/tag18.xml"/><Relationship Id="rId3" Type="http://schemas.openxmlformats.org/officeDocument/2006/relationships/tags" Target="../tags/tag17.xml"/><Relationship Id="rId2" Type="http://schemas.openxmlformats.org/officeDocument/2006/relationships/tags" Target="../tags/tag16.xml"/><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9" Type="http://schemas.openxmlformats.org/officeDocument/2006/relationships/tags" Target="../tags/tag29.xml"/><Relationship Id="rId8" Type="http://schemas.openxmlformats.org/officeDocument/2006/relationships/tags" Target="../tags/tag28.xml"/><Relationship Id="rId7" Type="http://schemas.openxmlformats.org/officeDocument/2006/relationships/tags" Target="../tags/tag27.xml"/><Relationship Id="rId6" Type="http://schemas.openxmlformats.org/officeDocument/2006/relationships/tags" Target="../tags/tag26.xml"/><Relationship Id="rId5" Type="http://schemas.openxmlformats.org/officeDocument/2006/relationships/tags" Target="../tags/tag25.xml"/><Relationship Id="rId4" Type="http://schemas.openxmlformats.org/officeDocument/2006/relationships/tags" Target="../tags/tag24.xml"/><Relationship Id="rId3" Type="http://schemas.openxmlformats.org/officeDocument/2006/relationships/tags" Target="../tags/tag23.xml"/><Relationship Id="rId2" Type="http://schemas.openxmlformats.org/officeDocument/2006/relationships/tags" Target="../tags/tag22.xml"/><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5" Type="http://schemas.openxmlformats.org/officeDocument/2006/relationships/tags" Target="../tags/tag33.xml"/><Relationship Id="rId4" Type="http://schemas.openxmlformats.org/officeDocument/2006/relationships/tags" Target="../tags/tag32.xml"/><Relationship Id="rId3" Type="http://schemas.openxmlformats.org/officeDocument/2006/relationships/tags" Target="../tags/tag31.xml"/><Relationship Id="rId2" Type="http://schemas.openxmlformats.org/officeDocument/2006/relationships/tags" Target="../tags/tag30.xml"/><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4" Type="http://schemas.openxmlformats.org/officeDocument/2006/relationships/tags" Target="../tags/tag36.xml"/><Relationship Id="rId3" Type="http://schemas.openxmlformats.org/officeDocument/2006/relationships/tags" Target="../tags/tag35.xml"/><Relationship Id="rId2" Type="http://schemas.openxmlformats.org/officeDocument/2006/relationships/tags" Target="../tags/tag34.xml"/><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7" Type="http://schemas.openxmlformats.org/officeDocument/2006/relationships/tags" Target="../tags/tag42.xml"/><Relationship Id="rId6" Type="http://schemas.openxmlformats.org/officeDocument/2006/relationships/tags" Target="../tags/tag41.xml"/><Relationship Id="rId5" Type="http://schemas.openxmlformats.org/officeDocument/2006/relationships/tags" Target="../tags/tag40.xml"/><Relationship Id="rId4" Type="http://schemas.openxmlformats.org/officeDocument/2006/relationships/tags" Target="../tags/tag39.xml"/><Relationship Id="rId3" Type="http://schemas.openxmlformats.org/officeDocument/2006/relationships/tags" Target="../tags/tag38.xml"/><Relationship Id="rId2" Type="http://schemas.openxmlformats.org/officeDocument/2006/relationships/tags" Target="../tags/tag37.xml"/><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6" Type="http://schemas.openxmlformats.org/officeDocument/2006/relationships/tags" Target="../tags/tag47.xml"/><Relationship Id="rId5" Type="http://schemas.openxmlformats.org/officeDocument/2006/relationships/tags" Target="../tags/tag46.xml"/><Relationship Id="rId4" Type="http://schemas.openxmlformats.org/officeDocument/2006/relationships/tags" Target="../tags/tag45.xml"/><Relationship Id="rId3" Type="http://schemas.openxmlformats.org/officeDocument/2006/relationships/tags" Target="../tags/tag44.xml"/><Relationship Id="rId2" Type="http://schemas.openxmlformats.org/officeDocument/2006/relationships/tags" Target="../tags/tag43.xml"/><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5" Type="http://schemas.openxmlformats.org/officeDocument/2006/relationships/tags" Target="../tags/tag51.xml"/><Relationship Id="rId4" Type="http://schemas.openxmlformats.org/officeDocument/2006/relationships/tags" Target="../tags/tag50.xml"/><Relationship Id="rId3" Type="http://schemas.openxmlformats.org/officeDocument/2006/relationships/tags" Target="../tags/tag49.xml"/><Relationship Id="rId2" Type="http://schemas.openxmlformats.org/officeDocument/2006/relationships/tags" Target="../tags/tag48.xml"/><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6" Type="http://schemas.openxmlformats.org/officeDocument/2006/relationships/tags" Target="../tags/tag56.xml"/><Relationship Id="rId5" Type="http://schemas.openxmlformats.org/officeDocument/2006/relationships/tags" Target="../tags/tag55.xml"/><Relationship Id="rId4" Type="http://schemas.openxmlformats.org/officeDocument/2006/relationships/tags" Target="../tags/tag54.xml"/><Relationship Id="rId3" Type="http://schemas.openxmlformats.org/officeDocument/2006/relationships/tags" Target="../tags/tag53.xml"/><Relationship Id="rId2" Type="http://schemas.openxmlformats.org/officeDocument/2006/relationships/tags" Target="../tags/tag52.xml"/><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sp>
        <p:nvSpPr>
          <p:cNvPr id="2" name="标题 1"/>
          <p:cNvSpPr>
            <a:spLocks noGrp="1"/>
          </p:cNvSpPr>
          <p:nvPr>
            <p:ph type="ctrTitle"/>
            <p:custDataLst>
              <p:tags r:id="rId2"/>
            </p:custDataLst>
          </p:nvPr>
        </p:nvSpPr>
        <p:spPr>
          <a:xfrm>
            <a:off x="1198800" y="914400"/>
            <a:ext cx="9799200" cy="2570400"/>
          </a:xfrm>
        </p:spPr>
        <p:txBody>
          <a:bodyPr lIns="90000" tIns="46800" rIns="90000" bIns="46800" anchor="b" anchorCtr="0">
            <a:normAutofit/>
          </a:bodyPr>
          <a:lstStyle>
            <a:lvl1pPr algn="ctr">
              <a:defRPr sz="6000"/>
            </a:lvl1pPr>
          </a:lstStyle>
          <a:p>
            <a:r>
              <a:rPr lang="zh-CN" altLang="en-US" dirty="0"/>
              <a:t>单击此处编辑母版标题样式</a:t>
            </a:r>
            <a:endParaRPr lang="zh-CN" altLang="en-US" dirty="0"/>
          </a:p>
        </p:txBody>
      </p:sp>
      <p:sp>
        <p:nvSpPr>
          <p:cNvPr id="3" name="副标题 2"/>
          <p:cNvSpPr>
            <a:spLocks noGrp="1"/>
          </p:cNvSpPr>
          <p:nvPr>
            <p:ph type="subTitle" idx="1"/>
            <p:custDataLst>
              <p:tags r:id="rId3"/>
            </p:custDataLst>
          </p:nvPr>
        </p:nvSpPr>
        <p:spPr>
          <a:xfrm>
            <a:off x="1198800" y="3560400"/>
            <a:ext cx="9799200" cy="1472400"/>
          </a:xfrm>
        </p:spPr>
        <p:txBody>
          <a:bodyPr lIns="90000" tIns="46800" rIns="90000" bIns="46800">
            <a:normAutofit/>
          </a:bodyPr>
          <a:lstStyle>
            <a:lvl1pPr marL="0" indent="0" algn="ctr">
              <a:lnSpc>
                <a:spcPct val="110000"/>
              </a:lnSpc>
              <a:buNone/>
              <a:defRPr sz="2400" spc="2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zh-CN" altLang="en-US" dirty="0"/>
              <a:t>单击此处编辑母版副标题样式</a:t>
            </a:r>
            <a:endParaRPr lang="zh-CN" altLang="en-US" dirty="0"/>
          </a:p>
        </p:txBody>
      </p:sp>
      <p:sp>
        <p:nvSpPr>
          <p:cNvPr id="16" name="日期占位符 15"/>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17" name="页脚占位符 16"/>
          <p:cNvSpPr>
            <a:spLocks noGrp="1"/>
          </p:cNvSpPr>
          <p:nvPr>
            <p:ph type="ftr" sz="quarter" idx="11"/>
            <p:custDataLst>
              <p:tags r:id="rId5"/>
            </p:custDataLst>
          </p:nvPr>
        </p:nvSpPr>
        <p:spPr/>
        <p:txBody>
          <a:bodyPr/>
          <a:lstStyle/>
          <a:p>
            <a:endParaRPr lang="zh-CN" altLang="en-US" dirty="0"/>
          </a:p>
        </p:txBody>
      </p:sp>
      <p:sp>
        <p:nvSpPr>
          <p:cNvPr id="18" name="灯片编号占位符 17"/>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dirty="0"/>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idx="1"/>
            <p:custDataLst>
              <p:tags r:id="rId3"/>
            </p:custDataLst>
          </p:nvPr>
        </p:nvSpPr>
        <p:spPr>
          <a:xfrm>
            <a:off x="608400" y="1490400"/>
            <a:ext cx="10969200" cy="47592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hasCustomPrompt="1"/>
            <p:custDataLst>
              <p:tags r:id="rId2"/>
            </p:custDataLst>
          </p:nvPr>
        </p:nvSpPr>
        <p:spPr>
          <a:xfrm>
            <a:off x="1990800" y="3848400"/>
            <a:ext cx="7768800" cy="766800"/>
          </a:xfrm>
        </p:spPr>
        <p:txBody>
          <a:bodyPr lIns="90000" tIns="46800" rIns="90000" bIns="46800" anchor="b" anchorCtr="0">
            <a:normAutofit/>
          </a:bodyPr>
          <a:lstStyle>
            <a:lvl1pPr>
              <a:defRPr sz="4400"/>
            </a:lvl1pPr>
          </a:lstStyle>
          <a:p>
            <a:r>
              <a:rPr lang="zh-CN" altLang="en-US" dirty="0"/>
              <a:t>单击此处编辑标题</a:t>
            </a:r>
            <a:endParaRPr lang="zh-CN" altLang="en-US" dirty="0"/>
          </a:p>
        </p:txBody>
      </p:sp>
      <p:sp>
        <p:nvSpPr>
          <p:cNvPr id="3" name="文本占位符 2"/>
          <p:cNvSpPr>
            <a:spLocks noGrp="1"/>
          </p:cNvSpPr>
          <p:nvPr>
            <p:ph type="body" idx="1" hasCustomPrompt="1"/>
            <p:custDataLst>
              <p:tags r:id="rId3"/>
            </p:custDataLst>
          </p:nvPr>
        </p:nvSpPr>
        <p:spPr>
          <a:xfrm>
            <a:off x="1990800" y="4615200"/>
            <a:ext cx="7768800" cy="867600"/>
          </a:xfrm>
        </p:spPr>
        <p:txBody>
          <a:bodyPr lIns="90000" tIns="46800" rIns="90000" bIns="46800">
            <a:normAutofit/>
          </a:bodyPr>
          <a:lstStyle>
            <a:lvl1pPr marL="0" indent="0">
              <a:buNone/>
              <a:defRPr sz="1800">
                <a:solidFill>
                  <a:schemeClr val="tx1">
                    <a:lumMod val="65000"/>
                    <a:lumOff val="35000"/>
                  </a:schemeClr>
                </a:solidFill>
              </a:defRPr>
            </a:lvl1pPr>
            <a:lvl2pPr marL="457200" indent="0">
              <a:buNone/>
              <a:defRPr sz="1600">
                <a:solidFill>
                  <a:schemeClr val="tx1">
                    <a:tint val="75000"/>
                  </a:schemeClr>
                </a:solidFill>
              </a:defRPr>
            </a:lvl2pPr>
            <a:lvl3pPr marL="914400" indent="0">
              <a:buNone/>
              <a:defRPr sz="16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zh-CN" altLang="en-US" dirty="0"/>
              <a:t>单击此处编辑文本</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内容占位符 2"/>
          <p:cNvSpPr>
            <a:spLocks noGrp="1"/>
          </p:cNvSpPr>
          <p:nvPr>
            <p:ph sz="half" idx="1"/>
            <p:custDataLst>
              <p:tags r:id="rId3"/>
            </p:custDataLst>
          </p:nvPr>
        </p:nvSpPr>
        <p:spPr>
          <a:xfrm>
            <a:off x="608400" y="1501200"/>
            <a:ext cx="5176800" cy="4748400"/>
          </a:xfrm>
        </p:spPr>
        <p:txBody>
          <a:bodyPr vert="horz" lIns="90000" tIns="46800" rIns="90000" bIns="4680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4" name="内容占位符 3"/>
          <p:cNvSpPr>
            <a:spLocks noGrp="1"/>
          </p:cNvSpPr>
          <p:nvPr>
            <p:ph sz="half" idx="2"/>
            <p:custDataLst>
              <p:tags r:id="rId4"/>
            </p:custDataLst>
          </p:nvPr>
        </p:nvSpPr>
        <p:spPr>
          <a:xfrm>
            <a:off x="6411600" y="1501200"/>
            <a:ext cx="5176800" cy="4748400"/>
          </a:xfrm>
        </p:spPr>
        <p:txBody>
          <a:bodyPr lIns="90000" tIns="46800" rIns="90000" bIns="4680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5" name="日期占位符 4"/>
          <p:cNvSpPr>
            <a:spLocks noGrp="1"/>
          </p:cNvSpPr>
          <p:nvPr>
            <p:ph type="dt" sz="half" idx="10"/>
            <p:custDataLst>
              <p:tags r:id="rId5"/>
            </p:custDataLst>
          </p:nvPr>
        </p:nvSpPr>
        <p:spPr/>
        <p:txBody>
          <a:bodyPr/>
          <a:lstStyle/>
          <a:p>
            <a:fld id="{760FBDFE-C587-4B4C-A407-44438C67B59E}" type="datetimeFigureOut">
              <a:rPr lang="zh-CN" altLang="en-US" smtClean="0"/>
            </a:fld>
            <a:endParaRPr lang="zh-CN" altLang="en-US"/>
          </a:p>
        </p:txBody>
      </p:sp>
      <p:sp>
        <p:nvSpPr>
          <p:cNvPr id="6" name="页脚占位符 5"/>
          <p:cNvSpPr>
            <a:spLocks noGrp="1"/>
          </p:cNvSpPr>
          <p:nvPr>
            <p:ph type="ftr" sz="quarter" idx="11"/>
            <p:custDataLst>
              <p:tags r:id="rId6"/>
            </p:custDataLst>
          </p:nvPr>
        </p:nvSpPr>
        <p:spPr/>
        <p:txBody>
          <a:bodyPr/>
          <a:lstStyle/>
          <a:p>
            <a:endParaRPr lang="zh-CN" altLang="en-US"/>
          </a:p>
        </p:txBody>
      </p:sp>
      <p:sp>
        <p:nvSpPr>
          <p:cNvPr id="7" name="灯片编号占位符 6"/>
          <p:cNvSpPr>
            <a:spLocks noGrp="1"/>
          </p:cNvSpPr>
          <p:nvPr>
            <p:ph type="sldNum" sz="quarter" idx="12"/>
            <p:custDataLst>
              <p:tags r:id="rId7"/>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文本占位符 2"/>
          <p:cNvSpPr>
            <a:spLocks noGrp="1"/>
          </p:cNvSpPr>
          <p:nvPr>
            <p:ph type="body" idx="1" hasCustomPrompt="1"/>
            <p:custDataLst>
              <p:tags r:id="rId3"/>
            </p:custDataLst>
          </p:nvPr>
        </p:nvSpPr>
        <p:spPr>
          <a:xfrm>
            <a:off x="608400" y="1429200"/>
            <a:ext cx="5342400" cy="381600"/>
          </a:xfrm>
        </p:spPr>
        <p:txBody>
          <a:bodyPr lIns="101600" tIns="38100" rIns="76200" bIns="3810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dirty="0"/>
              <a:t>单击此处编辑文本</a:t>
            </a:r>
            <a:endParaRPr lang="zh-CN" altLang="en-US" dirty="0"/>
          </a:p>
        </p:txBody>
      </p:sp>
      <p:sp>
        <p:nvSpPr>
          <p:cNvPr id="4" name="内容占位符 3"/>
          <p:cNvSpPr>
            <a:spLocks noGrp="1"/>
          </p:cNvSpPr>
          <p:nvPr>
            <p:ph sz="half" idx="2"/>
            <p:custDataLst>
              <p:tags r:id="rId4"/>
            </p:custDataLst>
          </p:nvPr>
        </p:nvSpPr>
        <p:spPr>
          <a:xfrm>
            <a:off x="60840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5" name="文本占位符 4"/>
          <p:cNvSpPr>
            <a:spLocks noGrp="1"/>
          </p:cNvSpPr>
          <p:nvPr>
            <p:ph type="body" sz="quarter" idx="3" hasCustomPrompt="1"/>
            <p:custDataLst>
              <p:tags r:id="rId5"/>
            </p:custDataLst>
          </p:nvPr>
        </p:nvSpPr>
        <p:spPr>
          <a:xfrm>
            <a:off x="6235750" y="1421729"/>
            <a:ext cx="5342400" cy="381600"/>
          </a:xfrm>
        </p:spPr>
        <p:txBody>
          <a:bodyPr vert="horz" lIns="101600" tIns="38100" rIns="76200" bIns="38100" rtlCol="0" anchor="t" anchorCtr="0">
            <a:normAutofit/>
          </a:bodyPr>
          <a:lstStyle>
            <a:lvl1pPr marL="0" indent="0">
              <a:lnSpc>
                <a:spcPct val="100000"/>
              </a:lnSpc>
              <a:buNone/>
              <a:defRPr sz="2000" b="1" spc="200">
                <a:solidFill>
                  <a:schemeClr val="tx1">
                    <a:lumMod val="75000"/>
                    <a:lumOff val="25000"/>
                  </a:schemeClr>
                </a:solidFill>
              </a:defRPr>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smtClean="0"/>
              <a:t>单击此处编辑文本</a:t>
            </a:r>
            <a:endParaRPr lang="zh-CN" altLang="en-US"/>
          </a:p>
        </p:txBody>
      </p:sp>
      <p:sp>
        <p:nvSpPr>
          <p:cNvPr id="6" name="内容占位符 5"/>
          <p:cNvSpPr>
            <a:spLocks noGrp="1"/>
          </p:cNvSpPr>
          <p:nvPr>
            <p:ph sz="quarter" idx="4"/>
            <p:custDataLst>
              <p:tags r:id="rId6"/>
            </p:custDataLst>
          </p:nvPr>
        </p:nvSpPr>
        <p:spPr>
          <a:xfrm>
            <a:off x="6235750" y="1854000"/>
            <a:ext cx="5342400" cy="4395600"/>
          </a:xfrm>
        </p:spPr>
        <p:txBody>
          <a:bodyPr vert="horz" lIns="101600" tIns="0" rIns="82550" bIns="0" rtlCol="0">
            <a:normAutofit/>
          </a:bodyPr>
          <a:lstStyle/>
          <a:p>
            <a:pPr lvl="0"/>
            <a:r>
              <a:rPr lang="zh-CN" altLang="en-US" smtClean="0"/>
              <a:t>单击此处编辑母版文本样式</a:t>
            </a:r>
            <a:endParaRPr lang="zh-CN" altLang="en-US" smtClean="0"/>
          </a:p>
          <a:p>
            <a:pPr lvl="1"/>
            <a:r>
              <a:rPr lang="zh-CN" altLang="en-US" smtClean="0"/>
              <a:t>第二级</a:t>
            </a:r>
            <a:endParaRPr lang="zh-CN" altLang="en-US" smtClean="0"/>
          </a:p>
          <a:p>
            <a:pPr lvl="2"/>
            <a:r>
              <a:rPr lang="zh-CN" altLang="en-US" smtClean="0"/>
              <a:t>第三级</a:t>
            </a:r>
            <a:endParaRPr lang="zh-CN" altLang="en-US" smtClean="0"/>
          </a:p>
          <a:p>
            <a:pPr lvl="3"/>
            <a:r>
              <a:rPr lang="zh-CN" altLang="en-US" smtClean="0"/>
              <a:t>第四级</a:t>
            </a:r>
            <a:endParaRPr lang="zh-CN" altLang="en-US" smtClean="0"/>
          </a:p>
          <a:p>
            <a:pPr lvl="4"/>
            <a:r>
              <a:rPr lang="zh-CN" altLang="en-US" smtClean="0"/>
              <a:t>第五级</a:t>
            </a:r>
            <a:endParaRPr lang="zh-CN" altLang="en-US"/>
          </a:p>
        </p:txBody>
      </p:sp>
      <p:sp>
        <p:nvSpPr>
          <p:cNvPr id="7" name="日期占位符 6"/>
          <p:cNvSpPr>
            <a:spLocks noGrp="1"/>
          </p:cNvSpPr>
          <p:nvPr>
            <p:ph type="dt" sz="half" idx="10"/>
            <p:custDataLst>
              <p:tags r:id="rId7"/>
            </p:custDataLst>
          </p:nvPr>
        </p:nvSpPr>
        <p:spPr/>
        <p:txBody>
          <a:bodyPr/>
          <a:lstStyle/>
          <a:p>
            <a:fld id="{760FBDFE-C587-4B4C-A407-44438C67B59E}" type="datetimeFigureOut">
              <a:rPr lang="zh-CN" altLang="en-US" smtClean="0"/>
            </a:fld>
            <a:endParaRPr lang="zh-CN" altLang="en-US"/>
          </a:p>
        </p:txBody>
      </p:sp>
      <p:sp>
        <p:nvSpPr>
          <p:cNvPr id="8" name="页脚占位符 7"/>
          <p:cNvSpPr>
            <a:spLocks noGrp="1"/>
          </p:cNvSpPr>
          <p:nvPr>
            <p:ph type="ftr" sz="quarter" idx="11"/>
            <p:custDataLst>
              <p:tags r:id="rId8"/>
            </p:custDataLst>
          </p:nvPr>
        </p:nvSpPr>
        <p:spPr/>
        <p:txBody>
          <a:bodyPr/>
          <a:lstStyle/>
          <a:p>
            <a:endParaRPr lang="zh-CN" altLang="en-US"/>
          </a:p>
        </p:txBody>
      </p:sp>
      <p:sp>
        <p:nvSpPr>
          <p:cNvPr id="9" name="灯片编号占位符 8"/>
          <p:cNvSpPr>
            <a:spLocks noGrp="1"/>
          </p:cNvSpPr>
          <p:nvPr>
            <p:ph type="sldNum" sz="quarter" idx="12"/>
            <p:custDataLst>
              <p:tags r:id="rId9"/>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custDataLst>
              <p:tags r:id="rId2"/>
            </p:custDataLst>
          </p:nvPr>
        </p:nvSpPr>
        <p:spPr>
          <a:xfrm>
            <a:off x="608400" y="608400"/>
            <a:ext cx="10969200" cy="705600"/>
          </a:xfrm>
        </p:spPr>
        <p:txBody>
          <a:bodyPr vert="horz" lIns="90000" tIns="46800" rIns="90000" bIns="46800" rtlCol="0" anchor="ctr" anchorCtr="0">
            <a:normAutofit/>
          </a:bodyPr>
          <a:lstStyle/>
          <a:p>
            <a:pPr lvl="0"/>
            <a:r>
              <a:rPr lang="zh-CN" altLang="en-US" smtClean="0"/>
              <a:t>单击此处编辑母版标题样式</a:t>
            </a:r>
            <a:endParaRPr lang="zh-CN" altLang="en-US"/>
          </a:p>
        </p:txBody>
      </p:sp>
      <p:sp>
        <p:nvSpPr>
          <p:cNvPr id="3" name="日期占位符 2"/>
          <p:cNvSpPr>
            <a:spLocks noGrp="1"/>
          </p:cNvSpPr>
          <p:nvPr>
            <p:ph type="dt" sz="half" idx="10"/>
            <p:custDataLst>
              <p:tags r:id="rId3"/>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4"/>
            </p:custDataLst>
          </p:nvPr>
        </p:nvSpPr>
        <p:spPr/>
        <p:txBody>
          <a:bodyPr/>
          <a:lstStyle/>
          <a:p>
            <a:endParaRPr lang="zh-CN" altLang="en-US"/>
          </a:p>
        </p:txBody>
      </p:sp>
      <p:sp>
        <p:nvSpPr>
          <p:cNvPr id="5" name="灯片编号占位符 4"/>
          <p:cNvSpPr>
            <a:spLocks noGrp="1"/>
          </p:cNvSpPr>
          <p:nvPr>
            <p:ph type="sldNum" sz="quarter" idx="12"/>
            <p:custDataLst>
              <p:tags r:id="rId5"/>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
        <p:nvSpPr>
          <p:cNvPr id="2" name="日期占位符 1"/>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3" name="页脚占位符 2"/>
          <p:cNvSpPr>
            <a:spLocks noGrp="1"/>
          </p:cNvSpPr>
          <p:nvPr>
            <p:ph type="ftr" sz="quarter" idx="11"/>
            <p:custDataLst>
              <p:tags r:id="rId3"/>
            </p:custDataLst>
          </p:nvPr>
        </p:nvSpPr>
        <p:spPr/>
        <p:txBody>
          <a:bodyPr/>
          <a:lstStyle/>
          <a:p>
            <a:endParaRPr lang="zh-CN" altLang="en-US"/>
          </a:p>
        </p:txBody>
      </p:sp>
      <p:sp>
        <p:nvSpPr>
          <p:cNvPr id="4" name="灯片编号占位符 3"/>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图片与标题">
    <p:spTree>
      <p:nvGrpSpPr>
        <p:cNvPr id="1" name=""/>
        <p:cNvGrpSpPr/>
        <p:nvPr/>
      </p:nvGrpSpPr>
      <p:grpSpPr>
        <a:xfrm>
          <a:off x="0" y="0"/>
          <a:ext cx="0" cy="0"/>
          <a:chOff x="0" y="0"/>
          <a:chExt cx="0" cy="0"/>
        </a:xfrm>
      </p:grpSpPr>
      <p:sp>
        <p:nvSpPr>
          <p:cNvPr id="3" name="图片占位符 2"/>
          <p:cNvSpPr>
            <a:spLocks noGrp="1"/>
          </p:cNvSpPr>
          <p:nvPr>
            <p:ph type="pic" idx="1"/>
            <p:custDataLst>
              <p:tags r:id="rId2"/>
            </p:custDataLst>
          </p:nvPr>
        </p:nvSpPr>
        <p:spPr>
          <a:xfrm>
            <a:off x="608400" y="1555200"/>
            <a:ext cx="5233077" cy="4608000"/>
          </a:xfrm>
        </p:spPr>
        <p:txBody>
          <a:bodyPr vert="horz" lIns="90000" tIns="46800" rIns="90000" bIns="46800" rtlCol="0">
            <a:normAutofit/>
          </a:bodyPr>
          <a:lstStyle>
            <a:lvl1pPr>
              <a:buNone/>
              <a:defRPr sz="1600"/>
            </a:lvl1pPr>
          </a:lstStyle>
          <a:p>
            <a:pPr lvl="0"/>
            <a:endParaRPr lang="zh-CN" altLang="en-US"/>
          </a:p>
        </p:txBody>
      </p:sp>
      <p:sp>
        <p:nvSpPr>
          <p:cNvPr id="4" name="文本占位符 3"/>
          <p:cNvSpPr>
            <a:spLocks noGrp="1"/>
          </p:cNvSpPr>
          <p:nvPr>
            <p:ph type="body" sz="half" idx="2"/>
            <p:custDataLst>
              <p:tags r:id="rId3"/>
            </p:custDataLst>
          </p:nvPr>
        </p:nvSpPr>
        <p:spPr>
          <a:xfrm>
            <a:off x="6350400" y="1555200"/>
            <a:ext cx="5227200" cy="4608000"/>
          </a:xfrm>
        </p:spPr>
        <p:txBody>
          <a:bodyPr vert="horz" lIns="90000" tIns="46800" rIns="90000" bIns="46800" rtlCol="0">
            <a:normAutofit/>
          </a:bodyPr>
          <a:lstStyle>
            <a:lvl1pPr>
              <a:buNone/>
              <a:defRPr sz="1600"/>
            </a:lvl1pPr>
          </a:lstStyle>
          <a:p>
            <a:pPr lvl="0"/>
            <a:r>
              <a:rPr lang="zh-CN" altLang="en-US" smtClean="0"/>
              <a:t>单击此处编辑母版文本样式</a:t>
            </a:r>
            <a:endParaRPr lang="zh-CN" altLang="en-US"/>
          </a:p>
        </p:txBody>
      </p:sp>
      <p:sp>
        <p:nvSpPr>
          <p:cNvPr id="5" name="日期占位符 4"/>
          <p:cNvSpPr>
            <a:spLocks noGrp="1"/>
          </p:cNvSpPr>
          <p:nvPr>
            <p:ph type="dt" sz="half" idx="10"/>
            <p:custDataLst>
              <p:tags r:id="rId4"/>
            </p:custDataLst>
          </p:nvPr>
        </p:nvSpPr>
        <p:spPr/>
        <p:txBody>
          <a:bodyPr/>
          <a:lstStyle/>
          <a:p>
            <a:fld id="{9EFD9D74-47D9-4702-A33C-335B63B48DBF}" type="datetimeFigureOut">
              <a:rPr lang="zh-CN" altLang="en-US" smtClean="0"/>
            </a:fld>
            <a:endParaRPr lang="zh-CN" altLang="en-US" dirty="0"/>
          </a:p>
        </p:txBody>
      </p:sp>
      <p:sp>
        <p:nvSpPr>
          <p:cNvPr id="6" name="页脚占位符 5"/>
          <p:cNvSpPr>
            <a:spLocks noGrp="1"/>
          </p:cNvSpPr>
          <p:nvPr>
            <p:ph type="ftr" sz="quarter" idx="11"/>
            <p:custDataLst>
              <p:tags r:id="rId5"/>
            </p:custDataLst>
          </p:nvPr>
        </p:nvSpPr>
        <p:spPr/>
        <p:txBody>
          <a:bodyPr/>
          <a:lstStyle/>
          <a:p>
            <a:endParaRPr lang="zh-CN" altLang="en-US" dirty="0"/>
          </a:p>
        </p:txBody>
      </p:sp>
      <p:sp>
        <p:nvSpPr>
          <p:cNvPr id="7" name="灯片编号占位符 6"/>
          <p:cNvSpPr>
            <a:spLocks noGrp="1"/>
          </p:cNvSpPr>
          <p:nvPr>
            <p:ph type="sldNum" sz="quarter" idx="12"/>
            <p:custDataLst>
              <p:tags r:id="rId6"/>
            </p:custDataLst>
          </p:nvPr>
        </p:nvSpPr>
        <p:spPr/>
        <p:txBody>
          <a:bodyPr/>
          <a:lstStyle/>
          <a:p>
            <a:fld id="{FABC47A4-756D-490B-A52F-7D9E2C9FC05F}" type="slidenum">
              <a:rPr lang="zh-CN" altLang="en-US" smtClean="0"/>
            </a:fld>
            <a:endParaRPr lang="zh-CN" altLang="en-US"/>
          </a:p>
        </p:txBody>
      </p:sp>
      <p:sp>
        <p:nvSpPr>
          <p:cNvPr id="9" name="标题 8"/>
          <p:cNvSpPr>
            <a:spLocks noGrp="1"/>
          </p:cNvSpPr>
          <p:nvPr>
            <p:ph type="title"/>
            <p:custDataLst>
              <p:tags r:id="rId7"/>
            </p:custDataLst>
          </p:nvPr>
        </p:nvSpPr>
        <p:spPr/>
        <p:txBody>
          <a:bodyPr/>
          <a:p>
            <a:r>
              <a:rPr lang="zh-CN" altLang="en-US"/>
              <a:t>单击此处编辑母版标题样式</a:t>
            </a:r>
            <a:endParaRPr lang="zh-CN" alt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vertTitleAndTx" preserve="1">
  <p:cSld name="竖排标题与文本">
    <p:spTree>
      <p:nvGrpSpPr>
        <p:cNvPr id="1" name=""/>
        <p:cNvGrpSpPr/>
        <p:nvPr/>
      </p:nvGrpSpPr>
      <p:grpSpPr>
        <a:xfrm>
          <a:off x="0" y="0"/>
          <a:ext cx="0" cy="0"/>
          <a:chOff x="0" y="0"/>
          <a:chExt cx="0" cy="0"/>
        </a:xfrm>
      </p:grpSpPr>
      <p:sp>
        <p:nvSpPr>
          <p:cNvPr id="2" name="竖排标题 1"/>
          <p:cNvSpPr>
            <a:spLocks noGrp="1"/>
          </p:cNvSpPr>
          <p:nvPr>
            <p:ph type="title" orient="vert" hasCustomPrompt="1"/>
            <p:custDataLst>
              <p:tags r:id="rId2"/>
            </p:custDataLst>
          </p:nvPr>
        </p:nvSpPr>
        <p:spPr>
          <a:xfrm>
            <a:off x="10234800" y="914400"/>
            <a:ext cx="1044000" cy="5029200"/>
          </a:xfrm>
        </p:spPr>
        <p:txBody>
          <a:bodyPr vert="eaVert" lIns="90000" tIns="46800" rIns="90000" bIns="46800" rtlCol="0" anchor="ctr" anchorCtr="0">
            <a:normAutofit/>
          </a:bodyPr>
          <a:lstStyle>
            <a:lvl1pPr>
              <a:buNone/>
              <a:defRPr sz="2800"/>
            </a:lvl1pPr>
          </a:lstStyle>
          <a:p>
            <a:pPr lvl="0"/>
            <a:r>
              <a:rPr lang="zh-CN" altLang="en-US" smtClean="0"/>
              <a:t>单击此处编辑标题</a:t>
            </a:r>
            <a:endParaRPr lang="zh-CN" altLang="en-US"/>
          </a:p>
        </p:txBody>
      </p:sp>
      <p:sp>
        <p:nvSpPr>
          <p:cNvPr id="3" name="竖排文字占位符 2"/>
          <p:cNvSpPr>
            <a:spLocks noGrp="1"/>
          </p:cNvSpPr>
          <p:nvPr>
            <p:ph type="body" orient="vert" idx="1"/>
            <p:custDataLst>
              <p:tags r:id="rId3"/>
            </p:custDataLst>
          </p:nvPr>
        </p:nvSpPr>
        <p:spPr>
          <a:xfrm>
            <a:off x="914400" y="914400"/>
            <a:ext cx="9169200" cy="5029200"/>
          </a:xfrm>
        </p:spPr>
        <p:txBody>
          <a:bodyPr vert="eaVert" lIns="46800" tIns="46800" rIns="46800" bIns="46800"/>
          <a:lstStyle>
            <a:lvl1pPr marL="228600" indent="-228600">
              <a:spcAft>
                <a:spcPts val="1000"/>
              </a:spcAft>
              <a:defRPr spc="300"/>
            </a:lvl1pPr>
            <a:lvl2pPr marL="685800" indent="-228600">
              <a:defRPr spc="300"/>
            </a:lvl2pPr>
            <a:lvl3pPr marL="1143000" indent="-228600">
              <a:defRPr spc="300"/>
            </a:lvl3pPr>
            <a:lvl4pPr marL="1600200" indent="-228600">
              <a:defRPr spc="300"/>
            </a:lvl4pPr>
            <a:lvl5pPr marL="2057400" indent="-228600">
              <a:defRPr spc="300"/>
            </a:lvl5p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10"/>
            <p:custDataLst>
              <p:tags r:id="rId4"/>
            </p:custDataLst>
          </p:nvPr>
        </p:nvSpPr>
        <p:spPr/>
        <p:txBody>
          <a:bodyPr/>
          <a:lstStyle/>
          <a:p>
            <a:fld id="{760FBDFE-C587-4B4C-A407-44438C67B59E}" type="datetimeFigureOut">
              <a:rPr lang="zh-CN" altLang="en-US" smtClean="0"/>
            </a:fld>
            <a:endParaRPr lang="zh-CN" altLang="en-US"/>
          </a:p>
        </p:txBody>
      </p:sp>
      <p:sp>
        <p:nvSpPr>
          <p:cNvPr id="5" name="页脚占位符 4"/>
          <p:cNvSpPr>
            <a:spLocks noGrp="1"/>
          </p:cNvSpPr>
          <p:nvPr>
            <p:ph type="ftr" sz="quarter" idx="11"/>
            <p:custDataLst>
              <p:tags r:id="rId5"/>
            </p:custDataLst>
          </p:nvPr>
        </p:nvSpPr>
        <p:spPr/>
        <p:txBody>
          <a:bodyPr/>
          <a:lstStyle/>
          <a:p>
            <a:endParaRPr lang="zh-CN" altLang="en-US"/>
          </a:p>
        </p:txBody>
      </p:sp>
      <p:sp>
        <p:nvSpPr>
          <p:cNvPr id="6" name="灯片编号占位符 5"/>
          <p:cNvSpPr>
            <a:spLocks noGrp="1"/>
          </p:cNvSpPr>
          <p:nvPr>
            <p:ph type="sldNum" sz="quarter" idx="12"/>
            <p:custDataLst>
              <p:tags r:id="rId6"/>
            </p:custDataLst>
          </p:nvPr>
        </p:nvSpPr>
        <p:spPr/>
        <p:txBody>
          <a:bodyPr/>
          <a:lstStyle/>
          <a:p>
            <a:fld id="{49AE70B2-8BF9-45C0-BB95-33D1B9D3A854}" type="slidenum">
              <a:rPr lang="zh-CN" altLang="en-US" smtClean="0"/>
            </a:fld>
            <a:endParaRPr lang="zh-CN" alt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7" name="内容占位符 6"/>
          <p:cNvSpPr>
            <a:spLocks noGrp="1"/>
          </p:cNvSpPr>
          <p:nvPr>
            <p:ph sz="quarter" idx="13"/>
            <p:custDataLst>
              <p:tags r:id="rId5"/>
            </p:custDataLst>
          </p:nvPr>
        </p:nvSpPr>
        <p:spPr>
          <a:xfrm>
            <a:off x="608400" y="774000"/>
            <a:ext cx="10972800" cy="5482800"/>
          </a:xfrm>
        </p:spPr>
        <p:txBody>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末尾幻灯片">
    <p:spTree>
      <p:nvGrpSpPr>
        <p:cNvPr id="1" name=""/>
        <p:cNvGrpSpPr/>
        <p:nvPr/>
      </p:nvGrpSpPr>
      <p:grpSpPr>
        <a:xfrm>
          <a:off x="0" y="0"/>
          <a:ext cx="0" cy="0"/>
          <a:chOff x="0" y="0"/>
          <a:chExt cx="0" cy="0"/>
        </a:xfrm>
      </p:grpSpPr>
      <p:sp>
        <p:nvSpPr>
          <p:cNvPr id="3" name="日期占位符 2"/>
          <p:cNvSpPr>
            <a:spLocks noGrp="1"/>
          </p:cNvSpPr>
          <p:nvPr>
            <p:ph type="dt" sz="half" idx="10"/>
            <p:custDataLst>
              <p:tags r:id="rId2"/>
            </p:custDataLst>
          </p:nvPr>
        </p:nvSpPr>
        <p:spPr/>
        <p:txBody>
          <a:bodyPr/>
          <a:lstStyle/>
          <a:p>
            <a:fld id="{760FBDFE-C587-4B4C-A407-44438C67B59E}" type="datetimeFigureOut">
              <a:rPr lang="zh-CN" altLang="en-US" smtClean="0"/>
            </a:fld>
            <a:endParaRPr lang="zh-CN" altLang="en-US"/>
          </a:p>
        </p:txBody>
      </p:sp>
      <p:sp>
        <p:nvSpPr>
          <p:cNvPr id="4" name="页脚占位符 3"/>
          <p:cNvSpPr>
            <a:spLocks noGrp="1"/>
          </p:cNvSpPr>
          <p:nvPr>
            <p:ph type="ftr" sz="quarter" idx="11"/>
            <p:custDataLst>
              <p:tags r:id="rId3"/>
            </p:custDataLst>
          </p:nvPr>
        </p:nvSpPr>
        <p:spPr/>
        <p:txBody>
          <a:bodyPr/>
          <a:lstStyle/>
          <a:p>
            <a:endParaRPr lang="zh-CN" altLang="en-US"/>
          </a:p>
        </p:txBody>
      </p:sp>
      <p:sp>
        <p:nvSpPr>
          <p:cNvPr id="5" name="灯片编号占位符 4"/>
          <p:cNvSpPr>
            <a:spLocks noGrp="1"/>
          </p:cNvSpPr>
          <p:nvPr>
            <p:ph type="sldNum" sz="quarter" idx="12"/>
            <p:custDataLst>
              <p:tags r:id="rId4"/>
            </p:custDataLst>
          </p:nvPr>
        </p:nvSpPr>
        <p:spPr/>
        <p:txBody>
          <a:bodyPr/>
          <a:lstStyle/>
          <a:p>
            <a:fld id="{49AE70B2-8BF9-45C0-BB95-33D1B9D3A854}" type="slidenum">
              <a:rPr lang="zh-CN" altLang="en-US" smtClean="0"/>
            </a:fld>
            <a:endParaRPr lang="zh-CN" altLang="en-US"/>
          </a:p>
        </p:txBody>
      </p:sp>
      <p:sp>
        <p:nvSpPr>
          <p:cNvPr id="2" name="标题 1"/>
          <p:cNvSpPr>
            <a:spLocks noGrp="1"/>
          </p:cNvSpPr>
          <p:nvPr>
            <p:ph type="title" hasCustomPrompt="1"/>
            <p:custDataLst>
              <p:tags r:id="rId5"/>
            </p:custDataLst>
          </p:nvPr>
        </p:nvSpPr>
        <p:spPr>
          <a:xfrm>
            <a:off x="1198800" y="2484000"/>
            <a:ext cx="9799200" cy="1018800"/>
          </a:xfrm>
        </p:spPr>
        <p:txBody>
          <a:bodyPr vert="horz" lIns="90000" tIns="46800" rIns="90000" bIns="46800" rtlCol="0" anchor="t" anchorCtr="0">
            <a:normAutofit/>
          </a:bodyPr>
          <a:lstStyle>
            <a:lvl1pPr algn="ctr">
              <a:defRPr sz="6000"/>
            </a:lvl1pPr>
          </a:lstStyle>
          <a:p>
            <a:pPr lvl="0"/>
            <a:r>
              <a:rPr lang="zh-CN" altLang="en-US" smtClean="0"/>
              <a:t>单击此处编辑标题</a:t>
            </a:r>
            <a:endParaRPr lang="zh-CN" altLang="en-US"/>
          </a:p>
        </p:txBody>
      </p:sp>
      <p:sp>
        <p:nvSpPr>
          <p:cNvPr id="7" name="文本占位符 6"/>
          <p:cNvSpPr>
            <a:spLocks noGrp="1"/>
          </p:cNvSpPr>
          <p:nvPr>
            <p:ph type="body" sz="quarter" idx="13"/>
            <p:custDataLst>
              <p:tags r:id="rId6"/>
            </p:custDataLst>
          </p:nvPr>
        </p:nvSpPr>
        <p:spPr>
          <a:xfrm>
            <a:off x="1198800" y="3560400"/>
            <a:ext cx="9799200" cy="471600"/>
          </a:xfrm>
        </p:spPr>
        <p:txBody>
          <a:bodyPr lIns="90000" tIns="46800" rIns="90000" bIns="46800">
            <a:normAutofit/>
          </a:bodyPr>
          <a:lstStyle>
            <a:lvl1pPr algn="ctr">
              <a:lnSpc>
                <a:spcPct val="110000"/>
              </a:lnSpc>
              <a:buNone/>
              <a:defRPr sz="2400" spc="200"/>
            </a:lvl1pPr>
          </a:lstStyle>
          <a:p>
            <a:pPr lvl="0"/>
            <a:r>
              <a:rPr lang="zh-CN" altLang="en-US" dirty="0"/>
              <a:t>单击此处编辑母版文本样式</a:t>
            </a:r>
            <a:endParaRPr lang="zh-CN" altLang="en-US" dirty="0"/>
          </a:p>
        </p:txBody>
      </p:sp>
    </p:spTree>
  </p:cSld>
  <p:clrMapOvr>
    <a:masterClrMapping/>
  </p:clrMapOvr>
</p:sldLayout>
</file>

<file path=ppt/slideMasters/_rels/slideMaster1.xml.rels><?xml version="1.0" encoding="UTF-8" standalone="yes"?>
<Relationships xmlns="http://schemas.openxmlformats.org/package/2006/relationships"><Relationship Id="rId9" Type="http://schemas.openxmlformats.org/officeDocument/2006/relationships/slideLayout" Target="../slideLayouts/slideLayout9.xml"/><Relationship Id="rId8" Type="http://schemas.openxmlformats.org/officeDocument/2006/relationships/slideLayout" Target="../slideLayouts/slideLayout8.xml"/><Relationship Id="rId7" Type="http://schemas.openxmlformats.org/officeDocument/2006/relationships/slideLayout" Target="../slideLayouts/slideLayout7.xml"/><Relationship Id="rId6" Type="http://schemas.openxmlformats.org/officeDocument/2006/relationships/slideLayout" Target="../slideLayouts/slideLayout6.xml"/><Relationship Id="rId5" Type="http://schemas.openxmlformats.org/officeDocument/2006/relationships/slideLayout" Target="../slideLayouts/slideLayout5.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8" Type="http://schemas.openxmlformats.org/officeDocument/2006/relationships/theme" Target="../theme/theme1.xml"/><Relationship Id="rId17" Type="http://schemas.openxmlformats.org/officeDocument/2006/relationships/tags" Target="../tags/tag62.xml"/><Relationship Id="rId16" Type="http://schemas.openxmlformats.org/officeDocument/2006/relationships/tags" Target="../tags/tag61.xml"/><Relationship Id="rId15" Type="http://schemas.openxmlformats.org/officeDocument/2006/relationships/tags" Target="../tags/tag60.xml"/><Relationship Id="rId14" Type="http://schemas.openxmlformats.org/officeDocument/2006/relationships/tags" Target="../tags/tag59.xml"/><Relationship Id="rId13" Type="http://schemas.openxmlformats.org/officeDocument/2006/relationships/tags" Target="../tags/tag58.xml"/><Relationship Id="rId12" Type="http://schemas.openxmlformats.org/officeDocument/2006/relationships/tags" Target="../tags/tag57.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标题占位符 1"/>
          <p:cNvSpPr>
            <a:spLocks noGrp="1"/>
          </p:cNvSpPr>
          <p:nvPr>
            <p:ph type="title"/>
            <p:custDataLst>
              <p:tags r:id="rId12"/>
            </p:custDataLst>
          </p:nvPr>
        </p:nvSpPr>
        <p:spPr>
          <a:xfrm>
            <a:off x="608400" y="608400"/>
            <a:ext cx="10969200" cy="705600"/>
          </a:xfrm>
          <a:prstGeom prst="rect">
            <a:avLst/>
          </a:prstGeom>
        </p:spPr>
        <p:txBody>
          <a:bodyPr vert="horz" lIns="90170" tIns="46990" rIns="90170" bIns="46990" rtlCol="0" anchor="ctr" anchorCtr="0">
            <a:normAutofit/>
          </a:bodyPr>
          <a:lstStyle/>
          <a:p>
            <a:r>
              <a:rPr lang="zh-CN" altLang="en-US" dirty="0"/>
              <a:t>单击此处编辑母版标题样式</a:t>
            </a:r>
            <a:endParaRPr lang="zh-CN" altLang="en-US" dirty="0"/>
          </a:p>
        </p:txBody>
      </p:sp>
      <p:sp>
        <p:nvSpPr>
          <p:cNvPr id="3" name="文本占位符 2"/>
          <p:cNvSpPr>
            <a:spLocks noGrp="1"/>
          </p:cNvSpPr>
          <p:nvPr>
            <p:ph type="body" idx="1"/>
            <p:custDataLst>
              <p:tags r:id="rId13"/>
            </p:custDataLst>
          </p:nvPr>
        </p:nvSpPr>
        <p:spPr>
          <a:xfrm>
            <a:off x="608400" y="1490400"/>
            <a:ext cx="10969200" cy="4759200"/>
          </a:xfrm>
          <a:prstGeom prst="rect">
            <a:avLst/>
          </a:prstGeom>
        </p:spPr>
        <p:txBody>
          <a:bodyPr vert="horz" lIns="90000" tIns="46800" rIns="90000" bIns="46800" rtlCol="0">
            <a:normAutofit/>
          </a:bodyPr>
          <a:lstStyle/>
          <a:p>
            <a:pPr lvl="0"/>
            <a:r>
              <a:rPr lang="zh-CN" altLang="en-US" dirty="0"/>
              <a:t>单击此处编辑母版文本样式</a:t>
            </a:r>
            <a:endParaRPr lang="zh-CN" altLang="en-US" dirty="0"/>
          </a:p>
          <a:p>
            <a:pPr lvl="1"/>
            <a:r>
              <a:rPr lang="zh-CN" altLang="en-US" dirty="0"/>
              <a:t>第二级</a:t>
            </a:r>
            <a:endParaRPr lang="zh-CN" altLang="en-US" dirty="0"/>
          </a:p>
          <a:p>
            <a:pPr lvl="2"/>
            <a:r>
              <a:rPr lang="zh-CN" altLang="en-US" dirty="0"/>
              <a:t>第三级</a:t>
            </a:r>
            <a:endParaRPr lang="zh-CN" altLang="en-US" dirty="0"/>
          </a:p>
          <a:p>
            <a:pPr lvl="3"/>
            <a:r>
              <a:rPr lang="zh-CN" altLang="en-US" dirty="0"/>
              <a:t>第四级</a:t>
            </a:r>
            <a:endParaRPr lang="zh-CN" altLang="en-US" dirty="0"/>
          </a:p>
          <a:p>
            <a:pPr lvl="4"/>
            <a:r>
              <a:rPr lang="zh-CN" altLang="en-US" dirty="0"/>
              <a:t>第五级</a:t>
            </a:r>
            <a:endParaRPr lang="zh-CN" altLang="en-US" dirty="0"/>
          </a:p>
        </p:txBody>
      </p:sp>
      <p:sp>
        <p:nvSpPr>
          <p:cNvPr id="4" name="日期占位符 3"/>
          <p:cNvSpPr>
            <a:spLocks noGrp="1"/>
          </p:cNvSpPr>
          <p:nvPr>
            <p:ph type="dt" sz="half" idx="2"/>
            <p:custDataLst>
              <p:tags r:id="rId14"/>
            </p:custDataLst>
          </p:nvPr>
        </p:nvSpPr>
        <p:spPr>
          <a:xfrm>
            <a:off x="612000" y="6314400"/>
            <a:ext cx="2700000" cy="316800"/>
          </a:xfrm>
          <a:prstGeom prst="rect">
            <a:avLst/>
          </a:prstGeom>
        </p:spPr>
        <p:txBody>
          <a:bodyPr vert="horz" lIns="91440" tIns="45720" rIns="91440" bIns="45720" rtlCol="0" anchor="ctr">
            <a:normAutofit/>
          </a:bodyPr>
          <a:lstStyle>
            <a:lvl1pPr algn="l">
              <a:defRPr sz="1000" baseline="0">
                <a:solidFill>
                  <a:schemeClr val="tx1">
                    <a:tint val="75000"/>
                  </a:schemeClr>
                </a:solidFill>
              </a:defRPr>
            </a:lvl1pPr>
          </a:lstStyle>
          <a:p>
            <a:fld id="{760FBDFE-C587-4B4C-A407-44438C67B59E}" type="datetimeFigureOut">
              <a:rPr lang="zh-CN" altLang="en-US" smtClean="0"/>
            </a:fld>
            <a:endParaRPr lang="zh-CN" altLang="en-US"/>
          </a:p>
        </p:txBody>
      </p:sp>
      <p:sp>
        <p:nvSpPr>
          <p:cNvPr id="5" name="页脚占位符 4"/>
          <p:cNvSpPr>
            <a:spLocks noGrp="1"/>
          </p:cNvSpPr>
          <p:nvPr>
            <p:ph type="ftr" sz="quarter" idx="3"/>
            <p:custDataLst>
              <p:tags r:id="rId15"/>
            </p:custDataLst>
          </p:nvPr>
        </p:nvSpPr>
        <p:spPr>
          <a:xfrm>
            <a:off x="4116000" y="6314400"/>
            <a:ext cx="3960000" cy="316800"/>
          </a:xfrm>
          <a:prstGeom prst="rect">
            <a:avLst/>
          </a:prstGeom>
        </p:spPr>
        <p:txBody>
          <a:bodyPr vert="horz" lIns="91440" tIns="45720" rIns="91440" bIns="45720" rtlCol="0" anchor="ctr">
            <a:normAutofit/>
          </a:bodyPr>
          <a:lstStyle>
            <a:lvl1pPr algn="ctr">
              <a:defRPr sz="1000" baseline="0">
                <a:solidFill>
                  <a:schemeClr val="tx1">
                    <a:tint val="75000"/>
                  </a:schemeClr>
                </a:solidFill>
              </a:defRPr>
            </a:lvl1pPr>
          </a:lstStyle>
          <a:p>
            <a:endParaRPr lang="zh-CN" altLang="en-US" dirty="0"/>
          </a:p>
        </p:txBody>
      </p:sp>
      <p:sp>
        <p:nvSpPr>
          <p:cNvPr id="6" name="灯片编号占位符 5"/>
          <p:cNvSpPr>
            <a:spLocks noGrp="1"/>
          </p:cNvSpPr>
          <p:nvPr>
            <p:ph type="sldNum" sz="quarter" idx="4"/>
            <p:custDataLst>
              <p:tags r:id="rId16"/>
            </p:custDataLst>
          </p:nvPr>
        </p:nvSpPr>
        <p:spPr>
          <a:xfrm>
            <a:off x="8877600" y="6314400"/>
            <a:ext cx="2700000" cy="316800"/>
          </a:xfrm>
          <a:prstGeom prst="rect">
            <a:avLst/>
          </a:prstGeom>
        </p:spPr>
        <p:txBody>
          <a:bodyPr vert="horz" lIns="91440" tIns="45720" rIns="91440" bIns="45720" rtlCol="0" anchor="ctr">
            <a:normAutofit/>
          </a:bodyPr>
          <a:lstStyle>
            <a:lvl1pPr algn="r">
              <a:defRPr sz="1000" baseline="0">
                <a:solidFill>
                  <a:schemeClr val="tx1">
                    <a:tint val="75000"/>
                  </a:schemeClr>
                </a:solidFill>
              </a:defRPr>
            </a:lvl1pPr>
          </a:lstStyle>
          <a:p>
            <a:fld id="{49AE70B2-8BF9-45C0-BB95-33D1B9D3A854}" type="slidenum">
              <a:rPr lang="zh-CN" altLang="en-US" smtClean="0"/>
            </a:fld>
            <a:endParaRPr lang="zh-CN" altLang="en-US" dirty="0"/>
          </a:p>
        </p:txBody>
      </p:sp>
    </p:spTree>
    <p:custDataLst>
      <p:tags r:id="rId17"/>
    </p:custData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fontAlgn="auto" latinLnBrk="0" hangingPunct="1">
        <a:lnSpc>
          <a:spcPct val="100000"/>
        </a:lnSpc>
        <a:spcBef>
          <a:spcPct val="0"/>
        </a:spcBef>
        <a:buNone/>
        <a:defRPr sz="3600" b="0" u="none" strike="noStrike" kern="1200" cap="none" spc="300" normalizeH="0" baseline="0">
          <a:solidFill>
            <a:schemeClr val="tx1">
              <a:lumMod val="85000"/>
              <a:lumOff val="15000"/>
            </a:schemeClr>
          </a:solidFill>
          <a:uFillTx/>
          <a:latin typeface="+mj-lt"/>
          <a:ea typeface="+mj-ea"/>
          <a:cs typeface="+mj-cs"/>
        </a:defRPr>
      </a:lvl1pPr>
    </p:titleStyle>
    <p:bodyStyle>
      <a:lvl1pPr marL="228600" indent="-228600" algn="l" defTabSz="914400" rtl="0" eaLnBrk="1" fontAlgn="auto" latinLnBrk="0" hangingPunct="1">
        <a:lnSpc>
          <a:spcPct val="130000"/>
        </a:lnSpc>
        <a:spcBef>
          <a:spcPts val="0"/>
        </a:spcBef>
        <a:spcAft>
          <a:spcPts val="1000"/>
        </a:spcAft>
        <a:buFont typeface="Arial" panose="020B0604020202020204" pitchFamily="34" charset="0"/>
        <a:buChar char="●"/>
        <a:defRPr sz="1800" u="none" strike="noStrike" kern="1200" cap="none" spc="150" normalizeH="0" baseline="0">
          <a:solidFill>
            <a:schemeClr val="tx1">
              <a:lumMod val="65000"/>
              <a:lumOff val="35000"/>
            </a:schemeClr>
          </a:solidFill>
          <a:uFillTx/>
          <a:latin typeface="+mn-lt"/>
          <a:ea typeface="+mn-ea"/>
          <a:cs typeface="+mn-cs"/>
        </a:defRPr>
      </a:lvl1pPr>
      <a:lvl2pPr marL="685800" indent="-228600" algn="l" defTabSz="914400" rtl="0" eaLnBrk="1" fontAlgn="auto" latinLnBrk="0" hangingPunct="1">
        <a:lnSpc>
          <a:spcPct val="120000"/>
        </a:lnSpc>
        <a:spcBef>
          <a:spcPts val="0"/>
        </a:spcBef>
        <a:spcAft>
          <a:spcPts val="600"/>
        </a:spcAft>
        <a:buFont typeface="Arial" panose="020B0604020202020204" pitchFamily="34" charset="0"/>
        <a:buChar char="●"/>
        <a:tabLst>
          <a:tab pos="1609725" algn="l"/>
          <a:tab pos="1609725" algn="l"/>
          <a:tab pos="1609725" algn="l"/>
          <a:tab pos="1609725" algn="l"/>
        </a:tabLst>
        <a:defRPr sz="1600" u="none" strike="noStrike" kern="1200" cap="none" spc="150" normalizeH="0" baseline="0">
          <a:solidFill>
            <a:schemeClr val="tx1">
              <a:lumMod val="65000"/>
              <a:lumOff val="35000"/>
            </a:schemeClr>
          </a:solidFill>
          <a:uFillTx/>
          <a:latin typeface="+mn-lt"/>
          <a:ea typeface="+mn-ea"/>
          <a:cs typeface="+mn-cs"/>
        </a:defRPr>
      </a:lvl2pPr>
      <a:lvl3pPr marL="1143000" indent="-228600" algn="l" defTabSz="914400" rtl="0" eaLnBrk="1" fontAlgn="auto" latinLnBrk="0" hangingPunct="1">
        <a:lnSpc>
          <a:spcPct val="120000"/>
        </a:lnSpc>
        <a:spcBef>
          <a:spcPts val="0"/>
        </a:spcBef>
        <a:spcAft>
          <a:spcPts val="600"/>
        </a:spcAft>
        <a:buFont typeface="Arial" panose="020B0604020202020204" pitchFamily="34" charset="0"/>
        <a:buChar char="●"/>
        <a:defRPr sz="1600" u="none" strike="noStrike" kern="1200" cap="none" spc="150" normalizeH="0" baseline="0">
          <a:solidFill>
            <a:schemeClr val="tx1">
              <a:lumMod val="65000"/>
              <a:lumOff val="35000"/>
            </a:schemeClr>
          </a:solidFill>
          <a:uFillTx/>
          <a:latin typeface="+mn-lt"/>
          <a:ea typeface="+mn-ea"/>
          <a:cs typeface="+mn-cs"/>
        </a:defRPr>
      </a:lvl3pPr>
      <a:lvl4pPr marL="1600200" indent="-228600" algn="l" defTabSz="914400" rtl="0" eaLnBrk="1" fontAlgn="auto" latinLnBrk="0" hangingPunct="1">
        <a:lnSpc>
          <a:spcPct val="120000"/>
        </a:lnSpc>
        <a:spcBef>
          <a:spcPts val="0"/>
        </a:spcBef>
        <a:spcAft>
          <a:spcPts val="300"/>
        </a:spcAft>
        <a:buFont typeface="Wingdings" panose="05000000000000000000" charset="0"/>
        <a:buChar char=""/>
        <a:defRPr sz="1400" u="none" strike="noStrike" kern="1200" cap="none" spc="150" normalizeH="0" baseline="0">
          <a:solidFill>
            <a:schemeClr val="tx1">
              <a:lumMod val="65000"/>
              <a:lumOff val="35000"/>
            </a:schemeClr>
          </a:solidFill>
          <a:uFillTx/>
          <a:latin typeface="+mn-lt"/>
          <a:ea typeface="+mn-ea"/>
          <a:cs typeface="+mn-cs"/>
        </a:defRPr>
      </a:lvl4pPr>
      <a:lvl5pPr marL="2057400" indent="-228600" algn="l" defTabSz="914400" rtl="0" eaLnBrk="1" fontAlgn="auto" latinLnBrk="0" hangingPunct="1">
        <a:lnSpc>
          <a:spcPct val="120000"/>
        </a:lnSpc>
        <a:spcBef>
          <a:spcPts val="0"/>
        </a:spcBef>
        <a:spcAft>
          <a:spcPts val="300"/>
        </a:spcAft>
        <a:buFont typeface="Arial" panose="020B0604020202020204" pitchFamily="34" charset="0"/>
        <a:buChar char="•"/>
        <a:defRPr sz="1400" u="none" strike="noStrike" kern="1200" cap="none" spc="150" normalizeH="0" baseline="0">
          <a:solidFill>
            <a:schemeClr val="tx1">
              <a:lumMod val="65000"/>
              <a:lumOff val="35000"/>
            </a:schemeClr>
          </a:solidFill>
          <a:uFillTx/>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slideLayout" Target="../slideLayouts/slideLayout1.xml"/><Relationship Id="rId2" Type="http://schemas.openxmlformats.org/officeDocument/2006/relationships/tags" Target="../tags/tag64.xml"/><Relationship Id="rId1" Type="http://schemas.openxmlformats.org/officeDocument/2006/relationships/tags" Target="../tags/tag63.xml"/></Relationships>
</file>

<file path=ppt/slides/_rels/slide2.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67.xml"/><Relationship Id="rId3" Type="http://schemas.openxmlformats.org/officeDocument/2006/relationships/image" Target="../media/image1.png"/><Relationship Id="rId2" Type="http://schemas.openxmlformats.org/officeDocument/2006/relationships/tags" Target="../tags/tag66.xml"/><Relationship Id="rId1" Type="http://schemas.openxmlformats.org/officeDocument/2006/relationships/tags" Target="../tags/tag65.xml"/></Relationships>
</file>

<file path=ppt/slides/_rels/slide3.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0.xml"/><Relationship Id="rId3" Type="http://schemas.openxmlformats.org/officeDocument/2006/relationships/image" Target="../media/image2.png"/><Relationship Id="rId2" Type="http://schemas.openxmlformats.org/officeDocument/2006/relationships/tags" Target="../tags/tag69.xml"/><Relationship Id="rId1" Type="http://schemas.openxmlformats.org/officeDocument/2006/relationships/tags" Target="../tags/tag68.xml"/></Relationships>
</file>

<file path=ppt/slides/_rels/slide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2.xml"/><Relationship Id="rId2" Type="http://schemas.openxmlformats.org/officeDocument/2006/relationships/image" Target="../media/image3.png"/><Relationship Id="rId1" Type="http://schemas.openxmlformats.org/officeDocument/2006/relationships/tags" Target="../tags/tag71.xml"/></Relationships>
</file>

<file path=ppt/slides/_rels/slide5.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4.xml"/><Relationship Id="rId2" Type="http://schemas.openxmlformats.org/officeDocument/2006/relationships/image" Target="../media/image4.png"/><Relationship Id="rId1" Type="http://schemas.openxmlformats.org/officeDocument/2006/relationships/tags" Target="../tags/tag73.xml"/></Relationships>
</file>

<file path=ppt/slides/_rels/slide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77.xml"/><Relationship Id="rId3" Type="http://schemas.openxmlformats.org/officeDocument/2006/relationships/image" Target="../media/image5.png"/><Relationship Id="rId2" Type="http://schemas.openxmlformats.org/officeDocument/2006/relationships/tags" Target="../tags/tag76.xml"/><Relationship Id="rId1" Type="http://schemas.openxmlformats.org/officeDocument/2006/relationships/tags" Target="../tags/tag75.xml"/></Relationships>
</file>

<file path=ppt/slides/_rels/slide7.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79.xml"/><Relationship Id="rId2" Type="http://schemas.openxmlformats.org/officeDocument/2006/relationships/image" Target="../media/image6.png"/><Relationship Id="rId1" Type="http://schemas.openxmlformats.org/officeDocument/2006/relationships/tags" Target="../tags/tag78.xml"/></Relationships>
</file>

<file path=ppt/slides/_rels/slide8.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82.xml"/><Relationship Id="rId2" Type="http://schemas.openxmlformats.org/officeDocument/2006/relationships/tags" Target="../tags/tag81.xml"/><Relationship Id="rId1" Type="http://schemas.openxmlformats.org/officeDocument/2006/relationships/tags" Target="../tags/tag80.xml"/></Relationships>
</file>

<file path=ppt/slides/_rels/slide9.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85.xml"/><Relationship Id="rId3" Type="http://schemas.openxmlformats.org/officeDocument/2006/relationships/image" Target="../media/image7.png"/><Relationship Id="rId2" Type="http://schemas.openxmlformats.org/officeDocument/2006/relationships/tags" Target="../tags/tag84.xml"/><Relationship Id="rId1" Type="http://schemas.openxmlformats.org/officeDocument/2006/relationships/tags" Target="../tags/tag83.xml"/></Relationships>
</file>

<file path=ppt/slides/_rels/slide10.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8.png"/><Relationship Id="rId2" Type="http://schemas.openxmlformats.org/officeDocument/2006/relationships/tags" Target="../tags/tag87.xml"/><Relationship Id="rId1" Type="http://schemas.openxmlformats.org/officeDocument/2006/relationships/tags" Target="../tags/tag86.xml"/></Relationships>
</file>

<file path=ppt/slides/_rels/slide11.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image" Target="../media/image9.png"/><Relationship Id="rId2" Type="http://schemas.openxmlformats.org/officeDocument/2006/relationships/tags" Target="../tags/tag89.xml"/><Relationship Id="rId1" Type="http://schemas.openxmlformats.org/officeDocument/2006/relationships/tags" Target="../tags/tag88.xml"/></Relationships>
</file>

<file path=ppt/slides/_rels/slide12.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91.xml"/><Relationship Id="rId1" Type="http://schemas.openxmlformats.org/officeDocument/2006/relationships/tags" Target="../tags/tag90.xml"/></Relationships>
</file>

<file path=ppt/slides/_rels/slide13.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4.xml"/><Relationship Id="rId2" Type="http://schemas.openxmlformats.org/officeDocument/2006/relationships/tags" Target="../tags/tag93.xml"/><Relationship Id="rId1" Type="http://schemas.openxmlformats.org/officeDocument/2006/relationships/tags" Target="../tags/tag92.xml"/></Relationships>
</file>

<file path=ppt/slides/_rels/slide14.xml.rels><?xml version="1.0" encoding="UTF-8" standalone="yes"?>
<Relationships xmlns="http://schemas.openxmlformats.org/package/2006/relationships"><Relationship Id="rId4" Type="http://schemas.openxmlformats.org/officeDocument/2006/relationships/slideLayout" Target="../slideLayouts/slideLayout2.xml"/><Relationship Id="rId3" Type="http://schemas.openxmlformats.org/officeDocument/2006/relationships/tags" Target="../tags/tag97.xml"/><Relationship Id="rId2" Type="http://schemas.openxmlformats.org/officeDocument/2006/relationships/tags" Target="../tags/tag96.xml"/><Relationship Id="rId1" Type="http://schemas.openxmlformats.org/officeDocument/2006/relationships/tags" Target="../tags/tag95.xml"/></Relationships>
</file>

<file path=ppt/slides/_rels/slide15.xml.rels><?xml version="1.0" encoding="UTF-8" standalone="yes"?>
<Relationships xmlns="http://schemas.openxmlformats.org/package/2006/relationships"><Relationship Id="rId9" Type="http://schemas.openxmlformats.org/officeDocument/2006/relationships/notesSlide" Target="../notesSlides/notesSlide1.xml"/><Relationship Id="rId8" Type="http://schemas.openxmlformats.org/officeDocument/2006/relationships/slideLayout" Target="../slideLayouts/slideLayout2.xml"/><Relationship Id="rId7" Type="http://schemas.openxmlformats.org/officeDocument/2006/relationships/tags" Target="../tags/tag104.xml"/><Relationship Id="rId6" Type="http://schemas.openxmlformats.org/officeDocument/2006/relationships/tags" Target="../tags/tag103.xml"/><Relationship Id="rId5" Type="http://schemas.openxmlformats.org/officeDocument/2006/relationships/tags" Target="../tags/tag102.xml"/><Relationship Id="rId4" Type="http://schemas.openxmlformats.org/officeDocument/2006/relationships/tags" Target="../tags/tag101.xml"/><Relationship Id="rId3" Type="http://schemas.openxmlformats.org/officeDocument/2006/relationships/tags" Target="../tags/tag100.xml"/><Relationship Id="rId2" Type="http://schemas.openxmlformats.org/officeDocument/2006/relationships/tags" Target="../tags/tag99.xml"/><Relationship Id="rId1" Type="http://schemas.openxmlformats.org/officeDocument/2006/relationships/tags" Target="../tags/tag98.xml"/></Relationships>
</file>

<file path=ppt/slides/_rels/slide16.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6.xml"/><Relationship Id="rId3" Type="http://schemas.openxmlformats.org/officeDocument/2006/relationships/image" Target="../media/image11.png"/><Relationship Id="rId2" Type="http://schemas.openxmlformats.org/officeDocument/2006/relationships/image" Target="../media/image10.png"/><Relationship Id="rId1" Type="http://schemas.openxmlformats.org/officeDocument/2006/relationships/tags" Target="../tags/tag105.xml"/></Relationships>
</file>

<file path=ppt/slides/_rels/slide17.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09.xml"/><Relationship Id="rId3" Type="http://schemas.openxmlformats.org/officeDocument/2006/relationships/image" Target="../media/image12.png"/><Relationship Id="rId2" Type="http://schemas.openxmlformats.org/officeDocument/2006/relationships/tags" Target="../tags/tag108.xml"/><Relationship Id="rId1" Type="http://schemas.openxmlformats.org/officeDocument/2006/relationships/tags" Target="../tags/tag107.xml"/></Relationships>
</file>

<file path=ppt/slides/_rels/slide18.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1.xml"/><Relationship Id="rId1" Type="http://schemas.openxmlformats.org/officeDocument/2006/relationships/tags" Target="../tags/tag110.xml"/></Relationships>
</file>

<file path=ppt/slides/_rels/slide19.xml.rels><?xml version="1.0" encoding="UTF-8" standalone="yes"?>
<Relationships xmlns="http://schemas.openxmlformats.org/package/2006/relationships"><Relationship Id="rId3" Type="http://schemas.openxmlformats.org/officeDocument/2006/relationships/slideLayout" Target="../slideLayouts/slideLayout2.xml"/><Relationship Id="rId2" Type="http://schemas.openxmlformats.org/officeDocument/2006/relationships/tags" Target="../tags/tag113.xml"/><Relationship Id="rId1" Type="http://schemas.openxmlformats.org/officeDocument/2006/relationships/tags" Target="../tags/tag112.xml"/></Relationships>
</file>

<file path=ppt/slides/_rels/slide20.xml.rels><?xml version="1.0" encoding="UTF-8" standalone="yes"?>
<Relationships xmlns="http://schemas.openxmlformats.org/package/2006/relationships"><Relationship Id="rId5" Type="http://schemas.openxmlformats.org/officeDocument/2006/relationships/slideLayout" Target="../slideLayouts/slideLayout2.xml"/><Relationship Id="rId4" Type="http://schemas.openxmlformats.org/officeDocument/2006/relationships/tags" Target="../tags/tag116.xml"/><Relationship Id="rId3" Type="http://schemas.openxmlformats.org/officeDocument/2006/relationships/image" Target="../media/image13.png"/><Relationship Id="rId2" Type="http://schemas.openxmlformats.org/officeDocument/2006/relationships/tags" Target="../tags/tag115.xml"/><Relationship Id="rId1" Type="http://schemas.openxmlformats.org/officeDocument/2006/relationships/tags" Target="../tags/tag11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标题 1"/>
          <p:cNvSpPr>
            <a:spLocks noGrp="1"/>
          </p:cNvSpPr>
          <p:nvPr>
            <p:ph type="ctrTitle"/>
            <p:custDataLst>
              <p:tags r:id="rId1"/>
            </p:custDataLst>
          </p:nvPr>
        </p:nvSpPr>
        <p:spPr/>
        <p:txBody>
          <a:bodyPr/>
          <a:p>
            <a:r>
              <a:rPr lang="zh-CN" altLang="en-US" sz="3200"/>
              <a:t>视觉与</a:t>
            </a:r>
            <a:r>
              <a:rPr lang="zh-CN" altLang="en-US" sz="3200"/>
              <a:t>自然语言处理结合实现标题识别</a:t>
            </a:r>
            <a:endParaRPr lang="zh-CN" altLang="en-US" sz="3200"/>
          </a:p>
        </p:txBody>
      </p:sp>
    </p:spTree>
    <p:custDataLst>
      <p:tags r:id="rId2"/>
    </p:custData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sym typeface="+mn-ea"/>
              </a:rPr>
              <a:t>已经成熟的的文档识别</a:t>
            </a:r>
            <a:r>
              <a:rPr lang="zh-CN" altLang="en-US">
                <a:sym typeface="+mn-ea"/>
              </a:rPr>
              <a:t>技术</a:t>
            </a:r>
            <a:endParaRPr lang="zh-CN" altLang="en-US">
              <a:sym typeface="+mn-ea"/>
            </a:endParaRPr>
          </a:p>
        </p:txBody>
      </p:sp>
      <p:sp>
        <p:nvSpPr>
          <p:cNvPr id="3" name="内容占位符 2"/>
          <p:cNvSpPr>
            <a:spLocks noGrp="1"/>
          </p:cNvSpPr>
          <p:nvPr>
            <p:ph idx="1"/>
            <p:custDataLst>
              <p:tags r:id="rId2"/>
            </p:custDataLst>
          </p:nvPr>
        </p:nvSpPr>
        <p:spPr/>
        <p:txBody>
          <a:bodyPr/>
          <a:p>
            <a:r>
              <a:rPr lang="zh-CN" altLang="en-US"/>
              <a:t>目前比较成熟的文档识别技术普遍采用基于</a:t>
            </a:r>
            <a:r>
              <a:rPr lang="en-US" altLang="zh-CN"/>
              <a:t>YOLO</a:t>
            </a:r>
            <a:r>
              <a:rPr lang="zh-CN" altLang="en-US"/>
              <a:t>的网络模型，例如印度理工学院就提出了一个基于</a:t>
            </a:r>
            <a:r>
              <a:rPr lang="en-US" altLang="zh-CN"/>
              <a:t>YOLOv7</a:t>
            </a:r>
            <a:r>
              <a:rPr lang="zh-CN" altLang="en-US"/>
              <a:t>的网络模型用于文档布局分析的</a:t>
            </a:r>
            <a:r>
              <a:rPr lang="en-US" altLang="zh-CN"/>
              <a:t> “</a:t>
            </a:r>
            <a:r>
              <a:rPr lang="zh-CN" altLang="en-US"/>
              <a:t>实例分割</a:t>
            </a:r>
            <a:r>
              <a:rPr lang="en-US" altLang="zh-CN"/>
              <a:t>” </a:t>
            </a:r>
            <a:r>
              <a:rPr lang="zh-CN" altLang="en-US"/>
              <a:t>框架，实现文档理解的自动化。核心组件包括负责特征提取的骨干网络（</a:t>
            </a:r>
            <a:r>
              <a:rPr lang="en-US" altLang="zh-CN"/>
              <a:t>E-Elan</a:t>
            </a:r>
            <a:r>
              <a:rPr lang="zh-CN" altLang="en-US"/>
              <a:t>）、负责特征融合的颈部网络（特征金字塔网络）和负责目标检测的头部网络，本质是计算机视觉领域的单阶段目标检测与分割模型。</a:t>
            </a:r>
            <a:endParaRPr lang="zh-CN" altLang="en-US"/>
          </a:p>
        </p:txBody>
      </p:sp>
      <p:pic>
        <p:nvPicPr>
          <p:cNvPr id="4" name="图片 3"/>
          <p:cNvPicPr>
            <a:picLocks noChangeAspect="1"/>
          </p:cNvPicPr>
          <p:nvPr/>
        </p:nvPicPr>
        <p:blipFill>
          <a:blip r:embed="rId3"/>
          <a:stretch>
            <a:fillRect/>
          </a:stretch>
        </p:blipFill>
        <p:spPr>
          <a:xfrm>
            <a:off x="2069465" y="3562985"/>
            <a:ext cx="7903210" cy="2110105"/>
          </a:xfrm>
          <a:prstGeom prst="rect">
            <a:avLst/>
          </a:prstGeom>
        </p:spPr>
      </p:pic>
    </p:spTree>
    <p:custDataLst>
      <p:tags r:id="rId4"/>
    </p:custData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sz="2400"/>
              <a:t>目前</a:t>
            </a:r>
            <a:r>
              <a:rPr lang="zh-CN" altLang="en-US" sz="2400"/>
              <a:t>正在发展的文档识别</a:t>
            </a:r>
            <a:r>
              <a:rPr lang="zh-CN" altLang="en-US" sz="2400"/>
              <a:t>方法</a:t>
            </a:r>
            <a:endParaRPr lang="zh-CN" altLang="en-US" sz="2400"/>
          </a:p>
        </p:txBody>
      </p:sp>
      <p:sp>
        <p:nvSpPr>
          <p:cNvPr id="3" name="内容占位符 2"/>
          <p:cNvSpPr>
            <a:spLocks noGrp="1"/>
          </p:cNvSpPr>
          <p:nvPr>
            <p:ph idx="1"/>
            <p:custDataLst>
              <p:tags r:id="rId2"/>
            </p:custDataLst>
          </p:nvPr>
        </p:nvSpPr>
        <p:spPr>
          <a:xfrm>
            <a:off x="608330" y="1490345"/>
            <a:ext cx="10299065" cy="4759325"/>
          </a:xfrm>
        </p:spPr>
        <p:txBody>
          <a:bodyPr/>
          <a:p>
            <a:pPr marL="0" indent="0">
              <a:buNone/>
            </a:pPr>
            <a:r>
              <a:rPr lang="zh-CN" altLang="en-US"/>
              <a:t>目前，</a:t>
            </a:r>
            <a:r>
              <a:rPr lang="en-US" altLang="zh-CN"/>
              <a:t>NLP</a:t>
            </a:r>
            <a:r>
              <a:rPr lang="zh-CN" altLang="en-US"/>
              <a:t>技术作为辅助与</a:t>
            </a:r>
            <a:r>
              <a:rPr lang="en-US" altLang="zh-CN"/>
              <a:t>OCR</a:t>
            </a:r>
            <a:r>
              <a:rPr lang="zh-CN" altLang="en-US"/>
              <a:t>共同实现文档识别逐渐成熟并得到中外研究人员的</a:t>
            </a:r>
            <a:r>
              <a:rPr lang="zh-CN" altLang="en-US"/>
              <a:t>青睐，在</a:t>
            </a:r>
            <a:r>
              <a:rPr lang="en-US" altLang="zh-CN"/>
              <a:t>2024</a:t>
            </a:r>
            <a:r>
              <a:rPr lang="zh-CN" altLang="en-US"/>
              <a:t>年，上海大学发表在</a:t>
            </a:r>
            <a:r>
              <a:rPr lang="en-US" altLang="zh-CN"/>
              <a:t>IEEE</a:t>
            </a:r>
            <a:r>
              <a:rPr lang="zh-CN" altLang="en-US"/>
              <a:t>上的一篇文章结合两种技术实现了简历的准确识别，同时指出，目前</a:t>
            </a:r>
            <a:r>
              <a:rPr lang="en-US" altLang="zh-CN"/>
              <a:t>OCR</a:t>
            </a:r>
            <a:r>
              <a:rPr lang="zh-CN" altLang="en-US"/>
              <a:t>与</a:t>
            </a:r>
            <a:r>
              <a:rPr lang="en-US" altLang="zh-CN"/>
              <a:t>NLP</a:t>
            </a:r>
            <a:r>
              <a:rPr lang="zh-CN" altLang="en-US"/>
              <a:t>结合也是简历这类文档处理的重要</a:t>
            </a:r>
            <a:r>
              <a:rPr lang="zh-CN" altLang="en-US"/>
              <a:t>研究方向。</a:t>
            </a:r>
            <a:endParaRPr lang="zh-CN" altLang="en-US"/>
          </a:p>
        </p:txBody>
      </p:sp>
      <p:pic>
        <p:nvPicPr>
          <p:cNvPr id="4" name="图片 3"/>
          <p:cNvPicPr>
            <a:picLocks noChangeAspect="1"/>
          </p:cNvPicPr>
          <p:nvPr/>
        </p:nvPicPr>
        <p:blipFill>
          <a:blip r:embed="rId3"/>
          <a:stretch>
            <a:fillRect/>
          </a:stretch>
        </p:blipFill>
        <p:spPr>
          <a:xfrm>
            <a:off x="1492250" y="3256280"/>
            <a:ext cx="8617585" cy="1915160"/>
          </a:xfrm>
          <a:prstGeom prst="rect">
            <a:avLst/>
          </a:prstGeom>
        </p:spPr>
      </p:pic>
    </p:spTree>
    <p:custDataLst>
      <p:tags r:id="rId4"/>
    </p:custData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596900"/>
            <a:ext cx="11029950" cy="4759325"/>
          </a:xfrm>
        </p:spPr>
        <p:txBody>
          <a:bodyPr>
            <a:normAutofit/>
          </a:bodyPr>
          <a:p>
            <a:r>
              <a:rPr lang="zh-CN" altLang="en-US"/>
              <a:t>这篇论文基于</a:t>
            </a:r>
            <a:r>
              <a:rPr lang="en-US" altLang="zh-CN"/>
              <a:t> AI </a:t>
            </a:r>
            <a:r>
              <a:rPr lang="zh-CN" altLang="en-US"/>
              <a:t>的简历自动文本识别、信息提取与评估匹配系统。该系统融合</a:t>
            </a:r>
            <a:r>
              <a:rPr lang="en-US" altLang="zh-CN"/>
              <a:t> OCR </a:t>
            </a:r>
            <a:r>
              <a:rPr lang="zh-CN" altLang="en-US"/>
              <a:t>与</a:t>
            </a:r>
            <a:r>
              <a:rPr lang="en-US" altLang="zh-CN"/>
              <a:t> NLP </a:t>
            </a:r>
            <a:r>
              <a:rPr lang="zh-CN" altLang="en-US"/>
              <a:t>技术，设计多层分类算法以实现简历信息的高效识别，采用深度学习模型与多义词消歧机制提升简历内容的语义分析能力，并在匹配算法中引入语义比对以提高岗位匹配的准确性。</a:t>
            </a:r>
            <a:endParaRPr lang="zh-CN" altLang="en-US"/>
          </a:p>
          <a:p>
            <a:r>
              <a:rPr lang="zh-CN" altLang="en-US"/>
              <a:t>简历识别与标题识别是基本同样的方向，判断的主要条件也是根据语义，故这篇论文有</a:t>
            </a:r>
            <a:r>
              <a:rPr lang="zh-CN" altLang="en-US"/>
              <a:t>可借鉴之处</a:t>
            </a:r>
            <a:endParaRPr lang="zh-CN" altLang="en-US"/>
          </a:p>
          <a:p>
            <a:r>
              <a:rPr lang="zh-CN" altLang="en-US"/>
              <a:t>首先可通过对比来实现标题和正文的判断，假设有一个标题模板</a:t>
            </a:r>
            <a:r>
              <a:rPr lang="en-US" altLang="zh-CN"/>
              <a:t>A1</a:t>
            </a:r>
            <a:r>
              <a:rPr lang="zh-CN" altLang="en-US"/>
              <a:t>和正文模板</a:t>
            </a:r>
            <a:r>
              <a:rPr lang="en-US" altLang="zh-CN"/>
              <a:t>A2</a:t>
            </a:r>
            <a:r>
              <a:rPr lang="zh-CN" altLang="en-US"/>
              <a:t>（不同类型的文章可动态生成模板避免模板单一化），现在要区分文章</a:t>
            </a:r>
            <a:r>
              <a:rPr lang="en-US" altLang="zh-CN"/>
              <a:t>B</a:t>
            </a:r>
            <a:r>
              <a:rPr lang="zh-CN" altLang="en-US"/>
              <a:t>中的标题和正文段，采用</a:t>
            </a:r>
            <a:r>
              <a:rPr lang="en-US" altLang="zh-CN"/>
              <a:t>OCR</a:t>
            </a:r>
            <a:r>
              <a:rPr lang="zh-CN" altLang="en-US"/>
              <a:t>技术提取过文本后，以段落或者行将其分割为若干部分，并提取每部分的特征（如文本内容、长度、字体大小、位置、是否包含标点等），然后使用</a:t>
            </a:r>
            <a:r>
              <a:rPr lang="en-US" altLang="zh-CN"/>
              <a:t>Sentence-BERT</a:t>
            </a:r>
            <a:r>
              <a:rPr lang="zh-CN" altLang="en-US"/>
              <a:t>计算与标题</a:t>
            </a:r>
            <a:r>
              <a:rPr lang="en-US" altLang="zh-CN"/>
              <a:t>/</a:t>
            </a:r>
            <a:r>
              <a:rPr lang="zh-CN" altLang="en-US"/>
              <a:t>正文模板的语义相似度。</a:t>
            </a:r>
            <a:endParaRPr lang="zh-CN" altLang="en-US"/>
          </a:p>
        </p:txBody>
      </p:sp>
      <p:pic>
        <p:nvPicPr>
          <p:cNvPr id="5" name="图片 4"/>
          <p:cNvPicPr>
            <a:picLocks noChangeAspect="1"/>
          </p:cNvPicPr>
          <p:nvPr/>
        </p:nvPicPr>
        <p:blipFill>
          <a:blip r:embed="rId2"/>
          <a:stretch>
            <a:fillRect/>
          </a:stretch>
        </p:blipFill>
        <p:spPr>
          <a:xfrm>
            <a:off x="358775" y="4634865"/>
            <a:ext cx="11353800" cy="1384300"/>
          </a:xfrm>
          <a:prstGeom prst="rect">
            <a:avLst/>
          </a:prstGeom>
        </p:spPr>
      </p:pic>
    </p:spTree>
    <p:custDataLst>
      <p:tags r:id="rId3"/>
    </p:custData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706120"/>
            <a:ext cx="4847590" cy="4759325"/>
          </a:xfrm>
        </p:spPr>
        <p:txBody>
          <a:bodyPr>
            <a:normAutofit/>
          </a:bodyPr>
          <a:p>
            <a:r>
              <a:rPr lang="zh-CN" altLang="en-US"/>
              <a:t>另外，国外结合两种技术的时间更早在</a:t>
            </a:r>
            <a:r>
              <a:rPr lang="en-US" altLang="zh-CN"/>
              <a:t>2022</a:t>
            </a:r>
            <a:r>
              <a:rPr lang="zh-CN" altLang="en-US"/>
              <a:t>年土耳其科贾埃利大学使用</a:t>
            </a:r>
            <a:r>
              <a:rPr lang="en-US" altLang="zh-CN"/>
              <a:t>OCR</a:t>
            </a:r>
            <a:r>
              <a:rPr lang="zh-CN" altLang="en-US"/>
              <a:t>与</a:t>
            </a:r>
            <a:r>
              <a:rPr lang="en-US" altLang="zh-CN"/>
              <a:t>NLP</a:t>
            </a:r>
            <a:r>
              <a:rPr lang="zh-CN" altLang="en-US"/>
              <a:t>进行文档分类，在</a:t>
            </a:r>
            <a:r>
              <a:rPr lang="en-US" altLang="zh-CN"/>
              <a:t>OCR</a:t>
            </a:r>
            <a:r>
              <a:rPr lang="zh-CN" altLang="en-US"/>
              <a:t>识别出文档分类方法基于光学字符识别（</a:t>
            </a:r>
            <a:r>
              <a:rPr lang="en-US" altLang="zh-CN"/>
              <a:t>OCR</a:t>
            </a:r>
            <a:r>
              <a:rPr lang="zh-CN" altLang="en-US"/>
              <a:t>）与传统机器学习算法，其中</a:t>
            </a:r>
            <a:r>
              <a:rPr lang="en-US" altLang="zh-CN"/>
              <a:t> OCR </a:t>
            </a:r>
            <a:r>
              <a:rPr lang="zh-CN" altLang="en-US"/>
              <a:t>技术用于从</a:t>
            </a:r>
            <a:r>
              <a:rPr lang="en-US" altLang="zh-CN"/>
              <a:t> PDF </a:t>
            </a:r>
            <a:r>
              <a:rPr lang="zh-CN" altLang="en-US"/>
              <a:t>格式的文档图像中提取文本内容，并采用词频</a:t>
            </a:r>
            <a:r>
              <a:rPr lang="en-US" altLang="zh-CN"/>
              <a:t> - </a:t>
            </a:r>
            <a:r>
              <a:rPr lang="zh-CN" altLang="en-US"/>
              <a:t>逆文档频率（</a:t>
            </a:r>
            <a:r>
              <a:rPr lang="en-US" altLang="zh-CN"/>
              <a:t>TF-IDF</a:t>
            </a:r>
            <a:r>
              <a:rPr lang="zh-CN" altLang="en-US"/>
              <a:t>）方法将文本转换为数值特征表示。但对</a:t>
            </a:r>
            <a:r>
              <a:rPr lang="en-US" altLang="zh-CN"/>
              <a:t>NLP</a:t>
            </a:r>
            <a:r>
              <a:rPr lang="zh-CN" altLang="en-US"/>
              <a:t>的使用仅有浅浅一层，并未涉及</a:t>
            </a:r>
            <a:r>
              <a:rPr lang="en-US" altLang="zh-CN"/>
              <a:t> NLP </a:t>
            </a:r>
            <a:r>
              <a:rPr lang="zh-CN" altLang="en-US"/>
              <a:t>领域更复杂的技术（如深度学习驱动的文本语义理解、</a:t>
            </a:r>
            <a:r>
              <a:rPr lang="en-US" altLang="zh-CN"/>
              <a:t>Transformer </a:t>
            </a:r>
            <a:r>
              <a:rPr lang="zh-CN" altLang="en-US"/>
              <a:t>架构模型等），其对文本的处理仍停留在传统的特征工程层面</a:t>
            </a:r>
            <a:endParaRPr lang="zh-CN" altLang="en-US"/>
          </a:p>
        </p:txBody>
      </p:sp>
      <p:pic>
        <p:nvPicPr>
          <p:cNvPr id="4" name="图片 3"/>
          <p:cNvPicPr>
            <a:picLocks noChangeAspect="1"/>
          </p:cNvPicPr>
          <p:nvPr/>
        </p:nvPicPr>
        <p:blipFill>
          <a:blip r:embed="rId2"/>
          <a:stretch>
            <a:fillRect/>
          </a:stretch>
        </p:blipFill>
        <p:spPr>
          <a:xfrm>
            <a:off x="6158865" y="1631950"/>
            <a:ext cx="4498975" cy="3124200"/>
          </a:xfrm>
          <a:prstGeom prst="rect">
            <a:avLst/>
          </a:prstGeom>
        </p:spPr>
      </p:pic>
    </p:spTree>
    <p:custDataLst>
      <p:tags r:id="rId3"/>
    </p:custData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2000"/>
              <a:t>NLP</a:t>
            </a:r>
            <a:r>
              <a:rPr lang="zh-CN" altLang="en-US" sz="2000"/>
              <a:t>在</a:t>
            </a:r>
            <a:r>
              <a:rPr lang="en-US" altLang="zh-CN" sz="2000"/>
              <a:t>ORC</a:t>
            </a:r>
            <a:r>
              <a:rPr lang="zh-CN" altLang="en-US" sz="2000"/>
              <a:t>中的辅助作用</a:t>
            </a:r>
            <a:endParaRPr lang="zh-CN" altLang="en-US" sz="2000"/>
          </a:p>
        </p:txBody>
      </p:sp>
      <p:sp>
        <p:nvSpPr>
          <p:cNvPr id="3" name="内容占位符 2"/>
          <p:cNvSpPr>
            <a:spLocks noGrp="1"/>
          </p:cNvSpPr>
          <p:nvPr>
            <p:ph idx="1"/>
            <p:custDataLst>
              <p:tags r:id="rId2"/>
            </p:custDataLst>
          </p:nvPr>
        </p:nvSpPr>
        <p:spPr/>
        <p:txBody>
          <a:bodyPr/>
          <a:p>
            <a:r>
              <a:rPr lang="en-US" altLang="zh-CN"/>
              <a:t>2024</a:t>
            </a:r>
            <a:r>
              <a:rPr lang="zh-CN" altLang="en-US"/>
              <a:t>年印度北方邦诺伊达阿米提大学一文指出</a:t>
            </a:r>
            <a:r>
              <a:rPr lang="en-US" altLang="zh-CN"/>
              <a:t>OCR</a:t>
            </a:r>
            <a:r>
              <a:rPr lang="zh-CN" altLang="en-US"/>
              <a:t>过程的精度受数据类型影响显著</a:t>
            </a:r>
            <a:r>
              <a:rPr lang="en-US" altLang="zh-CN"/>
              <a:t>—OCR </a:t>
            </a:r>
            <a:r>
              <a:rPr lang="zh-CN" altLang="en-US"/>
              <a:t>模型对文档特征高度敏感，例如字体、字符间距、扫描质量及手写文档的书写风格等，</a:t>
            </a:r>
            <a:r>
              <a:rPr lang="en-US" altLang="zh-CN">
                <a:sym typeface="+mn-ea"/>
              </a:rPr>
              <a:t>NLP</a:t>
            </a:r>
            <a:r>
              <a:rPr lang="zh-CN" altLang="en-US">
                <a:sym typeface="+mn-ea"/>
              </a:rPr>
              <a:t>能修正</a:t>
            </a:r>
            <a:r>
              <a:rPr lang="en-US" altLang="zh-CN">
                <a:sym typeface="+mn-ea"/>
              </a:rPr>
              <a:t>OCR</a:t>
            </a:r>
            <a:r>
              <a:rPr lang="zh-CN" altLang="en-US">
                <a:sym typeface="+mn-ea"/>
              </a:rPr>
              <a:t>识别文本中的错误，进而提高整体结果精度。</a:t>
            </a:r>
            <a:endParaRPr lang="zh-CN" altLang="en-US"/>
          </a:p>
        </p:txBody>
      </p:sp>
      <p:pic>
        <p:nvPicPr>
          <p:cNvPr id="4" name="图片 3"/>
          <p:cNvPicPr>
            <a:picLocks noChangeAspect="1"/>
          </p:cNvPicPr>
          <p:nvPr/>
        </p:nvPicPr>
        <p:blipFill>
          <a:blip r:embed="rId3"/>
          <a:stretch>
            <a:fillRect/>
          </a:stretch>
        </p:blipFill>
        <p:spPr>
          <a:xfrm>
            <a:off x="1520190" y="3514725"/>
            <a:ext cx="8679815" cy="1264920"/>
          </a:xfrm>
          <a:prstGeom prst="rect">
            <a:avLst/>
          </a:prstGeom>
        </p:spPr>
      </p:pic>
    </p:spTree>
    <p:custDataLst>
      <p:tags r:id="rId4"/>
    </p:custData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633095"/>
            <a:ext cx="5487670" cy="4759325"/>
          </a:xfrm>
        </p:spPr>
        <p:txBody>
          <a:bodyPr>
            <a:normAutofit lnSpcReduction="20000"/>
          </a:bodyPr>
          <a:p>
            <a:r>
              <a:rPr lang="zh-CN" altLang="en-US"/>
              <a:t>宁波诺丁汉大学同样采用</a:t>
            </a:r>
            <a:r>
              <a:rPr lang="en-US" altLang="zh-CN"/>
              <a:t>OCR</a:t>
            </a:r>
            <a:r>
              <a:rPr lang="zh-CN" altLang="en-US"/>
              <a:t>和</a:t>
            </a:r>
            <a:r>
              <a:rPr lang="en-US" altLang="zh-CN"/>
              <a:t>NLP</a:t>
            </a:r>
            <a:r>
              <a:rPr lang="zh-CN" altLang="en-US"/>
              <a:t>开发了一套对于中文的文档识别系统。</a:t>
            </a:r>
            <a:r>
              <a:rPr lang="zh-CN" altLang="en-US"/>
              <a:t>该系统研究旨在通过开发一个针对中文调查文档的高级检索框架，解决现有文档检索系统的局限性。</a:t>
            </a:r>
            <a:endParaRPr lang="zh-CN" altLang="en-US"/>
          </a:p>
          <a:p>
            <a:r>
              <a:rPr lang="zh-CN" altLang="en-US"/>
              <a:t>该系统使用专用</a:t>
            </a:r>
            <a:r>
              <a:rPr lang="en-US" altLang="zh-CN"/>
              <a:t>OCR</a:t>
            </a:r>
            <a:r>
              <a:rPr lang="zh-CN" altLang="en-US"/>
              <a:t>（如</a:t>
            </a:r>
            <a:r>
              <a:rPr lang="en-US" altLang="zh-CN"/>
              <a:t>PP-OCR</a:t>
            </a:r>
            <a:r>
              <a:rPr lang="zh-CN" altLang="en-US"/>
              <a:t>）从图像中提取文本。引入后处理矫正模块，利用中文语言模型纠正</a:t>
            </a:r>
            <a:r>
              <a:rPr lang="en-US" altLang="zh-CN"/>
              <a:t>OCR</a:t>
            </a:r>
            <a:r>
              <a:rPr lang="zh-CN" altLang="en-US"/>
              <a:t>识别错误，提升文本质量。对文档进行结构化标注，标记关键字段（如姓名、日期、类别），为语义理解提供基础。在标注好的中文调查文档数据集上对模型进行微调，使其适应特定领域的语言特点和任务需求。利用微调后的模型将文档和查询转换为高维语义向量，使用余弦相似度衡量查询向量与文档向量之间的语义相关性，替代传统的关键词匹配。</a:t>
            </a:r>
            <a:endParaRPr lang="zh-CN" altLang="en-US"/>
          </a:p>
        </p:txBody>
      </p:sp>
      <p:pic>
        <p:nvPicPr>
          <p:cNvPr id="4" name="图片 3" descr="deepseek_mermaid_20251022_e326fc"/>
          <p:cNvPicPr>
            <a:picLocks noChangeAspect="1"/>
          </p:cNvPicPr>
          <p:nvPr/>
        </p:nvPicPr>
        <p:blipFill>
          <a:blip r:embed="rId2"/>
          <a:srcRect r="31594" b="44306"/>
          <a:stretch>
            <a:fillRect/>
          </a:stretch>
        </p:blipFill>
        <p:spPr>
          <a:xfrm>
            <a:off x="6792595" y="346710"/>
            <a:ext cx="4016375" cy="5814060"/>
          </a:xfrm>
          <a:prstGeom prst="rect">
            <a:avLst/>
          </a:prstGeom>
        </p:spPr>
      </p:pic>
    </p:spTree>
    <p:custDataLst>
      <p:tags r:id="rId3"/>
    </p:custData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将同样的思路应用于标题</a:t>
            </a:r>
            <a:r>
              <a:rPr lang="zh-CN" altLang="en-US"/>
              <a:t>识别</a:t>
            </a:r>
            <a:endParaRPr lang="zh-CN" altLang="en-US"/>
          </a:p>
        </p:txBody>
      </p:sp>
      <p:sp>
        <p:nvSpPr>
          <p:cNvPr id="3" name="内容占位符 2"/>
          <p:cNvSpPr>
            <a:spLocks noGrp="1"/>
          </p:cNvSpPr>
          <p:nvPr>
            <p:ph idx="1"/>
            <p:custDataLst>
              <p:tags r:id="rId2"/>
            </p:custDataLst>
          </p:nvPr>
        </p:nvSpPr>
        <p:spPr/>
        <p:txBody>
          <a:bodyPr/>
          <a:p>
            <a:r>
              <a:rPr lang="zh-CN" altLang="en-US"/>
              <a:t>使用先进的</a:t>
            </a:r>
            <a:r>
              <a:rPr lang="en-US" altLang="zh-CN"/>
              <a:t>OCR</a:t>
            </a:r>
            <a:r>
              <a:rPr lang="zh-CN" altLang="en-US"/>
              <a:t>引擎，关键是要使用带坐标的</a:t>
            </a:r>
            <a:r>
              <a:rPr lang="en-US" altLang="zh-CN"/>
              <a:t>OCR</a:t>
            </a:r>
            <a:r>
              <a:rPr lang="zh-CN" altLang="en-US"/>
              <a:t>，即不仅能识别文字，还能返回每个文本块的边界框、字体大小、置信度等信息。需要一个标注数据集，其中每个文本块都被标记了类别。可以简单定义为</a:t>
            </a:r>
            <a:r>
              <a:rPr lang="en-US" altLang="zh-CN"/>
              <a:t> {</a:t>
            </a:r>
            <a:r>
              <a:rPr lang="zh-CN" altLang="en-US"/>
              <a:t>标题，</a:t>
            </a:r>
            <a:r>
              <a:rPr lang="en-US" altLang="zh-CN"/>
              <a:t> </a:t>
            </a:r>
            <a:r>
              <a:rPr lang="zh-CN" altLang="en-US"/>
              <a:t>正文，</a:t>
            </a:r>
            <a:r>
              <a:rPr lang="en-US" altLang="zh-CN"/>
              <a:t> </a:t>
            </a:r>
            <a:r>
              <a:rPr lang="zh-CN" altLang="en-US"/>
              <a:t>其他</a:t>
            </a:r>
            <a:r>
              <a:rPr lang="en-US" altLang="zh-CN"/>
              <a:t>}</a:t>
            </a:r>
            <a:r>
              <a:rPr lang="zh-CN" altLang="en-US"/>
              <a:t>，也可以更细粒度，如</a:t>
            </a:r>
            <a:r>
              <a:rPr lang="en-US" altLang="zh-CN"/>
              <a:t> {</a:t>
            </a:r>
            <a:r>
              <a:rPr lang="zh-CN" altLang="en-US"/>
              <a:t>文档标题，</a:t>
            </a:r>
            <a:r>
              <a:rPr lang="en-US" altLang="zh-CN"/>
              <a:t> </a:t>
            </a:r>
            <a:r>
              <a:rPr lang="zh-CN" altLang="en-US"/>
              <a:t>章节标题，</a:t>
            </a:r>
            <a:r>
              <a:rPr lang="en-US" altLang="zh-CN"/>
              <a:t> </a:t>
            </a:r>
            <a:r>
              <a:rPr lang="zh-CN" altLang="en-US"/>
              <a:t>小节标题，</a:t>
            </a:r>
            <a:r>
              <a:rPr lang="en-US" altLang="zh-CN"/>
              <a:t> </a:t>
            </a:r>
            <a:r>
              <a:rPr lang="zh-CN" altLang="en-US"/>
              <a:t>正文，</a:t>
            </a:r>
            <a:r>
              <a:rPr lang="en-US" altLang="zh-CN"/>
              <a:t> </a:t>
            </a:r>
            <a:r>
              <a:rPr lang="zh-CN" altLang="en-US"/>
              <a:t>图注，</a:t>
            </a:r>
            <a:r>
              <a:rPr lang="en-US" altLang="zh-CN"/>
              <a:t> </a:t>
            </a:r>
            <a:r>
              <a:rPr lang="zh-CN" altLang="en-US"/>
              <a:t>表头，</a:t>
            </a:r>
            <a:r>
              <a:rPr lang="en-US" altLang="zh-CN"/>
              <a:t> </a:t>
            </a:r>
            <a:r>
              <a:rPr lang="zh-CN" altLang="en-US"/>
              <a:t>页脚</a:t>
            </a:r>
            <a:r>
              <a:rPr lang="en-US" altLang="zh-CN"/>
              <a:t>...}</a:t>
            </a:r>
            <a:r>
              <a:rPr lang="zh-CN" altLang="en-US"/>
              <a:t>。对</a:t>
            </a:r>
            <a:r>
              <a:rPr lang="en-US" altLang="zh-CN"/>
              <a:t>OCR</a:t>
            </a:r>
            <a:r>
              <a:rPr lang="zh-CN" altLang="en-US"/>
              <a:t>输出的每个文本块进行标注。可以合成一些文档数据，或对现有文档进行版式变换，以增加数据多样性。</a:t>
            </a:r>
            <a:endParaRPr lang="zh-CN" altLang="en-US"/>
          </a:p>
          <a:p>
            <a:r>
              <a:rPr lang="zh-CN" altLang="en-US"/>
              <a:t>模型设计</a:t>
            </a:r>
            <a:r>
              <a:rPr lang="en-US" altLang="zh-CN"/>
              <a:t> - </a:t>
            </a:r>
            <a:r>
              <a:rPr lang="zh-CN" altLang="en-US"/>
              <a:t>融合视觉与语义特征：从每个文本块的</a:t>
            </a:r>
            <a:r>
              <a:rPr lang="en-US" altLang="zh-CN"/>
              <a:t>OCR</a:t>
            </a:r>
            <a:r>
              <a:rPr lang="zh-CN" altLang="en-US"/>
              <a:t>结果中提取特征（坐标、宽高、面积</a:t>
            </a:r>
            <a:r>
              <a:rPr lang="zh-CN" altLang="en-US">
                <a:sym typeface="+mn-ea"/>
              </a:rPr>
              <a:t>、</a:t>
            </a:r>
            <a:r>
              <a:rPr lang="zh-CN" altLang="en-US"/>
              <a:t>在页面中的相对位置</a:t>
            </a:r>
            <a:r>
              <a:rPr lang="zh-CN" altLang="en-US">
                <a:sym typeface="+mn-ea"/>
              </a:rPr>
              <a:t>、</a:t>
            </a:r>
            <a:r>
              <a:rPr lang="zh-CN" altLang="en-US"/>
              <a:t>字体大小、粗细），这些数值特征可以通过一个全连接神经网络来学习使用一个在中文语料上预训练并针对</a:t>
            </a:r>
            <a:r>
              <a:rPr lang="en-US" altLang="zh-CN"/>
              <a:t>“</a:t>
            </a:r>
            <a:r>
              <a:rPr lang="zh-CN" altLang="en-US"/>
              <a:t>标题性</a:t>
            </a:r>
            <a:r>
              <a:rPr lang="en-US" altLang="zh-CN"/>
              <a:t>”</a:t>
            </a:r>
            <a:r>
              <a:rPr lang="zh-CN" altLang="en-US"/>
              <a:t>文本微调过的模型</a:t>
            </a:r>
            <a:endParaRPr lang="zh-CN" altLang="en-US"/>
          </a:p>
        </p:txBody>
      </p:sp>
    </p:spTree>
    <p:custDataLst>
      <p:tags r:id="rId3"/>
    </p:custData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a:t>VLM—</a:t>
            </a:r>
            <a:r>
              <a:rPr lang="zh-CN" altLang="en-US"/>
              <a:t>视觉语言模型的</a:t>
            </a:r>
            <a:r>
              <a:rPr lang="zh-CN" altLang="en-US"/>
              <a:t>诞生</a:t>
            </a:r>
            <a:endParaRPr lang="zh-CN" altLang="en-US"/>
          </a:p>
        </p:txBody>
      </p:sp>
      <p:sp>
        <p:nvSpPr>
          <p:cNvPr id="3" name="内容占位符 2"/>
          <p:cNvSpPr>
            <a:spLocks noGrp="1"/>
          </p:cNvSpPr>
          <p:nvPr>
            <p:ph idx="1"/>
            <p:custDataLst>
              <p:tags r:id="rId2"/>
            </p:custDataLst>
          </p:nvPr>
        </p:nvSpPr>
        <p:spPr/>
        <p:txBody>
          <a:bodyPr/>
          <a:p>
            <a:r>
              <a:rPr lang="en-US" altLang="zh-CN"/>
              <a:t>OpenAI</a:t>
            </a:r>
            <a:r>
              <a:rPr lang="zh-CN" altLang="en-US"/>
              <a:t>在</a:t>
            </a:r>
            <a:r>
              <a:rPr lang="en-US" altLang="zh-CN"/>
              <a:t>2021</a:t>
            </a:r>
            <a:r>
              <a:rPr lang="zh-CN" altLang="en-US"/>
              <a:t>年的</a:t>
            </a:r>
            <a:r>
              <a:rPr lang="en-US" altLang="zh-CN"/>
              <a:t>ICML</a:t>
            </a:r>
            <a:r>
              <a:rPr lang="zh-CN" altLang="en-US"/>
              <a:t>上提出</a:t>
            </a:r>
            <a:r>
              <a:rPr lang="en-US" altLang="zh-CN"/>
              <a:t>CLIP</a:t>
            </a:r>
            <a:r>
              <a:rPr lang="zh-CN" altLang="en-US"/>
              <a:t>奠定了</a:t>
            </a:r>
            <a:r>
              <a:rPr lang="en-US" altLang="zh-CN"/>
              <a:t>VLM</a:t>
            </a:r>
            <a:r>
              <a:rPr lang="zh-CN" altLang="en-US"/>
              <a:t>的基础。</a:t>
            </a:r>
            <a:endParaRPr lang="zh-CN" altLang="en-US"/>
          </a:p>
          <a:p>
            <a:r>
              <a:rPr lang="en-US" altLang="zh-CN"/>
              <a:t>VLM</a:t>
            </a:r>
            <a:r>
              <a:rPr lang="zh-CN" altLang="en-US"/>
              <a:t>的原理是将视觉和语言信息映射到同一个语义空间。首先使用一个视觉编码器（例如，</a:t>
            </a:r>
            <a:r>
              <a:rPr lang="en-US" altLang="zh-CN"/>
              <a:t>CLIP </a:t>
            </a:r>
            <a:r>
              <a:rPr lang="zh-CN" altLang="en-US"/>
              <a:t>中的</a:t>
            </a:r>
            <a:r>
              <a:rPr lang="en-US" altLang="zh-CN"/>
              <a:t> ViT </a:t>
            </a:r>
            <a:r>
              <a:rPr lang="zh-CN" altLang="en-US"/>
              <a:t>或传统的</a:t>
            </a:r>
            <a:r>
              <a:rPr lang="en-US" altLang="zh-CN"/>
              <a:t> CNN</a:t>
            </a:r>
            <a:r>
              <a:rPr lang="zh-CN" altLang="en-US"/>
              <a:t>）来处理输入的图像。同时，模型使用一个文本编码器（例如，基于</a:t>
            </a:r>
            <a:r>
              <a:rPr lang="en-US" altLang="zh-CN"/>
              <a:t> Transformer </a:t>
            </a:r>
            <a:r>
              <a:rPr lang="zh-CN" altLang="en-US"/>
              <a:t>的模型如</a:t>
            </a:r>
            <a:r>
              <a:rPr lang="en-US" altLang="zh-CN"/>
              <a:t> BERT </a:t>
            </a:r>
            <a:r>
              <a:rPr lang="zh-CN" altLang="en-US"/>
              <a:t>或</a:t>
            </a:r>
            <a:r>
              <a:rPr lang="en-US" altLang="zh-CN"/>
              <a:t> GPT</a:t>
            </a:r>
            <a:r>
              <a:rPr lang="zh-CN" altLang="en-US"/>
              <a:t>）来处理文本输入（例如问题、指令）。</a:t>
            </a:r>
            <a:endParaRPr lang="zh-CN" altLang="en-US"/>
          </a:p>
          <a:p>
            <a:r>
              <a:rPr lang="zh-CN" altLang="en-US"/>
              <a:t>美国新墨西哥州洛斯阿拉莫斯国家实验室提出</a:t>
            </a:r>
            <a:r>
              <a:rPr lang="en-US" altLang="zh-CN"/>
              <a:t>,“</a:t>
            </a:r>
            <a:r>
              <a:rPr lang="zh-CN" altLang="en-US"/>
              <a:t>我们不应该迷失在</a:t>
            </a:r>
            <a:r>
              <a:rPr lang="en-US" altLang="zh-CN"/>
              <a:t>ORC</a:t>
            </a:r>
            <a:r>
              <a:rPr lang="zh-CN" altLang="en-US"/>
              <a:t>中，要学会使用</a:t>
            </a:r>
            <a:r>
              <a:rPr lang="en-US" altLang="zh-CN"/>
              <a:t>VLM</a:t>
            </a:r>
            <a:r>
              <a:rPr lang="zh-CN" altLang="en-US"/>
              <a:t>来代替单纯的</a:t>
            </a:r>
            <a:r>
              <a:rPr lang="en-US" altLang="zh-CN"/>
              <a:t>ORC”</a:t>
            </a:r>
            <a:endParaRPr lang="zh-CN" altLang="en-US"/>
          </a:p>
        </p:txBody>
      </p:sp>
      <p:pic>
        <p:nvPicPr>
          <p:cNvPr id="4" name="图片 3"/>
          <p:cNvPicPr>
            <a:picLocks noChangeAspect="1"/>
          </p:cNvPicPr>
          <p:nvPr/>
        </p:nvPicPr>
        <p:blipFill>
          <a:blip r:embed="rId3"/>
          <a:stretch>
            <a:fillRect/>
          </a:stretch>
        </p:blipFill>
        <p:spPr>
          <a:xfrm>
            <a:off x="1872615" y="4264025"/>
            <a:ext cx="8023225" cy="1860550"/>
          </a:xfrm>
          <a:prstGeom prst="rect">
            <a:avLst/>
          </a:prstGeom>
        </p:spPr>
      </p:pic>
    </p:spTree>
    <p:custDataLst>
      <p:tags r:id="rId4"/>
    </p:custData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2400"/>
              <a:t>LayoutLM</a:t>
            </a:r>
            <a:r>
              <a:rPr lang="zh-CN" altLang="en-US" sz="2400"/>
              <a:t>垂直领域的</a:t>
            </a:r>
            <a:r>
              <a:rPr lang="en-US" altLang="zh-CN" sz="2400"/>
              <a:t>VLM</a:t>
            </a:r>
            <a:endParaRPr lang="en-US" altLang="zh-CN" sz="2400"/>
          </a:p>
        </p:txBody>
      </p:sp>
      <p:sp>
        <p:nvSpPr>
          <p:cNvPr id="3" name="内容占位符 2"/>
          <p:cNvSpPr>
            <a:spLocks noGrp="1"/>
          </p:cNvSpPr>
          <p:nvPr>
            <p:ph idx="1"/>
            <p:custDataLst>
              <p:tags r:id="rId2"/>
            </p:custDataLst>
          </p:nvPr>
        </p:nvSpPr>
        <p:spPr/>
        <p:txBody>
          <a:bodyPr/>
          <a:p>
            <a:r>
              <a:rPr lang="en-US" altLang="zh-CN"/>
              <a:t>LayoutLM (Microsoft): </a:t>
            </a:r>
            <a:r>
              <a:rPr lang="zh-CN" altLang="en-US"/>
              <a:t>一个里程碑式的模型。它将文本的</a:t>
            </a:r>
            <a:r>
              <a:rPr lang="en-US" altLang="zh-CN"/>
              <a:t>BERT</a:t>
            </a:r>
            <a:r>
              <a:rPr lang="zh-CN" altLang="en-US"/>
              <a:t>嵌入、视觉特征（通过</a:t>
            </a:r>
            <a:r>
              <a:rPr lang="en-US" altLang="zh-CN"/>
              <a:t>Faster R-CNN</a:t>
            </a:r>
            <a:r>
              <a:rPr lang="zh-CN" altLang="en-US"/>
              <a:t>提取的边界框信息）和位置嵌入（</a:t>
            </a:r>
            <a:r>
              <a:rPr lang="en-US" altLang="zh-CN"/>
              <a:t>2D</a:t>
            </a:r>
            <a:r>
              <a:rPr lang="zh-CN" altLang="en-US"/>
              <a:t>位置坐标）联合在一起进行预训练。</a:t>
            </a:r>
            <a:endParaRPr lang="zh-CN" altLang="en-US"/>
          </a:p>
        </p:txBody>
      </p:sp>
      <p:pic>
        <p:nvPicPr>
          <p:cNvPr id="6" name="图片 5" descr="deepseek_mermaid_20251022_435190"/>
          <p:cNvPicPr>
            <a:picLocks noChangeAspect="1"/>
          </p:cNvPicPr>
          <p:nvPr/>
        </p:nvPicPr>
        <p:blipFill>
          <a:blip r:embed="rId3"/>
          <a:stretch>
            <a:fillRect/>
          </a:stretch>
        </p:blipFill>
        <p:spPr>
          <a:xfrm>
            <a:off x="1962785" y="2419350"/>
            <a:ext cx="7703820" cy="4157980"/>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en-US" altLang="zh-CN" sz="2800"/>
              <a:t>UDOP-layoutlm</a:t>
            </a:r>
            <a:r>
              <a:rPr lang="zh-CN" altLang="en-US" sz="2800"/>
              <a:t>的</a:t>
            </a:r>
            <a:r>
              <a:rPr lang="zh-CN" altLang="en-US" sz="2800"/>
              <a:t>继承者</a:t>
            </a:r>
            <a:endParaRPr lang="zh-CN" altLang="en-US" sz="2800"/>
          </a:p>
        </p:txBody>
      </p:sp>
      <p:sp>
        <p:nvSpPr>
          <p:cNvPr id="3" name="内容占位符 2"/>
          <p:cNvSpPr>
            <a:spLocks noGrp="1"/>
          </p:cNvSpPr>
          <p:nvPr>
            <p:ph idx="1"/>
            <p:custDataLst>
              <p:tags r:id="rId2"/>
            </p:custDataLst>
          </p:nvPr>
        </p:nvSpPr>
        <p:spPr>
          <a:xfrm>
            <a:off x="608330" y="1490345"/>
            <a:ext cx="4188460" cy="4759325"/>
          </a:xfrm>
        </p:spPr>
        <p:txBody>
          <a:bodyPr>
            <a:normAutofit lnSpcReduction="20000"/>
          </a:bodyPr>
          <a:p>
            <a:r>
              <a:rPr lang="en-US" altLang="zh-CN"/>
              <a:t>UDOP (Google)</a:t>
            </a:r>
            <a:r>
              <a:rPr lang="zh-CN" altLang="en-US"/>
              <a:t>：继承了</a:t>
            </a:r>
            <a:r>
              <a:rPr lang="en-US" altLang="zh-CN"/>
              <a:t> LayoutLM </a:t>
            </a:r>
            <a:r>
              <a:rPr lang="zh-CN" altLang="en-US"/>
              <a:t>的</a:t>
            </a:r>
            <a:r>
              <a:rPr lang="en-US" altLang="zh-CN"/>
              <a:t>“</a:t>
            </a:r>
            <a:r>
              <a:rPr lang="zh-CN" altLang="en-US"/>
              <a:t>文本</a:t>
            </a:r>
            <a:r>
              <a:rPr lang="en-US" altLang="zh-CN"/>
              <a:t>-</a:t>
            </a:r>
            <a:r>
              <a:rPr lang="zh-CN" altLang="en-US"/>
              <a:t>布局</a:t>
            </a:r>
            <a:r>
              <a:rPr lang="en-US" altLang="zh-CN"/>
              <a:t>-</a:t>
            </a:r>
            <a:r>
              <a:rPr lang="zh-CN" altLang="en-US"/>
              <a:t>视觉</a:t>
            </a:r>
            <a:r>
              <a:rPr lang="en-US" altLang="zh-CN"/>
              <a:t>”</a:t>
            </a:r>
            <a:r>
              <a:rPr lang="zh-CN" altLang="en-US"/>
              <a:t>三模态思想，并将其推向极致，统一了文档的理解、生成和识别任务。</a:t>
            </a:r>
            <a:endParaRPr lang="zh-CN" altLang="en-US"/>
          </a:p>
          <a:p>
            <a:r>
              <a:rPr lang="en-US" altLang="zh-CN"/>
              <a:t>LayoutLM</a:t>
            </a:r>
            <a:r>
              <a:rPr lang="zh-CN" altLang="en-US"/>
              <a:t>：本质是一个编码器。它擅长将文档编码成一个丰富的表示，用于完成分类（如文档类型）或序列标注（如提取实体）任务。它自己不生成新文本。</a:t>
            </a:r>
            <a:r>
              <a:rPr lang="en-US" altLang="zh-CN"/>
              <a:t>UDOP</a:t>
            </a:r>
            <a:r>
              <a:rPr lang="zh-CN" altLang="en-US"/>
              <a:t>：采用编码器</a:t>
            </a:r>
            <a:r>
              <a:rPr lang="en-US" altLang="zh-CN"/>
              <a:t>-</a:t>
            </a:r>
            <a:r>
              <a:rPr lang="zh-CN" altLang="en-US"/>
              <a:t>解码器架构（如</a:t>
            </a:r>
            <a:r>
              <a:rPr lang="en-US" altLang="zh-CN"/>
              <a:t> T5</a:t>
            </a:r>
            <a:r>
              <a:rPr lang="zh-CN" altLang="en-US"/>
              <a:t>）。它将所有任务都视为</a:t>
            </a:r>
            <a:r>
              <a:rPr lang="en-US" altLang="zh-CN"/>
              <a:t>“</a:t>
            </a:r>
            <a:r>
              <a:rPr lang="zh-CN" altLang="en-US"/>
              <a:t>序列到序列</a:t>
            </a:r>
            <a:r>
              <a:rPr lang="en-US" altLang="zh-CN"/>
              <a:t>”</a:t>
            </a:r>
            <a:r>
              <a:rPr lang="zh-CN" altLang="en-US"/>
              <a:t>的生成任务。这带来了无与伦比的灵活性。</a:t>
            </a:r>
            <a:endParaRPr lang="zh-CN" altLang="en-US"/>
          </a:p>
        </p:txBody>
      </p:sp>
      <p:pic>
        <p:nvPicPr>
          <p:cNvPr id="4" name="图片 3" descr="deepseek_mermaid_20251022_b41995"/>
          <p:cNvPicPr>
            <a:picLocks noChangeAspect="1"/>
          </p:cNvPicPr>
          <p:nvPr/>
        </p:nvPicPr>
        <p:blipFill>
          <a:blip r:embed="rId3"/>
          <a:stretch>
            <a:fillRect/>
          </a:stretch>
        </p:blipFill>
        <p:spPr>
          <a:xfrm>
            <a:off x="5013325" y="1176020"/>
            <a:ext cx="6877685" cy="5597525"/>
          </a:xfrm>
          <a:prstGeom prst="rect">
            <a:avLst/>
          </a:prstGeom>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4" name="标题 1"/>
          <p:cNvSpPr>
            <a:spLocks noGrp="1"/>
          </p:cNvSpPr>
          <p:nvPr>
            <p:custDataLst>
              <p:tags r:id="rId1"/>
            </p:custDataLst>
          </p:nvPr>
        </p:nvSpPr>
        <p:spPr>
          <a:xfrm>
            <a:off x="1198800" y="914400"/>
            <a:ext cx="9799200" cy="2570400"/>
          </a:xfrm>
          <a:prstGeom prst="rect">
            <a:avLst/>
          </a:prstGeom>
        </p:spPr>
        <p:txBody>
          <a:bodyPr vert="horz" lIns="90000" tIns="46800" rIns="90000" bIns="46800" rtlCol="0" anchor="b" anchorCtr="0">
            <a:normAutofit/>
          </a:bodyPr>
          <a:lstStyle>
            <a:lvl1pPr algn="ctr" defTabSz="914400" rtl="0" eaLnBrk="1" fontAlgn="auto" latinLnBrk="0" hangingPunct="1">
              <a:lnSpc>
                <a:spcPct val="100000"/>
              </a:lnSpc>
              <a:spcBef>
                <a:spcPct val="0"/>
              </a:spcBef>
              <a:buNone/>
              <a:defRPr sz="6000" b="0" u="none" strike="noStrike" kern="1200" cap="none" spc="300" normalizeH="0" baseline="0">
                <a:solidFill>
                  <a:schemeClr val="tx1">
                    <a:lumMod val="85000"/>
                    <a:lumOff val="15000"/>
                  </a:schemeClr>
                </a:solidFill>
                <a:uFillTx/>
                <a:latin typeface="+mj-lt"/>
                <a:ea typeface="+mj-ea"/>
                <a:cs typeface="+mj-cs"/>
              </a:defRPr>
            </a:lvl1pPr>
          </a:lstStyle>
          <a:p>
            <a:r>
              <a:rPr lang="en-US" altLang="zh-CN" sz="3200"/>
              <a:t>RAG</a:t>
            </a:r>
            <a:r>
              <a:rPr lang="zh-CN" altLang="en-US" sz="3200"/>
              <a:t>分块策略</a:t>
            </a:r>
            <a:r>
              <a:rPr lang="zh-CN" altLang="en-US" sz="3200"/>
              <a:t>调研</a:t>
            </a:r>
            <a:endParaRPr lang="zh-CN" altLang="en-US" sz="3200"/>
          </a:p>
        </p:txBody>
      </p:sp>
    </p:spTree>
    <p:custDataLst>
      <p:tags r:id="rId2"/>
    </p:custData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主流的五大分块策略</a:t>
            </a:r>
            <a:r>
              <a:rPr lang="en-US" altLang="zh-CN"/>
              <a:t>	</a:t>
            </a:r>
            <a:endParaRPr lang="en-US" altLang="zh-CN"/>
          </a:p>
        </p:txBody>
      </p:sp>
      <p:sp>
        <p:nvSpPr>
          <p:cNvPr id="3" name="内容占位符 2"/>
          <p:cNvSpPr>
            <a:spLocks noGrp="1"/>
          </p:cNvSpPr>
          <p:nvPr>
            <p:ph idx="1"/>
            <p:custDataLst>
              <p:tags r:id="rId2"/>
            </p:custDataLst>
          </p:nvPr>
        </p:nvSpPr>
        <p:spPr/>
        <p:txBody>
          <a:bodyPr>
            <a:normAutofit lnSpcReduction="10000"/>
          </a:bodyPr>
          <a:p>
            <a:r>
              <a:rPr lang="zh-CN" altLang="en-US"/>
              <a:t>固定大小</a:t>
            </a:r>
            <a:r>
              <a:rPr lang="zh-CN" altLang="en-US"/>
              <a:t>分块：这是最简单、最常用的基线方法。非常</a:t>
            </a:r>
            <a:r>
              <a:rPr lang="en-US" altLang="zh-CN"/>
              <a:t>“</a:t>
            </a:r>
            <a:r>
              <a:rPr lang="zh-CN" altLang="en-US"/>
              <a:t>笨</a:t>
            </a:r>
            <a:r>
              <a:rPr lang="en-US" altLang="zh-CN"/>
              <a:t>”</a:t>
            </a:r>
            <a:r>
              <a:rPr lang="zh-CN" altLang="en-US"/>
              <a:t>，完全无视文本的语义和结构，极易在句子或段落中间切断，破坏语义完整性。</a:t>
            </a:r>
            <a:endParaRPr lang="zh-CN" altLang="en-US"/>
          </a:p>
          <a:p>
            <a:r>
              <a:rPr lang="zh-CN" altLang="en-US"/>
              <a:t>基于句子的分块：使用句号、问号、感叹号等自然语言边界将文本分割成完整的句子，然后将连续的几个句子组合成一个块。对于长而复杂的句子（如法律条文）可能不友好。段落结构仍然被打破。</a:t>
            </a:r>
            <a:endParaRPr lang="zh-CN" altLang="en-US"/>
          </a:p>
          <a:p>
            <a:r>
              <a:rPr lang="zh-CN" altLang="en-US"/>
              <a:t>基于段落或文档结构的分块：这是目前最主流、最推荐的策略之一。依赖于上一个研究来实现最好的文档结构</a:t>
            </a:r>
            <a:r>
              <a:rPr lang="zh-CN" altLang="en-US"/>
              <a:t>识别。它采用递归的思想，按文档的固有层次结构进行分割。对格式混乱、结构不清晰的文档效果会打折扣。</a:t>
            </a:r>
            <a:endParaRPr lang="zh-CN" altLang="en-US"/>
          </a:p>
          <a:p>
            <a:r>
              <a:rPr lang="zh-CN" altLang="en-US"/>
              <a:t>基于语义的分块：这是一种更高级、更智能的策略，目标是让每个块都围绕一个核心主题。计算成本高，需要实时计算嵌入。实现更复杂，需要调试相似度阈值。</a:t>
            </a:r>
            <a:endParaRPr lang="zh-CN" altLang="en-US"/>
          </a:p>
          <a:p>
            <a:r>
              <a:rPr lang="zh-CN" altLang="en-US"/>
              <a:t>基于专用解析器的分块：针对特定类型的文档，使用专门的解析工具进行分块。依赖特定的文件格式和解析器，通用性差</a:t>
            </a:r>
            <a:endParaRPr lang="zh-CN" altLang="en-US"/>
          </a:p>
        </p:txBody>
      </p:sp>
    </p:spTree>
    <p:custDataLst>
      <p:tags r:id="rId3"/>
    </p:custData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正在发展的</a:t>
            </a:r>
            <a:r>
              <a:rPr lang="zh-CN" altLang="en-US"/>
              <a:t>分块策略</a:t>
            </a:r>
            <a:endParaRPr lang="zh-CN" altLang="en-US"/>
          </a:p>
        </p:txBody>
      </p:sp>
      <p:sp>
        <p:nvSpPr>
          <p:cNvPr id="3" name="内容占位符 2"/>
          <p:cNvSpPr>
            <a:spLocks noGrp="1"/>
          </p:cNvSpPr>
          <p:nvPr>
            <p:ph idx="1"/>
            <p:custDataLst>
              <p:tags r:id="rId2"/>
            </p:custDataLst>
          </p:nvPr>
        </p:nvSpPr>
        <p:spPr/>
        <p:txBody>
          <a:bodyPr/>
          <a:p>
            <a:r>
              <a:rPr lang="zh-CN" altLang="en-US"/>
              <a:t>传统分块方法（如固定分块、递归分块）本质上是</a:t>
            </a:r>
            <a:r>
              <a:rPr lang="en-US" altLang="zh-CN"/>
              <a:t>“</a:t>
            </a:r>
            <a:r>
              <a:rPr lang="zh-CN" altLang="en-US"/>
              <a:t>无脑</a:t>
            </a:r>
            <a:r>
              <a:rPr lang="en-US" altLang="zh-CN"/>
              <a:t>”</a:t>
            </a:r>
            <a:r>
              <a:rPr lang="zh-CN" altLang="en-US"/>
              <a:t>的字符串切割工具，它们无法理解文本的语义。而</a:t>
            </a:r>
            <a:r>
              <a:rPr lang="en-US" altLang="zh-CN"/>
              <a:t>LLM</a:t>
            </a:r>
            <a:r>
              <a:rPr lang="zh-CN" altLang="en-US"/>
              <a:t>作为分块工具，其核心在于利用</a:t>
            </a:r>
            <a:r>
              <a:rPr lang="en-US" altLang="zh-CN"/>
              <a:t>LLM</a:t>
            </a:r>
            <a:r>
              <a:rPr lang="zh-CN" altLang="en-US"/>
              <a:t>强大的语言理解能力，主动地、有意图地将文本划分成语义连贯、逻辑自洽的</a:t>
            </a:r>
            <a:r>
              <a:rPr lang="en-US" altLang="zh-CN"/>
              <a:t>“</a:t>
            </a:r>
            <a:r>
              <a:rPr lang="zh-CN" altLang="en-US"/>
              <a:t>信息单元</a:t>
            </a:r>
            <a:r>
              <a:rPr lang="en-US" altLang="zh-CN"/>
              <a:t>”</a:t>
            </a:r>
            <a:r>
              <a:rPr lang="zh-CN" altLang="en-US"/>
              <a:t>。</a:t>
            </a:r>
            <a:endParaRPr lang="zh-CN" altLang="en-US"/>
          </a:p>
          <a:p>
            <a:pPr marL="0" indent="457200">
              <a:buNone/>
            </a:pPr>
            <a:r>
              <a:rPr lang="en-US" altLang="zh-CN"/>
              <a:t>1. </a:t>
            </a:r>
            <a:r>
              <a:rPr lang="zh-CN" altLang="en-US"/>
              <a:t>直接分块模式：这种方法直接指令</a:t>
            </a:r>
            <a:r>
              <a:rPr lang="en-US" altLang="zh-CN"/>
              <a:t>LLM</a:t>
            </a:r>
            <a:r>
              <a:rPr lang="zh-CN" altLang="en-US"/>
              <a:t>对输入的长文本进行分块。</a:t>
            </a:r>
            <a:endParaRPr lang="zh-CN" altLang="en-US"/>
          </a:p>
          <a:p>
            <a:pPr marL="0" indent="457200">
              <a:buNone/>
            </a:pPr>
            <a:r>
              <a:rPr lang="en-US" altLang="zh-CN"/>
              <a:t>2. </a:t>
            </a:r>
            <a:r>
              <a:rPr lang="zh-CN" altLang="en-US"/>
              <a:t>代理模式：这种方法更为复杂和强大，它让</a:t>
            </a:r>
            <a:r>
              <a:rPr lang="en-US" altLang="zh-CN"/>
              <a:t>LLM</a:t>
            </a:r>
            <a:r>
              <a:rPr lang="zh-CN" altLang="en-US"/>
              <a:t>扮演一个</a:t>
            </a:r>
            <a:r>
              <a:rPr lang="en-US" altLang="zh-CN"/>
              <a:t>“</a:t>
            </a:r>
            <a:r>
              <a:rPr lang="zh-CN" altLang="en-US"/>
              <a:t>分块代理</a:t>
            </a:r>
            <a:r>
              <a:rPr lang="en-US" altLang="zh-CN"/>
              <a:t>”</a:t>
            </a:r>
            <a:r>
              <a:rPr lang="zh-CN" altLang="en-US"/>
              <a:t>，动态决定如何分块。</a:t>
            </a:r>
            <a:endParaRPr lang="zh-CN" altLang="en-US"/>
          </a:p>
        </p:txBody>
      </p:sp>
    </p:spTree>
    <p:custDataLst>
      <p:tags r:id="rId3"/>
    </p:custData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矩形 8"/>
          <p:cNvSpPr/>
          <p:nvPr>
            <p:custDataLst>
              <p:tags r:id="rId1"/>
            </p:custDataLst>
          </p:nvPr>
        </p:nvSpPr>
        <p:spPr>
          <a:xfrm>
            <a:off x="770453" y="1020318"/>
            <a:ext cx="10996246" cy="5181600"/>
          </a:xfrm>
          <a:prstGeom prst="rect">
            <a:avLst/>
          </a:prstGeom>
          <a:solidFill>
            <a:schemeClr val="tx1">
              <a:lumMod val="50000"/>
              <a:lumOff val="50000"/>
              <a:alpha val="25000"/>
            </a:schemeClr>
          </a:solidFill>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useBgFill="1">
        <p:nvSpPr>
          <p:cNvPr id="7" name="矩形 6"/>
          <p:cNvSpPr/>
          <p:nvPr>
            <p:custDataLst>
              <p:tags r:id="rId2"/>
            </p:custDataLst>
          </p:nvPr>
        </p:nvSpPr>
        <p:spPr>
          <a:xfrm>
            <a:off x="597874" y="838200"/>
            <a:ext cx="10996246" cy="5181600"/>
          </a:xfrm>
          <a:prstGeom prst="rect">
            <a:avLst/>
          </a:prstGeom>
          <a:ln w="76200">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sp>
        <p:nvSpPr>
          <p:cNvPr id="10" name="矩形 9"/>
          <p:cNvSpPr/>
          <p:nvPr>
            <p:custDataLst>
              <p:tags r:id="rId3"/>
            </p:custDataLst>
          </p:nvPr>
        </p:nvSpPr>
        <p:spPr>
          <a:xfrm>
            <a:off x="597874" y="838200"/>
            <a:ext cx="10996246" cy="5181600"/>
          </a:xfrm>
          <a:prstGeom prst="rect">
            <a:avLst/>
          </a:prstGeom>
          <a:solidFill>
            <a:srgbClr val="FFFFFF">
              <a:alpha val="15000"/>
            </a:srgbClr>
          </a:solidFill>
          <a:ln w="76200">
            <a:solidFill>
              <a:schemeClr val="accent1">
                <a:lumMod val="60000"/>
                <a:lumOff val="40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zh-CN" altLang="en-US">
              <a:latin typeface="Arial" panose="020B0604020202020204" pitchFamily="34" charset="0"/>
              <a:ea typeface="微软雅黑" panose="020B0503020204020204" charset="-122"/>
              <a:sym typeface="Arial" panose="020B0604020202020204" pitchFamily="34" charset="0"/>
            </a:endParaRPr>
          </a:p>
        </p:txBody>
      </p:sp>
      <p:cxnSp>
        <p:nvCxnSpPr>
          <p:cNvPr id="21" name="直接连接符 20"/>
          <p:cNvCxnSpPr/>
          <p:nvPr>
            <p:custDataLst>
              <p:tags r:id="rId4"/>
            </p:custDataLst>
          </p:nvPr>
        </p:nvCxnSpPr>
        <p:spPr>
          <a:xfrm>
            <a:off x="4516755" y="2141302"/>
            <a:ext cx="3158490" cy="0"/>
          </a:xfrm>
          <a:prstGeom prst="line">
            <a:avLst/>
          </a:prstGeom>
          <a:ln w="19050">
            <a:solidFill>
              <a:schemeClr val="accent1">
                <a:lumMod val="60000"/>
                <a:lumOff val="40000"/>
              </a:schemeClr>
            </a:solidFill>
            <a:prstDash val="solid"/>
          </a:ln>
        </p:spPr>
        <p:style>
          <a:lnRef idx="1">
            <a:schemeClr val="accent1"/>
          </a:lnRef>
          <a:fillRef idx="0">
            <a:schemeClr val="accent1"/>
          </a:fillRef>
          <a:effectRef idx="0">
            <a:schemeClr val="accent1"/>
          </a:effectRef>
          <a:fontRef idx="minor">
            <a:schemeClr val="tx1"/>
          </a:fontRef>
        </p:style>
      </p:cxnSp>
      <p:sp>
        <p:nvSpPr>
          <p:cNvPr id="3" name="标题 2"/>
          <p:cNvSpPr>
            <a:spLocks noGrp="1"/>
          </p:cNvSpPr>
          <p:nvPr>
            <p:ph type="title"/>
            <p:custDataLst>
              <p:tags r:id="rId5"/>
            </p:custDataLst>
          </p:nvPr>
        </p:nvSpPr>
        <p:spPr>
          <a:xfrm>
            <a:off x="901700" y="1136015"/>
            <a:ext cx="10388600" cy="763270"/>
          </a:xfrm>
        </p:spPr>
        <p:txBody>
          <a:bodyPr/>
          <a:lstStyle/>
          <a:p>
            <a:pPr algn="ctr"/>
            <a:r>
              <a:rPr lang="zh-CN" altLang="en-US" sz="3600"/>
              <a:t>几种新的分块策略</a:t>
            </a:r>
            <a:endParaRPr lang="zh-CN" altLang="en-US" sz="3600"/>
          </a:p>
        </p:txBody>
      </p:sp>
      <p:sp>
        <p:nvSpPr>
          <p:cNvPr id="8" name="文本框 7"/>
          <p:cNvSpPr txBox="1"/>
          <p:nvPr>
            <p:custDataLst>
              <p:tags r:id="rId6"/>
            </p:custDataLst>
          </p:nvPr>
        </p:nvSpPr>
        <p:spPr>
          <a:xfrm>
            <a:off x="1423670" y="2383155"/>
            <a:ext cx="9344025" cy="3382645"/>
          </a:xfrm>
          <a:prstGeom prst="rect">
            <a:avLst/>
          </a:prstGeom>
          <a:noFill/>
        </p:spPr>
        <p:txBody>
          <a:bodyPr wrap="square" rtlCol="0">
            <a:normAutofit fontScale="80000"/>
          </a:bodyPr>
          <a:lstStyle/>
          <a:p>
            <a:pPr marL="285750" lvl="0" indent="-285750" fontAlgn="auto">
              <a:lnSpc>
                <a:spcPct val="150000"/>
              </a:lnSpc>
              <a:spcAft>
                <a:spcPts val="1200"/>
              </a:spcAft>
              <a:buClr>
                <a:srgbClr val="A6A6A6"/>
              </a:buClr>
              <a:buSzPct val="70000"/>
              <a:buFont typeface="Wingdings" panose="05000000000000000000" charset="0"/>
              <a:buChar char="u"/>
            </a:pPr>
            <a:r>
              <a:rPr lang="zh-CN" altLang="en-US">
                <a:solidFill>
                  <a:schemeClr val="tx1"/>
                </a:solidFill>
              </a:rPr>
              <a:t>博洛尼亚大学提出了延迟分块的策略:</a:t>
            </a:r>
            <a:endParaRPr lang="zh-CN" altLang="en-US">
              <a:solidFill>
                <a:schemeClr val="tx1"/>
              </a:solidFill>
            </a:endParaRPr>
          </a:p>
          <a:p>
            <a:pPr marL="742950" lvl="1" indent="-285750" fontAlgn="auto">
              <a:lnSpc>
                <a:spcPct val="150000"/>
              </a:lnSpc>
              <a:spcAft>
                <a:spcPts val="1200"/>
              </a:spcAft>
              <a:buClr>
                <a:srgbClr val="A6A6A6"/>
              </a:buClr>
              <a:buSzPct val="70000"/>
              <a:buFont typeface="Wingdings" panose="05000000000000000000" charset="0"/>
              <a:buChar char="u"/>
            </a:pPr>
            <a:r>
              <a:rPr lang="zh-CN" altLang="en-US">
                <a:solidFill>
                  <a:schemeClr val="tx1"/>
                </a:solidFill>
              </a:rPr>
              <a:t>这种策略的核心思想是 “先整体,后分割”。首先,使用一个模型(通常是另一个LLM或嵌入模型)对整个文档或较大的文档部分进行全局分析,理解其高层次的结构和语义(如章节、段落主题)。在检索阶段,根据查询的语义,动态地、有选择地将文档分割成更相关、语义更完整的块。它不是预先切好所有块,而是“延迟”到需要的时候再切分。</a:t>
            </a:r>
            <a:endParaRPr lang="zh-CN" altLang="en-US">
              <a:solidFill>
                <a:schemeClr val="tx1"/>
              </a:solidFill>
            </a:endParaRPr>
          </a:p>
          <a:p>
            <a:pPr marL="742950" lvl="1" indent="-285750" fontAlgn="auto">
              <a:lnSpc>
                <a:spcPct val="150000"/>
              </a:lnSpc>
              <a:spcAft>
                <a:spcPts val="1200"/>
              </a:spcAft>
              <a:buClr>
                <a:srgbClr val="A6A6A6"/>
              </a:buClr>
              <a:buSzPct val="70000"/>
              <a:buFont typeface="Wingdings" panose="05000000000000000000" charset="0"/>
              <a:buChar char="u"/>
            </a:pPr>
            <a:r>
              <a:rPr lang="zh-CN" altLang="en-US">
                <a:solidFill>
                  <a:schemeClr val="tx1"/>
                </a:solidFill>
              </a:rPr>
              <a:t>接着在检索时“携带上下文”,它试图模拟人类阅读时查看脚注或前后文的行为。首先,系统仍然会使用传统方法(如向量相似度)检索出一组最相关的“核心”块。然后,对于每一个检索到的“核心”块,系统会从原始文档中提取其周围的上下文信息(如前一段落、后一段落,或整个小节)。最后,将核心块与其上下文信息组合成一个更丰富、更完整的“超级块”,再输入给LLM。</a:t>
            </a:r>
            <a:endParaRPr lang="zh-CN" altLang="en-US">
              <a:solidFill>
                <a:schemeClr val="tx1"/>
              </a:solidFill>
            </a:endParaRPr>
          </a:p>
        </p:txBody>
      </p:sp>
    </p:spTree>
    <p:custDataLst>
      <p:tags r:id="rId7"/>
    </p:custData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293370" y="373380"/>
            <a:ext cx="11344275" cy="4759325"/>
          </a:xfrm>
        </p:spPr>
        <p:txBody>
          <a:bodyPr>
            <a:normAutofit/>
          </a:bodyPr>
          <a:p>
            <a:r>
              <a:rPr lang="zh-CN" altLang="en-US"/>
              <a:t>中国人民大学提出了一种名为</a:t>
            </a:r>
            <a:r>
              <a:rPr lang="en-US" altLang="zh-CN"/>
              <a:t>“</a:t>
            </a:r>
            <a:r>
              <a:rPr lang="zh-CN" altLang="en-US"/>
              <a:t>元分块</a:t>
            </a:r>
            <a:r>
              <a:rPr lang="en-US" altLang="zh-CN"/>
              <a:t>” </a:t>
            </a:r>
            <a:r>
              <a:rPr lang="zh-CN" altLang="en-US"/>
              <a:t>的创新性分块策略，</a:t>
            </a:r>
            <a:r>
              <a:rPr lang="zh-CN" altLang="en-US"/>
              <a:t>其核心是基于困惑度进行分块，旨在解决传统方法在捕捉深层逻辑联系上的不足。</a:t>
            </a:r>
            <a:endParaRPr lang="zh-CN" altLang="en-US"/>
          </a:p>
          <a:p>
            <a:pPr marL="0" indent="457200">
              <a:buNone/>
            </a:pPr>
            <a:r>
              <a:rPr lang="zh-CN" altLang="en-US"/>
              <a:t>元分块是一种介于句子级和段落级之间的文本粒度。它不是一个简单的句子序列，而是一个段落内具有深层语言逻辑联系（如因果、转折、并列、递进等）的句子集合。这超越了简单的语义相似性，更注重句子间的逻辑连贯性。</a:t>
            </a:r>
            <a:r>
              <a:rPr lang="en-US" altLang="zh-CN"/>
              <a:t>docker</a:t>
            </a:r>
            <a:endParaRPr lang="zh-CN" altLang="en-US"/>
          </a:p>
          <a:p>
            <a:pPr marL="0" indent="457200">
              <a:buNone/>
            </a:pPr>
            <a:r>
              <a:rPr lang="zh-CN" altLang="en-US"/>
              <a:t>关键技术：困惑度分块</a:t>
            </a:r>
            <a:endParaRPr lang="zh-CN" altLang="en-US"/>
          </a:p>
          <a:p>
            <a:pPr marL="0" indent="457200">
              <a:buNone/>
            </a:pPr>
            <a:r>
              <a:rPr lang="zh-CN" altLang="en-US"/>
              <a:t>为了解决传统语义分块在逻辑联系上的缺陷，论文提出了</a:t>
            </a:r>
            <a:r>
              <a:rPr lang="en-US" altLang="zh-CN"/>
              <a:t> PPL Chunking </a:t>
            </a:r>
            <a:r>
              <a:rPr lang="zh-CN" altLang="en-US"/>
              <a:t>方法。利用</a:t>
            </a:r>
            <a:r>
              <a:rPr lang="en-US" altLang="zh-CN"/>
              <a:t>LLM</a:t>
            </a:r>
            <a:r>
              <a:rPr lang="zh-CN" altLang="en-US"/>
              <a:t>计算每个句子在其上文语境下的困惑度。当句子与上文逻辑连贯时，其</a:t>
            </a:r>
            <a:r>
              <a:rPr lang="en-US" altLang="zh-CN"/>
              <a:t>PPL</a:t>
            </a:r>
            <a:r>
              <a:rPr lang="zh-CN" altLang="en-US"/>
              <a:t>值较低；当出现逻辑转折或新话题开始时，</a:t>
            </a:r>
            <a:r>
              <a:rPr lang="en-US" altLang="zh-CN"/>
              <a:t>PPL</a:t>
            </a:r>
            <a:r>
              <a:rPr lang="zh-CN" altLang="en-US"/>
              <a:t>值会升高。因此，通过分析</a:t>
            </a:r>
            <a:r>
              <a:rPr lang="en-US" altLang="zh-CN"/>
              <a:t>PPL</a:t>
            </a:r>
            <a:r>
              <a:rPr lang="zh-CN" altLang="en-US"/>
              <a:t>值的序列分布，找到其中的波谷，这些点通常意味着逻辑上的一个完整单元结束或开始，从而作为分块的边界。困惑度</a:t>
            </a:r>
            <a:r>
              <a:rPr lang="zh-CN" altLang="en-US"/>
              <a:t>计算公式：</a:t>
            </a:r>
            <a:endParaRPr lang="zh-CN" altLang="en-US"/>
          </a:p>
          <a:p>
            <a:pPr marL="0" indent="457200">
              <a:buNone/>
            </a:pPr>
            <a:endParaRPr lang="zh-CN" altLang="en-US"/>
          </a:p>
        </p:txBody>
      </p:sp>
      <p:pic>
        <p:nvPicPr>
          <p:cNvPr id="2" name="图片 1"/>
          <p:cNvPicPr>
            <a:picLocks noChangeAspect="1"/>
          </p:cNvPicPr>
          <p:nvPr/>
        </p:nvPicPr>
        <p:blipFill>
          <a:blip r:embed="rId2"/>
          <a:stretch>
            <a:fillRect/>
          </a:stretch>
        </p:blipFill>
        <p:spPr>
          <a:xfrm>
            <a:off x="215265" y="4408805"/>
            <a:ext cx="3600450" cy="723900"/>
          </a:xfrm>
          <a:prstGeom prst="rect">
            <a:avLst/>
          </a:prstGeom>
        </p:spPr>
      </p:pic>
      <p:pic>
        <p:nvPicPr>
          <p:cNvPr id="4" name="图片 3"/>
          <p:cNvPicPr>
            <a:picLocks noChangeAspect="1"/>
          </p:cNvPicPr>
          <p:nvPr/>
        </p:nvPicPr>
        <p:blipFill>
          <a:blip r:embed="rId3"/>
          <a:stretch>
            <a:fillRect/>
          </a:stretch>
        </p:blipFill>
        <p:spPr>
          <a:xfrm>
            <a:off x="4005580" y="4480560"/>
            <a:ext cx="6813550" cy="1905000"/>
          </a:xfrm>
          <a:prstGeom prst="rect">
            <a:avLst/>
          </a:prstGeom>
        </p:spPr>
      </p:pic>
    </p:spTree>
    <p:custDataLst>
      <p:tags r:id="rId4"/>
    </p:custData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标题 1"/>
          <p:cNvSpPr>
            <a:spLocks noGrp="1"/>
          </p:cNvSpPr>
          <p:nvPr>
            <p:ph type="title"/>
            <p:custDataLst>
              <p:tags r:id="rId1"/>
            </p:custDataLst>
          </p:nvPr>
        </p:nvSpPr>
        <p:spPr/>
        <p:txBody>
          <a:bodyPr/>
          <a:p>
            <a:r>
              <a:rPr lang="zh-CN" altLang="en-US"/>
              <a:t>性能分析</a:t>
            </a:r>
            <a:endParaRPr lang="zh-CN" altLang="en-US"/>
          </a:p>
        </p:txBody>
      </p:sp>
      <p:sp>
        <p:nvSpPr>
          <p:cNvPr id="3" name="内容占位符 2"/>
          <p:cNvSpPr>
            <a:spLocks noGrp="1"/>
          </p:cNvSpPr>
          <p:nvPr>
            <p:ph idx="1"/>
            <p:custDataLst>
              <p:tags r:id="rId2"/>
            </p:custDataLst>
          </p:nvPr>
        </p:nvSpPr>
        <p:spPr>
          <a:xfrm>
            <a:off x="608330" y="1490345"/>
            <a:ext cx="4648200" cy="4759325"/>
          </a:xfrm>
        </p:spPr>
        <p:txBody>
          <a:bodyPr>
            <a:normAutofit fontScale="80000"/>
          </a:bodyPr>
          <a:p>
            <a:r>
              <a:rPr lang="zh-CN" altLang="en-US"/>
              <a:t>在</a:t>
            </a:r>
            <a:r>
              <a:rPr lang="en-US" altLang="zh-CN"/>
              <a:t>F1</a:t>
            </a:r>
            <a:r>
              <a:rPr lang="zh-CN" altLang="en-US"/>
              <a:t>分数</a:t>
            </a:r>
            <a:r>
              <a:rPr lang="zh-CN" altLang="en-US"/>
              <a:t>上，</a:t>
            </a:r>
            <a:r>
              <a:rPr lang="en-US" altLang="zh-CN"/>
              <a:t>PPL</a:t>
            </a:r>
            <a:r>
              <a:rPr lang="zh-CN" altLang="en-US"/>
              <a:t>分块显著提升了</a:t>
            </a:r>
            <a:r>
              <a:rPr lang="en-US" altLang="zh-CN"/>
              <a:t>F1</a:t>
            </a:r>
            <a:r>
              <a:rPr lang="zh-CN" altLang="en-US"/>
              <a:t>分数等指标。在</a:t>
            </a:r>
            <a:r>
              <a:rPr lang="en-US" altLang="zh-CN"/>
              <a:t>2WikiMultihopQA</a:t>
            </a:r>
            <a:r>
              <a:rPr lang="zh-CN" altLang="en-US"/>
              <a:t>数据集上，使用</a:t>
            </a:r>
            <a:r>
              <a:rPr lang="en-US" altLang="zh-CN"/>
              <a:t>Qwen2-0.5B</a:t>
            </a:r>
            <a:r>
              <a:rPr lang="zh-CN" altLang="en-US"/>
              <a:t>模型的</a:t>
            </a:r>
            <a:r>
              <a:rPr lang="en-US" altLang="zh-CN"/>
              <a:t>PPL</a:t>
            </a:r>
            <a:r>
              <a:rPr lang="zh-CN" altLang="en-US"/>
              <a:t>分块比传统的相似性分块</a:t>
            </a:r>
            <a:r>
              <a:rPr lang="en-US" altLang="zh-CN"/>
              <a:t>F1</a:t>
            </a:r>
            <a:r>
              <a:rPr lang="zh-CN" altLang="en-US"/>
              <a:t>分数提升了</a:t>
            </a:r>
            <a:r>
              <a:rPr lang="en-US" altLang="zh-CN"/>
              <a:t>13%</a:t>
            </a:r>
            <a:r>
              <a:rPr lang="zh-CN" altLang="en-US"/>
              <a:t>（从</a:t>
            </a:r>
            <a:r>
              <a:rPr lang="en-US" altLang="zh-CN"/>
              <a:t>12.00</a:t>
            </a:r>
            <a:r>
              <a:rPr lang="zh-CN" altLang="en-US"/>
              <a:t>到</a:t>
            </a:r>
            <a:r>
              <a:rPr lang="en-US" altLang="zh-CN"/>
              <a:t>13.56</a:t>
            </a:r>
            <a:r>
              <a:rPr lang="zh-CN" altLang="en-US"/>
              <a:t>）。在</a:t>
            </a:r>
            <a:r>
              <a:rPr lang="en-US" altLang="zh-CN"/>
              <a:t>CRUD</a:t>
            </a:r>
            <a:r>
              <a:rPr lang="zh-CN" altLang="en-US"/>
              <a:t>等数据集上，</a:t>
            </a:r>
            <a:r>
              <a:rPr lang="en-US" altLang="zh-CN"/>
              <a:t>PPL</a:t>
            </a:r>
            <a:r>
              <a:rPr lang="zh-CN" altLang="en-US"/>
              <a:t>分块在</a:t>
            </a:r>
            <a:r>
              <a:rPr lang="en-US" altLang="zh-CN"/>
              <a:t>BLEU</a:t>
            </a:r>
            <a:r>
              <a:rPr lang="zh-CN" altLang="en-US"/>
              <a:t>、</a:t>
            </a:r>
            <a:r>
              <a:rPr lang="en-US" altLang="zh-CN"/>
              <a:t>ROUGE-L</a:t>
            </a:r>
            <a:r>
              <a:rPr lang="zh-CN" altLang="en-US"/>
              <a:t>等文本生成质量指标上全面优于原始的固定分块和</a:t>
            </a:r>
            <a:r>
              <a:rPr lang="en-US" altLang="zh-CN"/>
              <a:t>Llama_index</a:t>
            </a:r>
            <a:r>
              <a:rPr lang="zh-CN" altLang="en-US"/>
              <a:t>分块。</a:t>
            </a:r>
            <a:endParaRPr lang="zh-CN" altLang="en-US"/>
          </a:p>
          <a:p>
            <a:r>
              <a:rPr lang="zh-CN" altLang="en-US"/>
              <a:t>在效率上，远超相似性分块：</a:t>
            </a:r>
            <a:r>
              <a:rPr lang="en-US" altLang="zh-CN"/>
              <a:t>PPL</a:t>
            </a:r>
            <a:r>
              <a:rPr lang="zh-CN" altLang="en-US"/>
              <a:t>分块的速度比相似性分块快得多。例如，在</a:t>
            </a:r>
            <a:r>
              <a:rPr lang="en-US" altLang="zh-CN"/>
              <a:t>2WikiMultihopQA</a:t>
            </a:r>
            <a:r>
              <a:rPr lang="zh-CN" altLang="en-US"/>
              <a:t>上，</a:t>
            </a:r>
            <a:r>
              <a:rPr lang="en-US" altLang="zh-CN"/>
              <a:t>PPL</a:t>
            </a:r>
            <a:r>
              <a:rPr lang="zh-CN" altLang="en-US"/>
              <a:t>分块（</a:t>
            </a:r>
            <a:r>
              <a:rPr lang="en-US" altLang="zh-CN"/>
              <a:t>Qwen2-0.5B</a:t>
            </a:r>
            <a:r>
              <a:rPr lang="zh-CN" altLang="en-US"/>
              <a:t>）仅需</a:t>
            </a:r>
            <a:r>
              <a:rPr lang="en-US" altLang="zh-CN"/>
              <a:t>140.54</a:t>
            </a:r>
            <a:r>
              <a:rPr lang="zh-CN" altLang="en-US"/>
              <a:t>秒，而相似性分块需要</a:t>
            </a:r>
            <a:r>
              <a:rPr lang="en-US" altLang="zh-CN"/>
              <a:t>416.45</a:t>
            </a:r>
            <a:r>
              <a:rPr lang="zh-CN" altLang="en-US"/>
              <a:t>秒。与</a:t>
            </a:r>
            <a:r>
              <a:rPr lang="en-US" altLang="zh-CN"/>
              <a:t>MSP</a:t>
            </a:r>
            <a:r>
              <a:rPr lang="zh-CN" altLang="en-US"/>
              <a:t>分块和</a:t>
            </a:r>
            <a:r>
              <a:rPr lang="en-US" altLang="zh-CN"/>
              <a:t>LumberChunker</a:t>
            </a:r>
            <a:r>
              <a:rPr lang="zh-CN" altLang="en-US"/>
              <a:t>相比，</a:t>
            </a:r>
            <a:r>
              <a:rPr lang="en-US" altLang="zh-CN"/>
              <a:t>PPL</a:t>
            </a:r>
            <a:r>
              <a:rPr lang="zh-CN" altLang="en-US"/>
              <a:t>分块的速度优势是数量级的。例如，在</a:t>
            </a:r>
            <a:r>
              <a:rPr lang="en-US" altLang="zh-CN"/>
              <a:t>Qwen2-7B</a:t>
            </a:r>
            <a:r>
              <a:rPr lang="zh-CN" altLang="en-US"/>
              <a:t>上，</a:t>
            </a:r>
            <a:r>
              <a:rPr lang="en-US" altLang="zh-CN"/>
              <a:t>PPL</a:t>
            </a:r>
            <a:r>
              <a:rPr lang="zh-CN" altLang="en-US"/>
              <a:t>分块处理</a:t>
            </a:r>
            <a:r>
              <a:rPr lang="en-US" altLang="zh-CN"/>
              <a:t>Qasper</a:t>
            </a:r>
            <a:r>
              <a:rPr lang="zh-CN" altLang="en-US"/>
              <a:t>数据集仅需</a:t>
            </a:r>
            <a:r>
              <a:rPr lang="en-US" altLang="zh-CN"/>
              <a:t>486.48</a:t>
            </a:r>
            <a:r>
              <a:rPr lang="zh-CN" altLang="en-US"/>
              <a:t>秒，而</a:t>
            </a:r>
            <a:r>
              <a:rPr lang="en-US" altLang="zh-CN"/>
              <a:t>MSP</a:t>
            </a:r>
            <a:r>
              <a:rPr lang="zh-CN" altLang="en-US"/>
              <a:t>分块需要</a:t>
            </a:r>
            <a:r>
              <a:rPr lang="en-US" altLang="zh-CN"/>
              <a:t>5755.79</a:t>
            </a:r>
            <a:r>
              <a:rPr lang="zh-CN" altLang="en-US"/>
              <a:t>秒，快了近</a:t>
            </a:r>
            <a:r>
              <a:rPr lang="en-US" altLang="zh-CN"/>
              <a:t>12</a:t>
            </a:r>
            <a:r>
              <a:rPr lang="zh-CN" altLang="en-US"/>
              <a:t>倍。</a:t>
            </a:r>
            <a:endParaRPr lang="zh-CN" altLang="en-US"/>
          </a:p>
        </p:txBody>
      </p:sp>
      <p:pic>
        <p:nvPicPr>
          <p:cNvPr id="4" name="图片 3"/>
          <p:cNvPicPr>
            <a:picLocks noChangeAspect="1"/>
          </p:cNvPicPr>
          <p:nvPr/>
        </p:nvPicPr>
        <p:blipFill>
          <a:blip r:embed="rId3"/>
          <a:stretch>
            <a:fillRect/>
          </a:stretch>
        </p:blipFill>
        <p:spPr>
          <a:xfrm>
            <a:off x="5152390" y="1878965"/>
            <a:ext cx="7040245" cy="3510915"/>
          </a:xfrm>
          <a:prstGeom prst="rect">
            <a:avLst/>
          </a:prstGeom>
        </p:spPr>
      </p:pic>
    </p:spTree>
    <p:custDataLst>
      <p:tags r:id="rId4"/>
    </p:custData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graphicFrame>
        <p:nvGraphicFramePr>
          <p:cNvPr id="4" name="内容占位符 3"/>
          <p:cNvGraphicFramePr/>
          <p:nvPr>
            <p:ph idx="1"/>
            <p:custDataLst>
              <p:tags r:id="rId1"/>
            </p:custDataLst>
          </p:nvPr>
        </p:nvGraphicFramePr>
        <p:xfrm>
          <a:off x="608400" y="1490400"/>
          <a:ext cx="10968990" cy="1143000"/>
        </p:xfrm>
        <a:graphic>
          <a:graphicData uri="http://schemas.openxmlformats.org/drawingml/2006/table">
            <a:tbl>
              <a:tblPr firstRow="1" bandRow="1">
                <a:tableStyleId>{5C22544A-7EE6-4342-B048-85BDC9FD1C3A}</a:tableStyleId>
              </a:tblPr>
              <a:tblGrid>
                <a:gridCol w="1828165"/>
                <a:gridCol w="1828165"/>
                <a:gridCol w="1828165"/>
                <a:gridCol w="1828165"/>
                <a:gridCol w="1828165"/>
                <a:gridCol w="1828165"/>
              </a:tblGrid>
              <a:tr h="381000">
                <a:tc>
                  <a:txBody>
                    <a:bodyPr/>
                    <a:p>
                      <a:pPr>
                        <a:buNone/>
                      </a:pPr>
                      <a:r>
                        <a:rPr lang="en-US" altLang="zh-CN"/>
                        <a:t>12</a:t>
                      </a:r>
                      <a:endParaRPr lang="en-US" altLang="zh-CN"/>
                    </a:p>
                  </a:txBody>
                  <a:tcPr/>
                </a:tc>
                <a:tc>
                  <a:txBody>
                    <a:bodyPr/>
                    <a:p>
                      <a:pPr>
                        <a:buNone/>
                      </a:pPr>
                      <a:r>
                        <a:rPr lang="en-US" altLang="zh-CN"/>
                        <a:t>13</a:t>
                      </a:r>
                      <a:endParaRPr lang="en-US" altLang="zh-CN"/>
                    </a:p>
                  </a:txBody>
                  <a:tcPr/>
                </a:tc>
                <a:tc>
                  <a:txBody>
                    <a:bodyPr/>
                    <a:p>
                      <a:pPr>
                        <a:buNone/>
                      </a:pPr>
                      <a:r>
                        <a:rPr lang="en-US" altLang="zh-CN"/>
                        <a:t>15</a:t>
                      </a:r>
                      <a:endParaRPr lang="en-US" altLang="zh-CN"/>
                    </a:p>
                  </a:txBody>
                  <a:tcPr/>
                </a:tc>
                <a:tc>
                  <a:txBody>
                    <a:bodyPr/>
                    <a:p>
                      <a:pPr>
                        <a:buNone/>
                      </a:pPr>
                      <a:r>
                        <a:rPr lang="en-US" altLang="zh-CN"/>
                        <a:t>12</a:t>
                      </a:r>
                      <a:endParaRPr lang="en-US" altLang="zh-CN"/>
                    </a:p>
                  </a:txBody>
                  <a:tcPr/>
                </a:tc>
                <a:tc>
                  <a:txBody>
                    <a:bodyPr/>
                    <a:p>
                      <a:pPr>
                        <a:buNone/>
                      </a:pPr>
                      <a:r>
                        <a:rPr lang="en-US" altLang="zh-CN"/>
                        <a:t>22</a:t>
                      </a:r>
                      <a:endParaRPr lang="en-US" altLang="zh-CN"/>
                    </a:p>
                  </a:txBody>
                  <a:tcPr/>
                </a:tc>
                <a:tc>
                  <a:txBody>
                    <a:bodyPr/>
                    <a:p>
                      <a:pPr>
                        <a:buNone/>
                      </a:pPr>
                      <a:r>
                        <a:rPr lang="en-US" altLang="zh-CN"/>
                        <a:t>33</a:t>
                      </a:r>
                      <a:endParaRPr lang="en-US" altLang="zh-CN"/>
                    </a:p>
                  </a:txBody>
                  <a:tcPr/>
                </a:tc>
              </a:tr>
              <a:tr h="381000">
                <a:tc>
                  <a:txBody>
                    <a:bodyPr/>
                    <a:p>
                      <a:pPr>
                        <a:buNone/>
                      </a:pPr>
                      <a:r>
                        <a:rPr lang="en-US" altLang="zh-CN"/>
                        <a:t>45</a:t>
                      </a:r>
                      <a:endParaRPr lang="en-US" altLang="zh-CN"/>
                    </a:p>
                  </a:txBody>
                  <a:tcPr/>
                </a:tc>
                <a:tc>
                  <a:txBody>
                    <a:bodyPr/>
                    <a:p>
                      <a:pPr>
                        <a:buNone/>
                      </a:pPr>
                      <a:r>
                        <a:rPr lang="en-US" altLang="zh-CN"/>
                        <a:t>123</a:t>
                      </a:r>
                      <a:endParaRPr lang="en-US" altLang="zh-CN"/>
                    </a:p>
                  </a:txBody>
                  <a:tcPr/>
                </a:tc>
                <a:tc>
                  <a:txBody>
                    <a:bodyPr/>
                    <a:p>
                      <a:pPr>
                        <a:buNone/>
                      </a:pPr>
                      <a:r>
                        <a:rPr lang="en-US" altLang="zh-CN"/>
                        <a:t>23</a:t>
                      </a:r>
                      <a:endParaRPr lang="en-US" altLang="zh-CN"/>
                    </a:p>
                  </a:txBody>
                  <a:tcPr/>
                </a:tc>
                <a:tc>
                  <a:txBody>
                    <a:bodyPr/>
                    <a:p>
                      <a:pPr>
                        <a:buNone/>
                      </a:pPr>
                      <a:r>
                        <a:rPr lang="en-US" altLang="zh-CN"/>
                        <a:t>111</a:t>
                      </a:r>
                      <a:endParaRPr lang="en-US" altLang="zh-CN"/>
                    </a:p>
                  </a:txBody>
                  <a:tcPr/>
                </a:tc>
                <a:tc>
                  <a:txBody>
                    <a:bodyPr/>
                    <a:p>
                      <a:pPr>
                        <a:buNone/>
                      </a:pPr>
                      <a:r>
                        <a:rPr lang="en-US" altLang="zh-CN"/>
                        <a:t>233</a:t>
                      </a:r>
                      <a:endParaRPr lang="en-US" altLang="zh-CN"/>
                    </a:p>
                  </a:txBody>
                  <a:tcPr/>
                </a:tc>
                <a:tc>
                  <a:txBody>
                    <a:bodyPr/>
                    <a:p>
                      <a:pPr>
                        <a:buNone/>
                      </a:pPr>
                      <a:r>
                        <a:rPr lang="en-US" altLang="zh-CN"/>
                        <a:t>123</a:t>
                      </a:r>
                      <a:endParaRPr lang="en-US" altLang="zh-CN"/>
                    </a:p>
                  </a:txBody>
                  <a:tcPr/>
                </a:tc>
              </a:tr>
              <a:tr h="381000">
                <a:tc>
                  <a:txBody>
                    <a:bodyPr/>
                    <a:p>
                      <a:pPr>
                        <a:buNone/>
                      </a:pPr>
                      <a:r>
                        <a:rPr lang="en-US" altLang="zh-CN"/>
                        <a:t>45123</a:t>
                      </a:r>
                      <a:endParaRPr lang="en-US" altLang="zh-CN"/>
                    </a:p>
                  </a:txBody>
                  <a:tcPr/>
                </a:tc>
                <a:tc>
                  <a:txBody>
                    <a:bodyPr/>
                    <a:p>
                      <a:pPr>
                        <a:buNone/>
                      </a:pPr>
                      <a:r>
                        <a:rPr lang="en-US" altLang="zh-CN"/>
                        <a:t>1231</a:t>
                      </a:r>
                      <a:endParaRPr lang="en-US" altLang="zh-CN"/>
                    </a:p>
                  </a:txBody>
                  <a:tcPr/>
                </a:tc>
                <a:tc>
                  <a:txBody>
                    <a:bodyPr/>
                    <a:p>
                      <a:pPr>
                        <a:buNone/>
                      </a:pPr>
                      <a:r>
                        <a:rPr lang="en-US" altLang="zh-CN"/>
                        <a:t>1245</a:t>
                      </a:r>
                      <a:endParaRPr lang="en-US" altLang="zh-CN"/>
                    </a:p>
                  </a:txBody>
                  <a:tcPr/>
                </a:tc>
                <a:tc>
                  <a:txBody>
                    <a:bodyPr/>
                    <a:p>
                      <a:pPr>
                        <a:buNone/>
                      </a:pPr>
                      <a:r>
                        <a:rPr lang="en-US" altLang="zh-CN"/>
                        <a:t>45345</a:t>
                      </a:r>
                      <a:endParaRPr lang="en-US" altLang="zh-CN"/>
                    </a:p>
                  </a:txBody>
                  <a:tcPr/>
                </a:tc>
                <a:tc>
                  <a:txBody>
                    <a:bodyPr/>
                    <a:p>
                      <a:pPr>
                        <a:buNone/>
                      </a:pPr>
                      <a:r>
                        <a:rPr lang="en-US" altLang="zh-CN"/>
                        <a:t>23423</a:t>
                      </a:r>
                      <a:endParaRPr lang="en-US" altLang="zh-CN"/>
                    </a:p>
                  </a:txBody>
                  <a:tcPr/>
                </a:tc>
                <a:tc>
                  <a:txBody>
                    <a:bodyPr/>
                    <a:p>
                      <a:pPr>
                        <a:buNone/>
                      </a:pPr>
                      <a:r>
                        <a:rPr lang="en-US" altLang="zh-CN"/>
                        <a:t>1245</a:t>
                      </a:r>
                      <a:endParaRPr lang="en-US" altLang="zh-CN"/>
                    </a:p>
                  </a:txBody>
                  <a:tcPr/>
                </a:tc>
              </a:tr>
            </a:tbl>
          </a:graphicData>
        </a:graphic>
      </p:graphicFrame>
    </p:spTree>
    <p:custDataLst>
      <p:tags r:id="rId2"/>
    </p:custData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850265"/>
            <a:ext cx="10968990" cy="5906135"/>
          </a:xfrm>
        </p:spPr>
        <p:txBody>
          <a:bodyPr>
            <a:normAutofit lnSpcReduction="10000"/>
          </a:bodyPr>
          <a:p>
            <a:r>
              <a:rPr lang="zh-CN" altLang="en-US"/>
              <a:t>郑州大学提出了一种名为</a:t>
            </a:r>
            <a:r>
              <a:rPr lang="en-US" altLang="zh-CN"/>
              <a:t> LateSplit </a:t>
            </a:r>
            <a:r>
              <a:rPr lang="zh-CN" altLang="en-US"/>
              <a:t>的创新分块策略，其核心思想是</a:t>
            </a:r>
            <a:r>
              <a:rPr lang="en-US" altLang="zh-CN"/>
              <a:t> “</a:t>
            </a:r>
            <a:r>
              <a:rPr lang="zh-CN" altLang="en-US"/>
              <a:t>后检索分块</a:t>
            </a:r>
            <a:r>
              <a:rPr lang="en-US" altLang="zh-CN"/>
              <a:t>” </a:t>
            </a:r>
            <a:r>
              <a:rPr lang="zh-CN" altLang="en-US"/>
              <a:t>，旨在解决传统预检索分块策略与查询意图不匹配的核心问题。</a:t>
            </a:r>
            <a:r>
              <a:rPr lang="en-US" altLang="zh-CN"/>
              <a:t>LateSplit </a:t>
            </a:r>
            <a:r>
              <a:rPr lang="zh-CN" altLang="en-US"/>
              <a:t>采用一种混合框架：</a:t>
            </a:r>
            <a:endParaRPr lang="zh-CN" altLang="en-US"/>
          </a:p>
          <a:p>
            <a:pPr marL="0" indent="457200">
              <a:buNone/>
            </a:pPr>
            <a:r>
              <a:rPr lang="zh-CN" altLang="en-US"/>
              <a:t>第一阶段（预检索）：仍然使用任何一种传统的分块方法对文档库进行初始分块和索引。这保证了系统前端的处理效率和对现有系统的兼容性。</a:t>
            </a:r>
            <a:endParaRPr lang="zh-CN" altLang="en-US"/>
          </a:p>
          <a:p>
            <a:pPr marL="0" indent="457200">
              <a:buNone/>
            </a:pPr>
            <a:r>
              <a:rPr lang="zh-CN" altLang="en-US"/>
              <a:t>第二阶段（后检索）：在检索系统返回与查询最相关的</a:t>
            </a:r>
            <a:r>
              <a:rPr lang="en-US" altLang="zh-CN"/>
              <a:t> Top-K </a:t>
            </a:r>
            <a:r>
              <a:rPr lang="zh-CN" altLang="en-US"/>
              <a:t>个候选块之后，</a:t>
            </a:r>
            <a:r>
              <a:rPr lang="en-US" altLang="zh-CN"/>
              <a:t>LateSplit </a:t>
            </a:r>
            <a:r>
              <a:rPr lang="zh-CN" altLang="en-US"/>
              <a:t>才被激活。它利用查询和候选块的上下文信息，动态地、精细化地调整这些候选块的边界，从而提取出与查询最相关的片段。后检索块优化</a:t>
            </a:r>
            <a:endParaRPr lang="zh-CN" altLang="en-US"/>
          </a:p>
          <a:p>
            <a:pPr marL="0" indent="457200">
              <a:buNone/>
            </a:pPr>
            <a:r>
              <a:rPr lang="zh-CN" altLang="en-US">
                <a:solidFill>
                  <a:schemeClr val="tx1">
                    <a:lumMod val="65000"/>
                    <a:lumOff val="35000"/>
                  </a:schemeClr>
                </a:solidFill>
              </a:rPr>
              <a:t>后检索块优化</a:t>
            </a:r>
            <a:r>
              <a:rPr lang="en-US" altLang="zh-CN">
                <a:solidFill>
                  <a:schemeClr val="tx1">
                    <a:lumMod val="65000"/>
                    <a:lumOff val="35000"/>
                  </a:schemeClr>
                </a:solidFill>
              </a:rPr>
              <a:t>(</a:t>
            </a:r>
            <a:r>
              <a:rPr lang="zh-CN" altLang="en-US">
                <a:solidFill>
                  <a:schemeClr val="tx1">
                    <a:lumMod val="65000"/>
                    <a:lumOff val="35000"/>
                  </a:schemeClr>
                </a:solidFill>
              </a:rPr>
              <a:t>旨在从检索到的候选块</a:t>
            </a:r>
            <a:r>
              <a:rPr lang="en-US" altLang="zh-CN">
                <a:solidFill>
                  <a:schemeClr val="tx1">
                    <a:lumMod val="65000"/>
                    <a:lumOff val="35000"/>
                  </a:schemeClr>
                </a:solidFill>
              </a:rPr>
              <a:t>C’</a:t>
            </a:r>
            <a:r>
              <a:rPr lang="zh-CN" altLang="en-US">
                <a:solidFill>
                  <a:schemeClr val="tx1">
                    <a:lumMod val="65000"/>
                    <a:lumOff val="35000"/>
                  </a:schemeClr>
                </a:solidFill>
              </a:rPr>
              <a:t>中精准提取与查询最相关的片段</a:t>
            </a:r>
            <a:r>
              <a:rPr lang="en-US" altLang="zh-CN">
                <a:solidFill>
                  <a:schemeClr val="tx1">
                    <a:lumMod val="65000"/>
                    <a:lumOff val="35000"/>
                  </a:schemeClr>
                </a:solidFill>
              </a:rPr>
              <a:t>P):</a:t>
            </a:r>
            <a:endParaRPr lang="en-US" altLang="zh-CN">
              <a:solidFill>
                <a:schemeClr val="tx1">
                  <a:lumMod val="65000"/>
                  <a:lumOff val="35000"/>
                </a:schemeClr>
              </a:solidFill>
            </a:endParaRPr>
          </a:p>
          <a:p>
            <a:pPr marL="0" indent="457200">
              <a:buNone/>
            </a:pPr>
            <a:r>
              <a:rPr lang="zh-CN" altLang="en-US">
                <a:solidFill>
                  <a:schemeClr val="tx1">
                    <a:lumMod val="65000"/>
                    <a:lumOff val="35000"/>
                  </a:schemeClr>
                </a:solidFill>
              </a:rPr>
              <a:t>将查询</a:t>
            </a:r>
            <a:r>
              <a:rPr lang="en-US" altLang="zh-CN">
                <a:solidFill>
                  <a:schemeClr val="tx1">
                    <a:lumMod val="65000"/>
                    <a:lumOff val="35000"/>
                  </a:schemeClr>
                </a:solidFill>
              </a:rPr>
              <a:t>Q</a:t>
            </a:r>
            <a:r>
              <a:rPr lang="zh-CN" altLang="en-US">
                <a:solidFill>
                  <a:schemeClr val="tx1">
                    <a:lumMod val="65000"/>
                    <a:lumOff val="35000"/>
                  </a:schemeClr>
                </a:solidFill>
              </a:rPr>
              <a:t>与候选块</a:t>
            </a:r>
            <a:r>
              <a:rPr lang="en-US" altLang="zh-CN">
                <a:solidFill>
                  <a:schemeClr val="tx1">
                    <a:lumMod val="65000"/>
                    <a:lumOff val="35000"/>
                  </a:schemeClr>
                </a:solidFill>
              </a:rPr>
              <a:t>C’</a:t>
            </a:r>
            <a:r>
              <a:rPr lang="zh-CN" altLang="en-US">
                <a:solidFill>
                  <a:schemeClr val="tx1">
                    <a:lumMod val="65000"/>
                    <a:lumOff val="35000"/>
                  </a:schemeClr>
                </a:solidFill>
              </a:rPr>
              <a:t>拼接，送入与训练的语言模型中，模型输出两个概率分布，</a:t>
            </a:r>
            <a:r>
              <a:rPr lang="en-US" altLang="zh-CN">
                <a:solidFill>
                  <a:schemeClr val="tx1">
                    <a:lumMod val="65000"/>
                    <a:lumOff val="35000"/>
                  </a:schemeClr>
                </a:solidFill>
              </a:rPr>
              <a:t>L1</a:t>
            </a:r>
            <a:r>
              <a:rPr lang="zh-CN" altLang="en-US">
                <a:solidFill>
                  <a:schemeClr val="tx1">
                    <a:lumMod val="65000"/>
                    <a:lumOff val="35000"/>
                  </a:schemeClr>
                </a:solidFill>
              </a:rPr>
              <a:t>作为各</a:t>
            </a:r>
            <a:r>
              <a:rPr lang="en-US" altLang="zh-CN">
                <a:solidFill>
                  <a:schemeClr val="tx1">
                    <a:lumMod val="65000"/>
                    <a:lumOff val="35000"/>
                  </a:schemeClr>
                </a:solidFill>
              </a:rPr>
              <a:t> token </a:t>
            </a:r>
            <a:r>
              <a:rPr lang="zh-CN" altLang="en-US">
                <a:solidFill>
                  <a:schemeClr val="tx1">
                    <a:lumMod val="65000"/>
                    <a:lumOff val="35000"/>
                  </a:schemeClr>
                </a:solidFill>
              </a:rPr>
              <a:t>作为片段起点的概率，</a:t>
            </a:r>
            <a:r>
              <a:rPr lang="en-US" altLang="zh-CN">
                <a:solidFill>
                  <a:schemeClr val="tx1">
                    <a:lumMod val="65000"/>
                    <a:lumOff val="35000"/>
                  </a:schemeClr>
                </a:solidFill>
              </a:rPr>
              <a:t>L2</a:t>
            </a:r>
            <a:r>
              <a:rPr lang="zh-CN" altLang="en-US">
                <a:solidFill>
                  <a:schemeClr val="tx1">
                    <a:lumMod val="65000"/>
                    <a:lumOff val="35000"/>
                  </a:schemeClr>
                </a:solidFill>
              </a:rPr>
              <a:t>为各</a:t>
            </a:r>
            <a:r>
              <a:rPr lang="en-US" altLang="zh-CN">
                <a:solidFill>
                  <a:schemeClr val="tx1">
                    <a:lumMod val="65000"/>
                    <a:lumOff val="35000"/>
                  </a:schemeClr>
                </a:solidFill>
              </a:rPr>
              <a:t> token </a:t>
            </a:r>
            <a:r>
              <a:rPr lang="zh-CN" altLang="en-US">
                <a:solidFill>
                  <a:schemeClr val="tx1">
                    <a:lumMod val="65000"/>
                    <a:lumOff val="35000"/>
                  </a:schemeClr>
                </a:solidFill>
              </a:rPr>
              <a:t>作为片段终点的概率。通过可调参数</a:t>
            </a:r>
            <a:r>
              <a:rPr lang="en-US" altLang="zh-CN">
                <a:solidFill>
                  <a:schemeClr val="tx1">
                    <a:lumMod val="65000"/>
                    <a:lumOff val="35000"/>
                  </a:schemeClr>
                </a:solidFill>
              </a:rPr>
              <a:t>λ</a:t>
            </a:r>
            <a:r>
              <a:rPr lang="zh-CN" altLang="en-US">
                <a:solidFill>
                  <a:schemeClr val="tx1">
                    <a:lumMod val="65000"/>
                    <a:lumOff val="35000"/>
                  </a:schemeClr>
                </a:solidFill>
              </a:rPr>
              <a:t>设定动态阈值，筛选出高置信度的起止位置候选集。从候选的起止位置对中，选择概率乘积最高的组合，确定最终的精炼段落</a:t>
            </a:r>
            <a:r>
              <a:rPr lang="en-US" altLang="zh-CN">
                <a:solidFill>
                  <a:schemeClr val="tx1">
                    <a:lumMod val="65000"/>
                    <a:lumOff val="35000"/>
                  </a:schemeClr>
                </a:solidFill>
              </a:rPr>
              <a:t>P</a:t>
            </a:r>
            <a:r>
              <a:rPr lang="zh-CN" altLang="en-US">
                <a:solidFill>
                  <a:schemeClr val="tx1">
                    <a:lumMod val="65000"/>
                    <a:lumOff val="35000"/>
                  </a:schemeClr>
                </a:solidFill>
              </a:rPr>
              <a:t>，将最终确定的起止边界调整至最近的句子边界，确保语义完整性。</a:t>
            </a:r>
            <a:endParaRPr lang="zh-CN" altLang="en-US">
              <a:solidFill>
                <a:schemeClr val="tx1">
                  <a:lumMod val="65000"/>
                  <a:lumOff val="35000"/>
                </a:schemeClr>
              </a:solidFill>
            </a:endParaRPr>
          </a:p>
        </p:txBody>
      </p:sp>
    </p:spTree>
    <p:custDataLst>
      <p:tags r:id="rId2"/>
    </p:custData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3" name="内容占位符 2"/>
          <p:cNvSpPr>
            <a:spLocks noGrp="1"/>
          </p:cNvSpPr>
          <p:nvPr>
            <p:ph idx="1"/>
            <p:custDataLst>
              <p:tags r:id="rId1"/>
            </p:custDataLst>
          </p:nvPr>
        </p:nvSpPr>
        <p:spPr>
          <a:xfrm>
            <a:off x="608330" y="1490345"/>
            <a:ext cx="4757420" cy="4759325"/>
          </a:xfrm>
        </p:spPr>
        <p:txBody>
          <a:bodyPr/>
          <a:p>
            <a:r>
              <a:rPr lang="zh-CN" altLang="en-US"/>
              <a:t>检索精度大幅提升：在核心评估指标上表现卓越。</a:t>
            </a:r>
            <a:endParaRPr lang="zh-CN" altLang="en-US"/>
          </a:p>
          <a:p>
            <a:pPr marL="0" indent="457200">
              <a:buNone/>
            </a:pPr>
            <a:r>
              <a:rPr lang="zh-CN" altLang="en-US"/>
              <a:t>精确率：提升高达</a:t>
            </a:r>
            <a:r>
              <a:rPr lang="en-US" altLang="zh-CN"/>
              <a:t> 44.2%</a:t>
            </a:r>
            <a:r>
              <a:rPr lang="zh-CN" altLang="en-US"/>
              <a:t>（在</a:t>
            </a:r>
            <a:r>
              <a:rPr lang="en-US" altLang="zh-CN"/>
              <a:t> FixedToken </a:t>
            </a:r>
            <a:r>
              <a:rPr lang="zh-CN" altLang="en-US"/>
              <a:t>块大小</a:t>
            </a:r>
            <a:r>
              <a:rPr lang="en-US" altLang="zh-CN"/>
              <a:t>200</a:t>
            </a:r>
            <a:r>
              <a:rPr lang="zh-CN" altLang="en-US"/>
              <a:t>，无重叠的情况下，从</a:t>
            </a:r>
            <a:r>
              <a:rPr lang="en-US" altLang="zh-CN"/>
              <a:t>21.0%</a:t>
            </a:r>
            <a:r>
              <a:rPr lang="zh-CN" altLang="en-US"/>
              <a:t>提升至</a:t>
            </a:r>
            <a:r>
              <a:rPr lang="en-US" altLang="zh-CN"/>
              <a:t>30.3%</a:t>
            </a:r>
            <a:r>
              <a:rPr lang="zh-CN" altLang="en-US"/>
              <a:t>）。</a:t>
            </a:r>
            <a:endParaRPr lang="zh-CN" altLang="en-US"/>
          </a:p>
          <a:p>
            <a:pPr marL="0" indent="457200">
              <a:buNone/>
            </a:pPr>
            <a:r>
              <a:rPr lang="zh-CN" altLang="en-US"/>
              <a:t>交并比：提升高达</a:t>
            </a:r>
            <a:r>
              <a:rPr lang="en-US" altLang="zh-CN"/>
              <a:t> 20.4%</a:t>
            </a:r>
            <a:r>
              <a:rPr lang="zh-CN" altLang="en-US"/>
              <a:t>（在</a:t>
            </a:r>
            <a:r>
              <a:rPr lang="en-US" altLang="zh-CN"/>
              <a:t> FixedToken </a:t>
            </a:r>
            <a:r>
              <a:rPr lang="zh-CN" altLang="en-US"/>
              <a:t>块大小</a:t>
            </a:r>
            <a:r>
              <a:rPr lang="en-US" altLang="zh-CN"/>
              <a:t>200</a:t>
            </a:r>
            <a:r>
              <a:rPr lang="zh-CN" altLang="en-US"/>
              <a:t>，重叠</a:t>
            </a:r>
            <a:r>
              <a:rPr lang="en-US" altLang="zh-CN"/>
              <a:t>100</a:t>
            </a:r>
            <a:r>
              <a:rPr lang="zh-CN" altLang="en-US"/>
              <a:t>的情况下，从</a:t>
            </a:r>
            <a:r>
              <a:rPr lang="en-US" altLang="zh-CN"/>
              <a:t>5.2%</a:t>
            </a:r>
            <a:r>
              <a:rPr lang="zh-CN" altLang="en-US"/>
              <a:t>提升至</a:t>
            </a:r>
            <a:r>
              <a:rPr lang="en-US" altLang="zh-CN"/>
              <a:t>6.2%</a:t>
            </a:r>
            <a:r>
              <a:rPr lang="zh-CN" altLang="en-US"/>
              <a:t>）。</a:t>
            </a:r>
            <a:r>
              <a:rPr lang="en-US" altLang="zh-CN"/>
              <a:t>IoU</a:t>
            </a:r>
            <a:r>
              <a:rPr lang="zh-CN" altLang="en-US"/>
              <a:t>是衡量预测块与真实答案块重叠程度的关键指标，其提升直接意味着返回的文本与查询意图高度对齐。</a:t>
            </a:r>
            <a:endParaRPr lang="zh-CN" altLang="en-US"/>
          </a:p>
        </p:txBody>
      </p:sp>
      <p:sp>
        <p:nvSpPr>
          <p:cNvPr id="4" name="标题 3"/>
          <p:cNvSpPr>
            <a:spLocks noGrp="1"/>
          </p:cNvSpPr>
          <p:nvPr>
            <p:ph type="title"/>
            <p:custDataLst>
              <p:tags r:id="rId2"/>
            </p:custDataLst>
          </p:nvPr>
        </p:nvSpPr>
        <p:spPr/>
        <p:txBody>
          <a:bodyPr/>
          <a:p>
            <a:r>
              <a:rPr lang="zh-CN" altLang="en-US"/>
              <a:t>性能分析</a:t>
            </a:r>
            <a:endParaRPr lang="zh-CN" altLang="en-US"/>
          </a:p>
        </p:txBody>
      </p:sp>
      <p:pic>
        <p:nvPicPr>
          <p:cNvPr id="7" name="图片 6"/>
          <p:cNvPicPr>
            <a:picLocks noChangeAspect="1"/>
          </p:cNvPicPr>
          <p:nvPr/>
        </p:nvPicPr>
        <p:blipFill>
          <a:blip r:embed="rId3"/>
          <a:stretch>
            <a:fillRect/>
          </a:stretch>
        </p:blipFill>
        <p:spPr>
          <a:xfrm>
            <a:off x="5423535" y="1251585"/>
            <a:ext cx="6363970" cy="4269740"/>
          </a:xfrm>
          <a:prstGeom prst="rect">
            <a:avLst/>
          </a:prstGeom>
        </p:spPr>
      </p:pic>
    </p:spTree>
    <p:custDataLst>
      <p:tags r:id="rId4"/>
    </p:custDataLst>
  </p:cSld>
  <p:clrMapOvr>
    <a:masterClrMapping/>
  </p:clrMapOvr>
</p:sld>
</file>

<file path=ppt/tags/tag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
  <p:tag name="KSO_WM_UNIT_LAYERLEVEL" val="1"/>
  <p:tag name="KSO_WM_TAG_VERSION" val="1.0"/>
  <p:tag name="KSO_WM_BEAUTIFY_FLAG" val="#wm#"/>
</p:tagLst>
</file>

<file path=ppt/tags/tag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3**"/>
  <p:tag name="KSO_WM_UNIT_LAYERLEVEL" val="1"/>
  <p:tag name="KSO_WM_TAG_VERSION" val="1.0"/>
  <p:tag name="KSO_WM_BEAUTIFY_FLAG" val="#wm#"/>
</p:tagLst>
</file>

<file path=ppt/tags/tag1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1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4**"/>
  <p:tag name="KSO_WM_UNIT_LAYERLEVEL" val="1"/>
  <p:tag name="KSO_WM_TAG_VERSION" val="1.0"/>
  <p:tag name="KSO_WM_BEAUTIFY_FLAG" val="#wm#"/>
</p:tagLst>
</file>

<file path=ppt/tags/tag2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2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5**"/>
  <p:tag name="KSO_WM_UNIT_LAYERLEVEL" val="1"/>
  <p:tag name="KSO_WM_TAG_VERSION" val="1.0"/>
  <p:tag name="KSO_WM_BEAUTIFY_FLAG" val="#wm#"/>
</p:tagLst>
</file>

<file path=ppt/tags/tag3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6**"/>
  <p:tag name="KSO_WM_UNIT_LAYERLEVEL" val="1"/>
  <p:tag name="KSO_WM_TAG_VERSION" val="1.0"/>
  <p:tag name="KSO_WM_BEAUTIFY_FLAG" val="#wm#"/>
</p:tagLst>
</file>

<file path=ppt/tags/tag3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7**"/>
  <p:tag name="KSO_WM_UNIT_LAYERLEVEL" val="1"/>
  <p:tag name="KSO_WM_TAG_VERSION" val="1.0"/>
  <p:tag name="KSO_WM_BEAUTIFY_FLAG" val="#wm#"/>
</p:tagLst>
</file>

<file path=ppt/tags/tag3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3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8**"/>
  <p:tag name="KSO_WM_UNIT_LAYERLEVEL" val="1"/>
  <p:tag name="KSO_WM_TAG_VERSION" val="1.0"/>
  <p:tag name="KSO_WM_BEAUTIFY_FLAG" val="#wm#"/>
</p:tagLst>
</file>

<file path=ppt/tags/tag4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9**"/>
  <p:tag name="KSO_WM_UNIT_LAYERLEVEL" val="1"/>
  <p:tag name="KSO_WM_TAG_VERSION" val="1.0"/>
  <p:tag name="KSO_WM_BEAUTIFY_FLAG" val="#wm#"/>
</p:tagLst>
</file>

<file path=ppt/tags/tag4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4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0**"/>
  <p:tag name="KSO_WM_UNIT_LAYERLEVEL" val="1"/>
  <p:tag name="KSO_WM_TAG_VERSION" val="1.0"/>
  <p:tag name="KSO_WM_BEAUTIFY_FLAG" val="#wm#"/>
</p:tagLst>
</file>

<file path=ppt/tags/tag5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11**"/>
  <p:tag name="KSO_WM_UNIT_LAYERLEVEL" val="1"/>
  <p:tag name="KSO_WM_TAG_VERSION" val="1.0"/>
  <p:tag name="KSO_WM_BEAUTIFY_FLAG" val="#wm#"/>
</p:tagLst>
</file>

<file path=ppt/tags/tag5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 name="KSO_WM_TEMPLATE_CATEGORY" val="custom"/>
  <p:tag name="KSO_WM_TEMPLATE_INDEX" val="20205081"/>
</p:tagLst>
</file>

<file path=ppt/tags/tag5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0**"/>
  <p:tag name="KSO_WM_UNIT_LAYERLEVEL" val="1"/>
  <p:tag name="KSO_WM_TAG_VERSION" val="1.0"/>
  <p:tag name="KSO_WM_BEAUTIFY_FLAG" val="#wm#"/>
</p:tagLst>
</file>

<file path=ppt/tags/tag62.xml><?xml version="1.0" encoding="utf-8"?>
<p:tagLst xmlns:p="http://schemas.openxmlformats.org/presentationml/2006/main">
  <p:tag name="KSO_WM_TEMPLATE_THUMBS_INDEX" val="1、4、7、12、13、14、15、16、17、18、20、24、25、28、33、36、40、43、44"/>
  <p:tag name="KSO_WM_TEMPLATE_SUBCATEGORY" val="19"/>
  <p:tag name="KSO_WM_TAG_VERSION" val="1.0"/>
  <p:tag name="KSO_WM_BEAUTIFY_FLAG" val="#wm#"/>
  <p:tag name="KSO_WM_TEMPLATE_CATEGORY" val="custom"/>
  <p:tag name="KSO_WM_TEMPLATE_INDEX" val="20205081"/>
  <p:tag name="KSO_WM_TEMPLATE_MASTER_TYPE" val="0"/>
  <p:tag name="KSO_WM_TEMPLATE_COLOR_TYPE" val="1"/>
  <p:tag name="KSO_WM_UNIT_SHOW_EDIT_AREA_INDICATION" val="1"/>
</p:tagLst>
</file>

<file path=ppt/tags/tag63.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64.xml><?xml version="1.0" encoding="utf-8"?>
<p:tagLst xmlns:p="http://schemas.openxmlformats.org/presentationml/2006/main">
  <p:tag name="KSO_WM_SLIDE_ID" val="custom20205081_1"/>
  <p:tag name="KSO_WM_TEMPLATE_SUBCATEGORY" val="19"/>
  <p:tag name="KSO_WM_TEMPLATE_MASTER_TYPE" val="0"/>
  <p:tag name="KSO_WM_TEMPLATE_COLOR_TYPE" val="1"/>
  <p:tag name="KSO_WM_SLIDE_TYPE" val="title"/>
  <p:tag name="KSO_WM_SLIDE_SUBTYPE" val="defaultBlank"/>
  <p:tag name="KSO_WM_SLIDE_ITEM_CNT" val="0"/>
  <p:tag name="KSO_WM_SLIDE_INDEX" val="1"/>
  <p:tag name="KSO_WM_TAG_VERSION" val="1.0"/>
  <p:tag name="KSO_WM_BEAUTIFY_FLAG" val="#wm#"/>
  <p:tag name="KSO_WM_TEMPLATE_CATEGORY" val="custom"/>
  <p:tag name="KSO_WM_TEMPLATE_INDEX" val="20205081"/>
  <p:tag name="KSO_WM_SLIDE_LAYOUT" val="a_b"/>
  <p:tag name="KSO_WM_SLIDE_LAYOUT_CNT" val="1_1"/>
  <p:tag name="KSO_WM_UNIT_SHOW_EDIT_AREA_INDICATION" val="1"/>
  <p:tag name="KSO_WM_TEMPLATE_THUMBS_INDEX" val="1、4、7、12、13、14、15、16、17、18、20、24、25、28、33、36、40、43、44"/>
</p:tagLst>
</file>

<file path=ppt/tags/tag6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7.xml><?xml version="1.0" encoding="utf-8"?>
<p:tagLst xmlns:p="http://schemas.openxmlformats.org/presentationml/2006/main">
  <p:tag name="KSO_WM_BEAUTIFY_FLAG" val="#wm#"/>
  <p:tag name="KSO_WM_TEMPLATE_CATEGORY" val="custom"/>
  <p:tag name="KSO_WM_TEMPLATE_INDEX" val="20205081"/>
</p:tagLst>
</file>

<file path=ppt/tags/tag6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6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0.xml><?xml version="1.0" encoding="utf-8"?>
<p:tagLst xmlns:p="http://schemas.openxmlformats.org/presentationml/2006/main">
  <p:tag name="KSO_WM_BEAUTIFY_FLAG" val="#wm#"/>
  <p:tag name="KSO_WM_TEMPLATE_CATEGORY" val="custom"/>
  <p:tag name="KSO_WM_TEMPLATE_INDEX" val="20205081"/>
</p:tagLst>
</file>

<file path=ppt/tags/tag7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2.xml><?xml version="1.0" encoding="utf-8"?>
<p:tagLst xmlns:p="http://schemas.openxmlformats.org/presentationml/2006/main">
  <p:tag name="KSO_WM_BEAUTIFY_FLAG" val="#wm#"/>
  <p:tag name="KSO_WM_TEMPLATE_CATEGORY" val="custom"/>
  <p:tag name="KSO_WM_TEMPLATE_INDEX" val="20205081"/>
</p:tagLst>
</file>

<file path=ppt/tags/tag7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4.xml><?xml version="1.0" encoding="utf-8"?>
<p:tagLst xmlns:p="http://schemas.openxmlformats.org/presentationml/2006/main">
  <p:tag name="KSO_WM_BEAUTIFY_FLAG" val="#wm#"/>
  <p:tag name="KSO_WM_TEMPLATE_CATEGORY" val="custom"/>
  <p:tag name="KSO_WM_TEMPLATE_INDEX" val="20205081"/>
</p:tagLst>
</file>

<file path=ppt/tags/tag7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7.xml><?xml version="1.0" encoding="utf-8"?>
<p:tagLst xmlns:p="http://schemas.openxmlformats.org/presentationml/2006/main">
  <p:tag name="KSO_WM_BEAUTIFY_FLAG" val="#wm#"/>
  <p:tag name="KSO_WM_TEMPLATE_CATEGORY" val="custom"/>
  <p:tag name="KSO_WM_TEMPLATE_INDEX" val="20205081"/>
</p:tagLst>
</file>

<file path=ppt/tags/tag7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79.xml><?xml version="1.0" encoding="utf-8"?>
<p:tagLst xmlns:p="http://schemas.openxmlformats.org/presentationml/2006/main">
  <p:tag name="KSO_WM_BEAUTIFY_FLAG" val="#wm#"/>
  <p:tag name="KSO_WM_TEMPLATE_CATEGORY" val="custom"/>
  <p:tag name="KSO_WM_TEMPLATE_INDEX" val="20205081"/>
</p:tagLst>
</file>

<file path=ppt/tags/tag8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2.xml><?xml version="1.0" encoding="utf-8"?>
<p:tagLst xmlns:p="http://schemas.openxmlformats.org/presentationml/2006/main">
  <p:tag name="KSO_WM_BEAUTIFY_FLAG" val="#wm#"/>
  <p:tag name="KSO_WM_TEMPLATE_CATEGORY" val="custom"/>
  <p:tag name="KSO_WM_TEMPLATE_INDEX" val="20205081"/>
</p:tagLst>
</file>

<file path=ppt/tags/tag8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5.xml><?xml version="1.0" encoding="utf-8"?>
<p:tagLst xmlns:p="http://schemas.openxmlformats.org/presentationml/2006/main">
  <p:tag name="KSO_WM_BEAUTIFY_FLAG" val="#wm#"/>
  <p:tag name="KSO_WM_TEMPLATE_CATEGORY" val="custom"/>
  <p:tag name="KSO_WM_TEMPLATE_INDEX" val="20205081"/>
</p:tagLst>
</file>

<file path=ppt/tags/tag8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89.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0.xml><?xml version="1.0" encoding="utf-8"?>
<p:tagLst xmlns:p="http://schemas.openxmlformats.org/presentationml/2006/main">
  <p:tag name="KSO_WM_UNIT_ISCONTENTSTITLE" val="0"/>
  <p:tag name="KSO_WM_UNIT_ISNUMDGMTITLE" val="0"/>
  <p:tag name="KSO_WM_UNIT_NOCLEAR" val="0"/>
  <p:tag name="KSO_WM_UNIT_SHOW_EDIT_AREA_INDICATION" val="1"/>
  <p:tag name="KSO_WM_UNIT_VALUE" val="28"/>
  <p:tag name="KSO_WM_UNIT_HIGHLIGHT" val="0"/>
  <p:tag name="KSO_WM_UNIT_COMPATIBLE" val="0"/>
  <p:tag name="KSO_WM_UNIT_DIAGRAM_ISNUMVISUAL" val="0"/>
  <p:tag name="KSO_WM_UNIT_DIAGRAM_ISREFERUNIT" val="0"/>
  <p:tag name="KSO_WM_UNIT_TYPE" val="a"/>
  <p:tag name="KSO_WM_UNIT_INDEX" val="1"/>
  <p:tag name="KSO_WM_UNIT_ID" val="custom20205081_1*a*1"/>
  <p:tag name="KSO_WM_TEMPLATE_CATEGORY" val="custom"/>
  <p:tag name="KSO_WM_TEMPLATE_INDEX" val="20205081"/>
  <p:tag name="KSO_WM_UNIT_LAYERLEVEL" val="1"/>
  <p:tag name="KSO_WM_TAG_VERSION" val="1.0"/>
  <p:tag name="KSO_WM_BEAUTIFY_FLAG" val="#wm#"/>
</p:tagLst>
</file>

<file path=ppt/tags/tag91.xml><?xml version="1.0" encoding="utf-8"?>
<p:tagLst xmlns:p="http://schemas.openxmlformats.org/presentationml/2006/main">
  <p:tag name="KSO_WM_BEAUTIFY_FLAG" val="#wm#"/>
  <p:tag name="KSO_WM_TEMPLATE_CATEGORY" val="custom"/>
  <p:tag name="KSO_WM_TEMPLATE_INDEX" val="20205081"/>
</p:tagLst>
</file>

<file path=ppt/tags/tag9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3.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4.xml><?xml version="1.0" encoding="utf-8"?>
<p:tagLst xmlns:p="http://schemas.openxmlformats.org/presentationml/2006/main">
  <p:tag name="KSO_WM_BEAUTIFY_FLAG" val="#wm#"/>
  <p:tag name="KSO_WM_TEMPLATE_CATEGORY" val="custom"/>
  <p:tag name="KSO_WM_TEMPLATE_INDEX" val="20205081"/>
</p:tagLst>
</file>

<file path=ppt/tags/tag9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6.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97.xml><?xml version="1.0" encoding="utf-8"?>
<p:tagLst xmlns:p="http://schemas.openxmlformats.org/presentationml/2006/main">
  <p:tag name="KSO_WM_BEAUTIFY_FLAG" val="#wm#"/>
  <p:tag name="KSO_WM_TEMPLATE_CATEGORY" val="custom"/>
  <p:tag name="KSO_WM_TEMPLATE_INDEX" val="20205081"/>
</p:tagLst>
</file>

<file path=ppt/tags/tag9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4"/>
  <p:tag name="KSO_WM_UNIT_ID" val="custom20235632_1*i*4"/>
  <p:tag name="KSO_WM_TEMPLATE_CATEGORY" val="custom"/>
  <p:tag name="KSO_WM_TEMPLATE_INDEX" val="20235632"/>
  <p:tag name="KSO_WM_UNIT_LAYERLEVEL" val="1"/>
  <p:tag name="KSO_WM_TAG_VERSION" val="3.0"/>
  <p:tag name="KSO_WM_BEAUTIFY_FLAG" val="#wm#"/>
</p:tagLst>
</file>

<file path=ppt/tags/tag99.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i"/>
  <p:tag name="KSO_WM_UNIT_INDEX" val="1"/>
  <p:tag name="KSO_WM_UNIT_ID" val="custom20235632_1*i*1"/>
  <p:tag name="KSO_WM_TEMPLATE_CATEGORY" val="custom"/>
  <p:tag name="KSO_WM_TEMPLATE_INDEX" val="20235632"/>
  <p:tag name="KSO_WM_UNIT_LAYERLEVEL" val="1"/>
  <p:tag name="KSO_WM_TAG_VERSION" val="3.0"/>
  <p:tag name="KSO_WM_BEAUTIFY_FLAG" val="#wm#"/>
</p:tagLst>
</file>

<file path=ppt/tags/tag100.xml><?xml version="1.0" encoding="utf-8"?>
<p:tagLst xmlns:p="http://schemas.openxmlformats.org/presentationml/2006/main">
  <p:tag name="KSO_WM_UNIT_NOCLEAR" val="0"/>
  <p:tag name="KSO_WM_UNIT_HIGHLIGHT" val="0"/>
  <p:tag name="KSO_WM_UNIT_COMPATIBLE" val="0"/>
  <p:tag name="KSO_WM_UNIT_DIAGRAM_ISNUMVISUAL" val="0"/>
  <p:tag name="KSO_WM_UNIT_DIAGRAM_ISREFERUNIT" val="0"/>
  <p:tag name="KSO_WM_UNIT_TYPE" val="i"/>
  <p:tag name="KSO_WM_UNIT_INDEX" val="2"/>
  <p:tag name="KSO_WM_UNIT_ID" val="custom20235632_1*i*2"/>
  <p:tag name="KSO_WM_TEMPLATE_CATEGORY" val="custom"/>
  <p:tag name="KSO_WM_TEMPLATE_INDEX" val="20235632"/>
  <p:tag name="KSO_WM_UNIT_LAYERLEVEL" val="1"/>
  <p:tag name="KSO_WM_TAG_VERSION" val="3.0"/>
  <p:tag name="KSO_WM_BEAUTIFY_FLAG" val="#wm#"/>
</p:tagLst>
</file>

<file path=ppt/tags/tag101.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TYPE" val="i"/>
  <p:tag name="KSO_WM_UNIT_INDEX" val="3"/>
  <p:tag name="KSO_WM_UNIT_ID" val="custom20235632_1*i*3"/>
  <p:tag name="KSO_WM_TEMPLATE_CATEGORY" val="custom"/>
  <p:tag name="KSO_WM_TEMPLATE_INDEX" val="20235632"/>
  <p:tag name="KSO_WM_UNIT_LAYERLEVEL" val="1"/>
  <p:tag name="KSO_WM_TAG_VERSION" val="3.0"/>
  <p:tag name="KSO_WM_BEAUTIFY_FLAG" val="#wm#"/>
</p:tagLst>
</file>

<file path=ppt/tags/tag102.xml><?xml version="1.0" encoding="utf-8"?>
<p:tagLst xmlns:p="http://schemas.openxmlformats.org/presentationml/2006/main">
  <p:tag name="KSO_WM_UNIT_ISCONTENTSTITLE" val="0"/>
  <p:tag name="KSO_WM_UNIT_ISNUMDGMTITLE" val="0"/>
  <p:tag name="KSO_WM_UNIT_NOCLEAR" val="0"/>
  <p:tag name="KSO_WM_UNIT_HIGHLIGHT" val="0"/>
  <p:tag name="KSO_WM_UNIT_COMPATIBLE" val="0"/>
  <p:tag name="KSO_WM_UNIT_DIAGRAM_ISNUMVISUAL" val="0"/>
  <p:tag name="KSO_WM_UNIT_DIAGRAM_ISREFERUNIT" val="0"/>
  <p:tag name="KSO_WM_UNIT_TYPE" val="a"/>
  <p:tag name="KSO_WM_UNIT_INDEX" val="1"/>
  <p:tag name="KSO_WM_UNIT_ID" val="custom20235632_1*a*1"/>
  <p:tag name="KSO_WM_TEMPLATE_CATEGORY" val="custom"/>
  <p:tag name="KSO_WM_TEMPLATE_INDEX" val="20235632"/>
  <p:tag name="KSO_WM_UNIT_LAYERLEVEL" val="1"/>
  <p:tag name="KSO_WM_TAG_VERSION" val="3.0"/>
  <p:tag name="KSO_WM_BEAUTIFY_FLAG" val="#wm#"/>
  <p:tag name="KSO_WM_UNIT_VALUE" val="25"/>
  <p:tag name="KSO_WM_UNIT_PRESET_TEXT" val="单击此处添加标题"/>
  <p:tag name="KSO_WM_UNIT_TEXT_TYPE" val="1"/>
</p:tagLst>
</file>

<file path=ppt/tags/tag103.xml><?xml version="1.0" encoding="utf-8"?>
<p:tagLst xmlns:p="http://schemas.openxmlformats.org/presentationml/2006/main">
  <p:tag name="KSO_WM_UNIT_SUBTYPE" val="a"/>
  <p:tag name="KSO_WM_UNIT_TEXT_LAYER_COUNT" val="1"/>
  <p:tag name="KSO_WM_UNIT_NOCLEAR" val="0"/>
  <p:tag name="KSO_WM_UNIT_HIGHLIGHT" val="0"/>
  <p:tag name="KSO_WM_UNIT_COMPATIBLE" val="0"/>
  <p:tag name="KSO_WM_UNIT_DIAGRAM_ISNUMVISUAL" val="0"/>
  <p:tag name="KSO_WM_UNIT_DIAGRAM_ISREFERUNIT" val="0"/>
  <p:tag name="KSO_WM_UNIT_TYPE" val="f"/>
  <p:tag name="KSO_WM_UNIT_INDEX" val="1"/>
  <p:tag name="KSO_WM_UNIT_ID" val="custom20235632_1*f*1"/>
  <p:tag name="KSO_WM_TEMPLATE_CATEGORY" val="custom"/>
  <p:tag name="KSO_WM_TEMPLATE_INDEX" val="20235632"/>
  <p:tag name="KSO_WM_UNIT_LAYERLEVEL" val="1"/>
  <p:tag name="KSO_WM_TAG_VERSION" val="3.0"/>
  <p:tag name="KSO_WM_BEAUTIFY_FLAG" val="#wm#"/>
  <p:tag name="KSO_WM_UNIT_VALUE" val="320"/>
  <p:tag name="KSO_WM_UNIT_PRESET_TEXT" val="单击此处输入你的正文，文字是您思想的提炼，为了最终演示发布的良好效果，请尽量言简意赅的阐述观点。根据需要可酌情增减文字，以便观者可以准确理解您所传达的信息。单击此处输入你的正文，文字是您思想的提炼。&#10;单击此处输入你的正文，文字是您思想的提炼，为了最终演示发布的良好效果。&#10;单击此处输入你的正文，文字是您思想的提炼，为了最终演示发布的良好效果，请言简意赅的阐述观点。根据需要可酌情增减文字，以便观者可以准确理解您所传达的信息。"/>
  <p:tag name="KSO_WM_UNIT_TEXT_TYPE" val="1"/>
</p:tagLst>
</file>

<file path=ppt/tags/tag104.xml><?xml version="1.0" encoding="utf-8"?>
<p:tagLst xmlns:p="http://schemas.openxmlformats.org/presentationml/2006/main">
  <p:tag name="KSO_WM_SLIDE_ID" val="custom20235632_1"/>
  <p:tag name="KSO_WM_TEMPLATE_SUBCATEGORY" val="0"/>
  <p:tag name="KSO_WM_TEMPLATE_MASTER_TYPE" val="0"/>
  <p:tag name="KSO_WM_TEMPLATE_COLOR_TYPE" val="0"/>
  <p:tag name="KSO_WM_SLIDE_TYPE" val="text"/>
  <p:tag name="KSO_WM_SLIDE_SUBTYPE" val="picTxt"/>
  <p:tag name="KSO_WM_SLIDE_ITEM_CNT" val="0"/>
  <p:tag name="KSO_WM_SLIDE_INDEX" val="1"/>
  <p:tag name="KSO_WM_SLIDE_SIZE" val="878*422"/>
  <p:tag name="KSO_WM_SLIDE_POSITION" val="47*66"/>
  <p:tag name="KSO_WM_TAG_VERSION" val="3.0"/>
  <p:tag name="KSO_WM_BEAUTIFY_FLAG" val="#wm#"/>
  <p:tag name="KSO_WM_TEMPLATE_CATEGORY" val="custom"/>
  <p:tag name="KSO_WM_TEMPLATE_INDEX" val="20235632"/>
  <p:tag name="KSO_WM_SLIDE_LAYOUT" val="a_f"/>
  <p:tag name="KSO_WM_SLIDE_LAYOUT_CNT" val="1_1"/>
</p:tagLst>
</file>

<file path=ppt/tags/tag10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6.xml><?xml version="1.0" encoding="utf-8"?>
<p:tagLst xmlns:p="http://schemas.openxmlformats.org/presentationml/2006/main">
  <p:tag name="KSO_WM_BEAUTIFY_FLAG" val="#wm#"/>
  <p:tag name="KSO_WM_TEMPLATE_CATEGORY" val="custom"/>
  <p:tag name="KSO_WM_TEMPLATE_INDEX" val="20205081"/>
</p:tagLst>
</file>

<file path=ppt/tags/tag107.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8.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09.xml><?xml version="1.0" encoding="utf-8"?>
<p:tagLst xmlns:p="http://schemas.openxmlformats.org/presentationml/2006/main">
  <p:tag name="KSO_WM_BEAUTIFY_FLAG" val="#wm#"/>
  <p:tag name="KSO_WM_TEMPLATE_CATEGORY" val="custom"/>
  <p:tag name="KSO_WM_TEMPLATE_INDEX" val="20205081"/>
</p:tagLst>
</file>

<file path=ppt/tags/tag110.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1.xml><?xml version="1.0" encoding="utf-8"?>
<p:tagLst xmlns:p="http://schemas.openxmlformats.org/presentationml/2006/main">
  <p:tag name="KSO_WM_BEAUTIFY_FLAG" val="#wm#"/>
  <p:tag name="KSO_WM_TEMPLATE_CATEGORY" val="custom"/>
  <p:tag name="KSO_WM_TEMPLATE_INDEX" val="20205081"/>
</p:tagLst>
</file>

<file path=ppt/tags/tag112.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3.xml><?xml version="1.0" encoding="utf-8"?>
<p:tagLst xmlns:p="http://schemas.openxmlformats.org/presentationml/2006/main">
  <p:tag name="KSO_WM_BEAUTIFY_FLAG" val="#wm#"/>
  <p:tag name="KSO_WM_TEMPLATE_CATEGORY" val="custom"/>
  <p:tag name="KSO_WM_TEMPLATE_INDEX" val="20205081"/>
</p:tagLst>
</file>

<file path=ppt/tags/tag114.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5.xml><?xml version="1.0" encoding="utf-8"?>
<p:tagLst xmlns:p="http://schemas.openxmlformats.org/presentationml/2006/main">
  <p:tag name="KSO_WM_UNIT_HIGHLIGHT" val="0"/>
  <p:tag name="KSO_WM_UNIT_COMPATIBLE" val="0"/>
  <p:tag name="KSO_WM_UNIT_DIAGRAM_ISNUMVISUAL" val="0"/>
  <p:tag name="KSO_WM_UNIT_DIAGRAM_ISREFERUNIT" val="0"/>
  <p:tag name="KSO_WM_UNIT_ID" val="_2**"/>
  <p:tag name="KSO_WM_UNIT_LAYERLEVEL" val="1"/>
  <p:tag name="KSO_WM_TAG_VERSION" val="1.0"/>
  <p:tag name="KSO_WM_BEAUTIFY_FLAG" val="#wm#"/>
</p:tagLst>
</file>

<file path=ppt/tags/tag116.xml><?xml version="1.0" encoding="utf-8"?>
<p:tagLst xmlns:p="http://schemas.openxmlformats.org/presentationml/2006/main">
  <p:tag name="KSO_WM_BEAUTIFY_FLAG" val="#wm#"/>
  <p:tag name="KSO_WM_TEMPLATE_CATEGORY" val="custom"/>
  <p:tag name="KSO_WM_TEMPLATE_INDEX" val="20205081"/>
</p:tagLst>
</file>

<file path=ppt/theme/theme1.xml><?xml version="1.0" encoding="utf-8"?>
<a:theme xmlns:a="http://schemas.openxmlformats.org/drawingml/2006/main" name="WPS">
  <a:themeElements>
    <a:clrScheme name="WPS">
      <a:dk1>
        <a:sysClr val="windowText" lastClr="000000"/>
      </a:dk1>
      <a:lt1>
        <a:sysClr val="window" lastClr="FFFFFF"/>
      </a:lt1>
      <a:dk2>
        <a:srgbClr val="44546A"/>
      </a:dk2>
      <a:lt2>
        <a:srgbClr val="E7E6E6"/>
      </a:lt2>
      <a:accent1>
        <a:srgbClr val="4874CB"/>
      </a:accent1>
      <a:accent2>
        <a:srgbClr val="EE822F"/>
      </a:accent2>
      <a:accent3>
        <a:srgbClr val="F2BA02"/>
      </a:accent3>
      <a:accent4>
        <a:srgbClr val="75BD42"/>
      </a:accent4>
      <a:accent5>
        <a:srgbClr val="30C0B4"/>
      </a:accent5>
      <a:accent6>
        <a:srgbClr val="E54C5E"/>
      </a:accent6>
      <a:hlink>
        <a:srgbClr val="0026E5"/>
      </a:hlink>
      <a:folHlink>
        <a:srgbClr val="7E1FAD"/>
      </a:folHlink>
    </a:clrScheme>
    <a:fontScheme name="WPS">
      <a:majorFont>
        <a:latin typeface="Arial"/>
        <a:ea typeface="微软雅黑"/>
        <a:cs typeface=""/>
      </a:majorFont>
      <a:minorFont>
        <a:latin typeface="Arial"/>
        <a:ea typeface="微软雅黑"/>
        <a:cs typeface=""/>
      </a:minorFont>
    </a:fontScheme>
    <a:fmtScheme name="WPS">
      <a:fillStyleLst>
        <a:solidFill>
          <a:schemeClr val="phClr"/>
        </a:solidFill>
        <a:gradFill>
          <a:gsLst>
            <a:gs pos="0">
              <a:schemeClr val="phClr">
                <a:lumOff val="17500"/>
              </a:schemeClr>
            </a:gs>
            <a:gs pos="100000">
              <a:schemeClr val="phClr"/>
            </a:gs>
          </a:gsLst>
          <a:lin ang="2700000" scaled="0"/>
        </a:gradFill>
        <a:gradFill>
          <a:gsLst>
            <a:gs pos="0">
              <a:schemeClr val="phClr">
                <a:hueOff val="-2520000"/>
              </a:schemeClr>
            </a:gs>
            <a:gs pos="100000">
              <a:schemeClr val="phClr"/>
            </a:gs>
          </a:gsLst>
          <a:lin ang="2700000" scaled="0"/>
        </a:gradFill>
      </a:fillStyleLst>
      <a:lnStyleLst>
        <a:ln w="12700" cap="flat" cmpd="sng" algn="ctr">
          <a:solidFill>
            <a:schemeClr val="phClr"/>
          </a:solidFill>
          <a:prstDash val="solid"/>
          <a:miter lim="800000"/>
        </a:ln>
        <a:ln w="12700" cap="flat" cmpd="sng" algn="ctr">
          <a:solidFill>
            <a:schemeClr val="phClr"/>
          </a:solidFill>
          <a:prstDash val="solid"/>
          <a:miter lim="800000"/>
        </a:ln>
        <a:ln w="12700" cap="flat" cmpd="sng" algn="ctr">
          <a:gradFill>
            <a:gsLst>
              <a:gs pos="0">
                <a:schemeClr val="phClr">
                  <a:hueOff val="-4200000"/>
                </a:schemeClr>
              </a:gs>
              <a:gs pos="100000">
                <a:schemeClr val="phClr"/>
              </a:gs>
            </a:gsLst>
            <a:lin ang="2700000" scaled="1"/>
          </a:gradFill>
          <a:prstDash val="solid"/>
          <a:miter lim="800000"/>
        </a:ln>
      </a:lnStyleLst>
      <a:effectStyleLst>
        <a:effectStyle>
          <a:effectLst>
            <a:outerShdw blurRad="101600" dist="50800" dir="5400000" algn="ctr" rotWithShape="0">
              <a:schemeClr val="phClr">
                <a:alpha val="60000"/>
              </a:schemeClr>
            </a:outerShdw>
          </a:effectLst>
        </a:effectStyle>
        <a:effectStyle>
          <a:effectLst>
            <a:reflection stA="50000" endA="300" endPos="40000" dist="25400" dir="5400000" sy="-100000" algn="bl" rotWithShape="0"/>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主题">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4597</Words>
  <Application>WPS 演示</Application>
  <PresentationFormat>宽屏</PresentationFormat>
  <Paragraphs>124</Paragraphs>
  <Slides>20</Slides>
  <Notes>4</Notes>
  <HiddenSlides>0</HiddenSlides>
  <MMClips>0</MMClips>
  <ScaleCrop>false</ScaleCrop>
  <HeadingPairs>
    <vt:vector size="6" baseType="variant">
      <vt:variant>
        <vt:lpstr>已用的字体</vt:lpstr>
      </vt:variant>
      <vt:variant>
        <vt:i4>7</vt:i4>
      </vt:variant>
      <vt:variant>
        <vt:lpstr>主题</vt:lpstr>
      </vt:variant>
      <vt:variant>
        <vt:i4>1</vt:i4>
      </vt:variant>
      <vt:variant>
        <vt:lpstr>幻灯片标题</vt:lpstr>
      </vt:variant>
      <vt:variant>
        <vt:i4>20</vt:i4>
      </vt:variant>
    </vt:vector>
  </HeadingPairs>
  <TitlesOfParts>
    <vt:vector size="28" baseType="lpstr">
      <vt:lpstr>Arial</vt:lpstr>
      <vt:lpstr>宋体</vt:lpstr>
      <vt:lpstr>Wingdings</vt:lpstr>
      <vt:lpstr>Wingdings</vt:lpstr>
      <vt:lpstr>微软雅黑</vt:lpstr>
      <vt:lpstr>Arial Unicode MS</vt:lpstr>
      <vt:lpstr>Calibri</vt:lpstr>
      <vt:lpstr>WPS</vt:lpstr>
      <vt:lpstr>视觉与自然语言处理结合实现标题识别</vt:lpstr>
      <vt:lpstr>已经成熟的的文档识别技术</vt:lpstr>
      <vt:lpstr>目前正在发展的文档识别方法</vt:lpstr>
      <vt:lpstr>PowerPoint 演示文稿</vt:lpstr>
      <vt:lpstr>PowerPoint 演示文稿</vt:lpstr>
      <vt:lpstr>NLP在ORC中的辅助作用</vt:lpstr>
      <vt:lpstr>PowerPoint 演示文稿</vt:lpstr>
      <vt:lpstr>将同样的思路应用于标题识别</vt:lpstr>
      <vt:lpstr>VLM—视觉语言模型的诞生</vt:lpstr>
      <vt:lpstr>LayoutLM垂直领域的VLM</vt:lpstr>
      <vt:lpstr>UDOP-layoutlm的继承者</vt:lpstr>
      <vt:lpstr>PowerPoint 演示文稿</vt:lpstr>
      <vt:lpstr>主流的五大分块策略	</vt:lpstr>
      <vt:lpstr>正在发展的分块策略</vt:lpstr>
      <vt:lpstr>几种新的分块策略</vt:lpstr>
      <vt:lpstr>PowerPoint 演示文稿</vt:lpstr>
      <vt:lpstr>性能分析</vt:lpstr>
      <vt:lpstr>PowerPoint 演示文稿</vt:lpstr>
      <vt:lpstr>PowerPoint 演示文稿</vt:lpstr>
      <vt:lpstr>性能分析</vt:lpstr>
    </vt:vector>
  </TitlesOfParts>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空白演示</dc:title>
  <dc:creator/>
  <cp:lastModifiedBy>陌上花开</cp:lastModifiedBy>
  <cp:revision>163</cp:revision>
  <dcterms:created xsi:type="dcterms:W3CDTF">2019-06-19T02:08:00Z</dcterms:created>
  <dcterms:modified xsi:type="dcterms:W3CDTF">2025-11-04T06:53:02Z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2052-12.1.0.23125</vt:lpwstr>
  </property>
  <property fmtid="{D5CDD505-2E9C-101B-9397-08002B2CF9AE}" pid="3" name="ICV">
    <vt:lpwstr>1B689EB27ECC467FA3B83D303C376325_11</vt:lpwstr>
  </property>
</Properties>
</file>