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5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6.xml" ContentType="application/vnd.openxmlformats-officedocument.theme+xml"/>
  <Override PartName="/ppt/tags/tag15.xml" ContentType="application/vnd.openxmlformats-officedocument.presentationml.tags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87" r:id="rId3"/>
    <p:sldMasterId id="2147483715" r:id="rId4"/>
    <p:sldMasterId id="2147483744" r:id="rId5"/>
    <p:sldMasterId id="2147483772" r:id="rId6"/>
    <p:sldMasterId id="2147483785" r:id="rId7"/>
  </p:sldMasterIdLst>
  <p:notesMasterIdLst>
    <p:notesMasterId r:id="rId9"/>
  </p:notesMasterIdLst>
  <p:sldIdLst>
    <p:sldId id="29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9EC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0598" autoAdjust="0"/>
    <p:restoredTop sz="90134" autoAdjust="0"/>
  </p:normalViewPr>
  <p:slideViewPr>
    <p:cSldViewPr snapToGrid="0">
      <p:cViewPr varScale="1">
        <p:scale>
          <a:sx n="66" d="100"/>
          <a:sy n="66" d="100"/>
        </p:scale>
        <p:origin x="45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227FC-1D4D-48A9-8A33-23603266B779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CD7B4-6392-4461-BE03-A13CB9D6C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80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41.png"/><Relationship Id="rId7" Type="http://schemas.openxmlformats.org/officeDocument/2006/relationships/image" Target="../media/image36.png"/><Relationship Id="rId12" Type="http://schemas.openxmlformats.org/officeDocument/2006/relationships/image" Target="../media/image17.png"/><Relationship Id="rId17" Type="http://schemas.openxmlformats.org/officeDocument/2006/relationships/image" Target="../media/image39.png"/><Relationship Id="rId2" Type="http://schemas.openxmlformats.org/officeDocument/2006/relationships/image" Target="../media/image35.png"/><Relationship Id="rId16" Type="http://schemas.openxmlformats.org/officeDocument/2006/relationships/image" Target="../media/image38.pn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40.png"/><Relationship Id="rId4" Type="http://schemas.openxmlformats.org/officeDocument/2006/relationships/image" Target="../media/image9.png"/><Relationship Id="rId9" Type="http://schemas.openxmlformats.org/officeDocument/2006/relationships/image" Target="../media/image37.png"/><Relationship Id="rId14" Type="http://schemas.openxmlformats.org/officeDocument/2006/relationships/image" Target="../media/image19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17.png"/><Relationship Id="rId18" Type="http://schemas.openxmlformats.org/officeDocument/2006/relationships/image" Target="../media/image39.png"/><Relationship Id="rId3" Type="http://schemas.openxmlformats.org/officeDocument/2006/relationships/image" Target="../media/image42.jpe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38.png"/><Relationship Id="rId2" Type="http://schemas.openxmlformats.org/officeDocument/2006/relationships/image" Target="../media/image35.png"/><Relationship Id="rId16" Type="http://schemas.openxmlformats.org/officeDocument/2006/relationships/image" Target="../media/image20.png"/><Relationship Id="rId20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37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1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41.png"/><Relationship Id="rId7" Type="http://schemas.openxmlformats.org/officeDocument/2006/relationships/image" Target="../media/image36.png"/><Relationship Id="rId12" Type="http://schemas.openxmlformats.org/officeDocument/2006/relationships/image" Target="../media/image17.png"/><Relationship Id="rId17" Type="http://schemas.openxmlformats.org/officeDocument/2006/relationships/image" Target="../media/image39.png"/><Relationship Id="rId2" Type="http://schemas.openxmlformats.org/officeDocument/2006/relationships/image" Target="../media/image35.png"/><Relationship Id="rId16" Type="http://schemas.openxmlformats.org/officeDocument/2006/relationships/image" Target="../media/image38.pn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40.png"/><Relationship Id="rId4" Type="http://schemas.openxmlformats.org/officeDocument/2006/relationships/image" Target="../media/image9.png"/><Relationship Id="rId9" Type="http://schemas.openxmlformats.org/officeDocument/2006/relationships/image" Target="../media/image37.png"/><Relationship Id="rId14" Type="http://schemas.openxmlformats.org/officeDocument/2006/relationships/image" Target="../media/image19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17.png"/><Relationship Id="rId18" Type="http://schemas.openxmlformats.org/officeDocument/2006/relationships/image" Target="../media/image39.png"/><Relationship Id="rId3" Type="http://schemas.openxmlformats.org/officeDocument/2006/relationships/image" Target="../media/image42.jpe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38.png"/><Relationship Id="rId2" Type="http://schemas.openxmlformats.org/officeDocument/2006/relationships/image" Target="../media/image35.png"/><Relationship Id="rId16" Type="http://schemas.openxmlformats.org/officeDocument/2006/relationships/image" Target="../media/image20.png"/><Relationship Id="rId20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37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1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48.png"/><Relationship Id="rId7" Type="http://schemas.openxmlformats.org/officeDocument/2006/relationships/image" Target="../media/image36.png"/><Relationship Id="rId12" Type="http://schemas.openxmlformats.org/officeDocument/2006/relationships/image" Target="../media/image17.png"/><Relationship Id="rId17" Type="http://schemas.openxmlformats.org/officeDocument/2006/relationships/image" Target="../media/image39.png"/><Relationship Id="rId2" Type="http://schemas.openxmlformats.org/officeDocument/2006/relationships/image" Target="../media/image35.png"/><Relationship Id="rId16" Type="http://schemas.openxmlformats.org/officeDocument/2006/relationships/image" Target="../media/image38.pn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40.png"/><Relationship Id="rId4" Type="http://schemas.openxmlformats.org/officeDocument/2006/relationships/image" Target="../media/image9.png"/><Relationship Id="rId9" Type="http://schemas.openxmlformats.org/officeDocument/2006/relationships/image" Target="../media/image37.png"/><Relationship Id="rId14" Type="http://schemas.openxmlformats.org/officeDocument/2006/relationships/image" Target="../media/image19.png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1.png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9" y="423408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2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962E98-E84F-4C47-9466-A13D62155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052" y="6562851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2ABB85F-A80E-42D0-B4C1-42B0010FC022}"/>
              </a:ext>
            </a:extLst>
          </p:cNvPr>
          <p:cNvSpPr txBox="1"/>
          <p:nvPr userDrawn="1"/>
        </p:nvSpPr>
        <p:spPr>
          <a:xfrm>
            <a:off x="1985497" y="652681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2023 LCFC Internal. All rights reserved.</a:t>
            </a:r>
          </a:p>
        </p:txBody>
      </p:sp>
      <p:grpSp>
        <p:nvGrpSpPr>
          <p:cNvPr id="17" name="组合 1">
            <a:extLst>
              <a:ext uri="{FF2B5EF4-FFF2-40B4-BE49-F238E27FC236}">
                <a16:creationId xmlns:a16="http://schemas.microsoft.com/office/drawing/2014/main" id="{28F92A3A-7A49-468A-B339-AC66B8CE80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48783" y="6486688"/>
            <a:ext cx="1508419" cy="307777"/>
            <a:chOff x="631825" y="625174"/>
            <a:chExt cx="3121769" cy="636603"/>
          </a:xfrm>
        </p:grpSpPr>
        <p:pic>
          <p:nvPicPr>
            <p:cNvPr id="18" name="图片 4">
              <a:extLst>
                <a:ext uri="{FF2B5EF4-FFF2-40B4-BE49-F238E27FC236}">
                  <a16:creationId xmlns:a16="http://schemas.microsoft.com/office/drawing/2014/main" id="{75B5A5D4-96C1-4422-866F-7CC7D68E6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825" y="749833"/>
              <a:ext cx="1311126" cy="41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611BEDE-D03A-4463-BCA8-C0D36A83E966}"/>
                </a:ext>
              </a:extLst>
            </p:cNvPr>
            <p:cNvSpPr txBox="1"/>
            <p:nvPr/>
          </p:nvSpPr>
          <p:spPr>
            <a:xfrm>
              <a:off x="1885879" y="625174"/>
              <a:ext cx="1867715" cy="636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kumimoji="1" lang="zh-CN" altLang="en-US" sz="14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联宝科技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126043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C7CE0-1D08-9F64-57F6-1CE5CB6E3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3472E4-7CFE-9B9D-05E1-C84C2F3B6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8AB28A-178C-603B-3D09-7551D43C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37AA-091C-43BE-A319-351F700C339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F2553-C020-B5C7-DE36-255462C2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46FE4-14E0-C633-419A-BFE8376A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3A415-2947-4DE5-B4EE-74F0CB901D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35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4288"/>
            <a:ext cx="12206292" cy="6872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" name="Title 28"/>
          <p:cNvSpPr>
            <a:spLocks noGrp="1"/>
          </p:cNvSpPr>
          <p:nvPr>
            <p:ph type="title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01485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grpSp>
        <p:nvGrpSpPr>
          <p:cNvPr id="6" name="组合 1"/>
          <p:cNvGrpSpPr/>
          <p:nvPr userDrawn="1"/>
        </p:nvGrpSpPr>
        <p:grpSpPr bwMode="auto">
          <a:xfrm>
            <a:off x="11835334" y="3862700"/>
            <a:ext cx="264805" cy="2878172"/>
            <a:chOff x="11425309" y="1247702"/>
            <a:chExt cx="463757" cy="4900686"/>
          </a:xfrm>
        </p:grpSpPr>
        <p:pic>
          <p:nvPicPr>
            <p:cNvPr id="7" name="Picture 15" descr="C:\Users\Administrator\Desktop\11月-联想质量宣传\PPT-邮件签名档\PPT-PNG\竖版-logo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441"/>
            <a:stretch>
              <a:fillRect/>
            </a:stretch>
          </p:blipFill>
          <p:spPr bwMode="auto">
            <a:xfrm>
              <a:off x="11425382" y="3759200"/>
              <a:ext cx="460231" cy="2389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1"/>
            <p:cNvPicPr>
              <a:picLocks noChangeAspect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 bwMode="auto">
            <a:xfrm rot="-5400000">
              <a:off x="10433188" y="2239823"/>
              <a:ext cx="2448000" cy="463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38885947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ChangeAspect="1" noEditPoints="1"/>
          </p:cNvSpPr>
          <p:nvPr userDrawn="1"/>
        </p:nvSpPr>
        <p:spPr bwMode="black">
          <a:xfrm>
            <a:off x="204789" y="423863"/>
            <a:ext cx="201612" cy="200025"/>
          </a:xfrm>
          <a:custGeom>
            <a:avLst/>
            <a:gdLst>
              <a:gd name="T0" fmla="*/ 2147483646 w 1368"/>
              <a:gd name="T1" fmla="*/ 0 h 1368"/>
              <a:gd name="T2" fmla="*/ 0 w 1368"/>
              <a:gd name="T3" fmla="*/ 2147483646 h 1368"/>
              <a:gd name="T4" fmla="*/ 2147483646 w 1368"/>
              <a:gd name="T5" fmla="*/ 2147483646 h 1368"/>
              <a:gd name="T6" fmla="*/ 2147483646 w 1368"/>
              <a:gd name="T7" fmla="*/ 2147483646 h 1368"/>
              <a:gd name="T8" fmla="*/ 2147483646 w 1368"/>
              <a:gd name="T9" fmla="*/ 0 h 1368"/>
              <a:gd name="T10" fmla="*/ 2147483646 w 1368"/>
              <a:gd name="T11" fmla="*/ 2147483646 h 1368"/>
              <a:gd name="T12" fmla="*/ 2147483646 w 1368"/>
              <a:gd name="T13" fmla="*/ 2147483646 h 1368"/>
              <a:gd name="T14" fmla="*/ 2147483646 w 1368"/>
              <a:gd name="T15" fmla="*/ 2147483646 h 1368"/>
              <a:gd name="T16" fmla="*/ 2147483646 w 1368"/>
              <a:gd name="T17" fmla="*/ 2147483646 h 1368"/>
              <a:gd name="T18" fmla="*/ 2147483646 w 1368"/>
              <a:gd name="T19" fmla="*/ 2147483646 h 1368"/>
              <a:gd name="T20" fmla="*/ 2147483646 w 1368"/>
              <a:gd name="T21" fmla="*/ 2147483646 h 1368"/>
              <a:gd name="T22" fmla="*/ 2147483646 w 1368"/>
              <a:gd name="T23" fmla="*/ 2147483646 h 1368"/>
              <a:gd name="T24" fmla="*/ 2147483646 w 1368"/>
              <a:gd name="T25" fmla="*/ 2147483646 h 1368"/>
              <a:gd name="T26" fmla="*/ 2147483646 w 1368"/>
              <a:gd name="T27" fmla="*/ 2147483646 h 1368"/>
              <a:gd name="T28" fmla="*/ 2147483646 w 1368"/>
              <a:gd name="T29" fmla="*/ 2147483646 h 1368"/>
              <a:gd name="T30" fmla="*/ 2147483646 w 1368"/>
              <a:gd name="T31" fmla="*/ 2147483646 h 1368"/>
              <a:gd name="T32" fmla="*/ 2147483646 w 1368"/>
              <a:gd name="T33" fmla="*/ 2147483646 h 1368"/>
              <a:gd name="T34" fmla="*/ 2147483646 w 1368"/>
              <a:gd name="T35" fmla="*/ 2147483646 h 1368"/>
              <a:gd name="T36" fmla="*/ 2147483646 w 1368"/>
              <a:gd name="T37" fmla="*/ 2147483646 h 1368"/>
              <a:gd name="T38" fmla="*/ 2147483646 w 1368"/>
              <a:gd name="T39" fmla="*/ 2147483646 h 1368"/>
              <a:gd name="T40" fmla="*/ 2147483646 w 1368"/>
              <a:gd name="T41" fmla="*/ 2147483646 h 1368"/>
              <a:gd name="T42" fmla="*/ 2147483646 w 1368"/>
              <a:gd name="T43" fmla="*/ 2147483646 h 1368"/>
              <a:gd name="T44" fmla="*/ 2147483646 w 1368"/>
              <a:gd name="T45" fmla="*/ 2147483646 h 1368"/>
              <a:gd name="T46" fmla="*/ 2147483646 w 1368"/>
              <a:gd name="T47" fmla="*/ 2147483646 h 1368"/>
              <a:gd name="T48" fmla="*/ 2147483646 w 1368"/>
              <a:gd name="T49" fmla="*/ 2147483646 h 1368"/>
              <a:gd name="T50" fmla="*/ 2147483646 w 1368"/>
              <a:gd name="T51" fmla="*/ 2147483646 h 136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121566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890376" y="5472115"/>
            <a:ext cx="3190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/>
          <p:nvPr userDrawn="1"/>
        </p:nvSpPr>
        <p:spPr bwMode="gray">
          <a:xfrm flipH="1">
            <a:off x="11890376" y="6446838"/>
            <a:ext cx="311150" cy="182562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12171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3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Box slide number"/>
          <p:cNvSpPr txBox="1"/>
          <p:nvPr userDrawn="1"/>
        </p:nvSpPr>
        <p:spPr bwMode="white">
          <a:xfrm>
            <a:off x="11907839" y="6491290"/>
            <a:ext cx="311150" cy="122237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12171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D6391C-FCDE-40D7-BD93-2F5B433B283E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121719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itle 28"/>
          <p:cNvSpPr>
            <a:spLocks noGrp="1"/>
          </p:cNvSpPr>
          <p:nvPr>
            <p:ph type="title"/>
          </p:nvPr>
        </p:nvSpPr>
        <p:spPr bwMode="gray">
          <a:xfrm>
            <a:off x="548783" y="274320"/>
            <a:ext cx="11438429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2399" b="1" kern="1200" cap="none" spc="0" baseline="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6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05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2015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377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13" y="423414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77390" tIns="38695" rIns="77390" bIns="38695" numCol="1" anchor="t" anchorCtr="0" compatLnSpc="1"/>
          <a:lstStyle/>
          <a:p>
            <a:endParaRPr lang="en-US" sz="1525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3" y="6395723"/>
            <a:ext cx="443417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25">
              <a:solidFill>
                <a:schemeClr val="tx1"/>
              </a:solidFill>
            </a:endParaRPr>
          </a:p>
        </p:txBody>
      </p:sp>
      <p:sp>
        <p:nvSpPr>
          <p:cNvPr id="16" name="Rectangle 11"/>
          <p:cNvSpPr/>
          <p:nvPr userDrawn="1"/>
        </p:nvSpPr>
        <p:spPr bwMode="gray">
          <a:xfrm>
            <a:off x="11751763" y="6395723"/>
            <a:ext cx="443417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25">
              <a:solidFill>
                <a:schemeClr val="tx1"/>
              </a:solidFill>
            </a:endParaRPr>
          </a:p>
        </p:txBody>
      </p:sp>
      <p:sp>
        <p:nvSpPr>
          <p:cNvPr id="18" name="TextBox slide number"/>
          <p:cNvSpPr txBox="1"/>
          <p:nvPr userDrawn="1"/>
        </p:nvSpPr>
        <p:spPr bwMode="white">
          <a:xfrm>
            <a:off x="6355102" y="6600877"/>
            <a:ext cx="440238" cy="214817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845" b="0" smtClean="0">
                <a:solidFill>
                  <a:schemeClr val="tx1"/>
                </a:solidFill>
              </a:rPr>
              <a:t>‹#›</a:t>
            </a:fld>
            <a:endParaRPr lang="en-US" sz="845" b="0" dirty="0">
              <a:solidFill>
                <a:schemeClr val="tx1"/>
              </a:solidFill>
            </a:endParaRPr>
          </a:p>
        </p:txBody>
      </p:sp>
      <p:sp>
        <p:nvSpPr>
          <p:cNvPr id="15" name="页脚占位符 2"/>
          <p:cNvSpPr>
            <a:spLocks noGrp="1"/>
          </p:cNvSpPr>
          <p:nvPr>
            <p:ph type="ftr" sz="quarter" idx="10"/>
          </p:nvPr>
        </p:nvSpPr>
        <p:spPr>
          <a:xfrm>
            <a:off x="8677476" y="6648722"/>
            <a:ext cx="3462201" cy="138499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Document template number: LCFC-Q-WI-001_01 Rev:1.5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1281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Microsoft Sans Serif" panose="020B0604020202020204" pitchFamily="34" charset="0"/>
                <a:ea typeface="+mn-ea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10514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Subtitle Conten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9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7488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10" y="42341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75B7B23B-A0D5-D7FF-BB9E-41365D28A8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8782" y="6490645"/>
            <a:ext cx="2723335" cy="153888"/>
          </a:xfrm>
          <a:prstGeom prst="rect">
            <a:avLst/>
          </a:prstGeo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2023 LCFC Internal. All rights reserved.</a:t>
            </a:r>
            <a:endParaRPr lang="en-US" sz="100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39E4ADC-3DE6-91CE-8F98-CDEC7A12002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 bwMode="gray">
          <a:xfrm>
            <a:off x="548783" y="859845"/>
            <a:ext cx="11076267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9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97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14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2018 LCFC Internal. All rights reserved.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2877" y="5800425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7" y="6491084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pPr lvl="0"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938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548785" y="6473952"/>
            <a:ext cx="3273585" cy="384048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2021 LCFC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8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2877" y="5800425"/>
            <a:ext cx="974339" cy="318995"/>
          </a:xfrm>
          <a:prstGeom prst="rect">
            <a:avLst/>
          </a:prstGeom>
        </p:spPr>
      </p:pic>
      <p:sp>
        <p:nvSpPr>
          <p:cNvPr id="15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6" name="TextBox slide number"/>
          <p:cNvSpPr txBox="1"/>
          <p:nvPr userDrawn="1"/>
        </p:nvSpPr>
        <p:spPr bwMode="white">
          <a:xfrm>
            <a:off x="11907627" y="6491084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pPr lvl="0"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32724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1331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 userDrawn="1"/>
        </p:nvSpPr>
        <p:spPr>
          <a:xfrm>
            <a:off x="336578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0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 userDrawn="1"/>
        </p:nvSpPr>
        <p:spPr>
          <a:xfrm>
            <a:off x="226971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239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 userDrawn="1"/>
        </p:nvSpPr>
        <p:spPr>
          <a:xfrm>
            <a:off x="621369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67" name="Oval 66"/>
          <p:cNvSpPr/>
          <p:nvPr userDrawn="1"/>
        </p:nvSpPr>
        <p:spPr>
          <a:xfrm>
            <a:off x="50193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68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5013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 userDrawn="1"/>
        </p:nvGrpSpPr>
        <p:grpSpPr>
          <a:xfrm>
            <a:off x="5142245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 userDrawn="1"/>
        </p:nvGrpSpPr>
        <p:grpSpPr>
          <a:xfrm>
            <a:off x="1209856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 userDrawn="1"/>
        </p:nvGrpSpPr>
        <p:grpSpPr>
          <a:xfrm>
            <a:off x="440182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 userDrawn="1"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9167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285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7178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 userDrawn="1"/>
        </p:nvGrpSpPr>
        <p:grpSpPr>
          <a:xfrm>
            <a:off x="192987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 userDrawn="1"/>
        </p:nvGrpSpPr>
        <p:grpSpPr>
          <a:xfrm>
            <a:off x="478575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 userDrawn="1"/>
        </p:nvGrpSpPr>
        <p:grpSpPr>
          <a:xfrm>
            <a:off x="5856215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 userDrawn="1"/>
        </p:nvGrpSpPr>
        <p:grpSpPr>
          <a:xfrm>
            <a:off x="3000336" y="5468109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 userDrawn="1"/>
        </p:nvSpPr>
        <p:spPr>
          <a:xfrm>
            <a:off x="85842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2" name="Picture 5"/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11789" y="5515987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303233" y="5540156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22394" y="5508039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252160" y="5552718"/>
            <a:ext cx="234047" cy="165847"/>
          </a:xfrm>
          <a:prstGeom prst="rect">
            <a:avLst/>
          </a:prstGeom>
          <a:noFill/>
        </p:spPr>
      </p:pic>
      <p:sp>
        <p:nvSpPr>
          <p:cNvPr id="66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.</a:t>
            </a: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5110" y="2691925"/>
            <a:ext cx="626890" cy="197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1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0606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24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14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406047" y="6429792"/>
            <a:ext cx="2413972" cy="307777"/>
          </a:xfrm>
        </p:spPr>
        <p:txBody>
          <a:bodyPr/>
          <a:lstStyle/>
          <a:p>
            <a:r>
              <a:rPr lang="en-US" altLang="zh-CN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.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2430" y="5682643"/>
            <a:ext cx="974339" cy="318995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887422" y="6433728"/>
            <a:ext cx="311675" cy="123111"/>
          </a:xfrm>
          <a:prstGeom prst="rect">
            <a:avLst/>
          </a:prstGeom>
          <a:noFill/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3" name="图片 2" descr="徽标, 公司名称&#10;&#10;描述已自动生成">
            <a:extLst>
              <a:ext uri="{FF2B5EF4-FFF2-40B4-BE49-F238E27FC236}">
                <a16:creationId xmlns:a16="http://schemas.microsoft.com/office/drawing/2014/main" id="{3F154728-D062-014F-3E72-E035E02ADE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1" y="5036547"/>
            <a:ext cx="304799" cy="33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0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548784" y="6473952"/>
            <a:ext cx="3273585" cy="384048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2020 LCFC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2876" y="5800424"/>
            <a:ext cx="974339" cy="318995"/>
          </a:xfrm>
          <a:prstGeom prst="rect">
            <a:avLst/>
          </a:prstGeom>
        </p:spPr>
      </p:pic>
      <p:sp>
        <p:nvSpPr>
          <p:cNvPr id="15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slide number"/>
          <p:cNvSpPr txBox="1"/>
          <p:nvPr userDrawn="1"/>
        </p:nvSpPr>
        <p:spPr bwMode="white">
          <a:xfrm>
            <a:off x="11907627" y="649108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pPr lvl="0"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043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_RED">
    <p:bg>
      <p:bgPr>
        <a:solidFill>
          <a:schemeClr val="bg2">
            <a:lumMod val="50000"/>
            <a:lumOff val="5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" y="898"/>
            <a:ext cx="12192000" cy="6857107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893"/>
            <a:ext cx="12193585" cy="6857106"/>
          </a:xfrm>
          <a:prstGeom prst="rect">
            <a:avLst/>
          </a:prstGeom>
        </p:spPr>
      </p:pic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1765253" y="1709929"/>
            <a:ext cx="9585408" cy="140157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621" rtl="0" eaLnBrk="1" latinLnBrk="0" hangingPunct="1">
              <a:lnSpc>
                <a:spcPts val="6478"/>
              </a:lnSpc>
              <a:spcBef>
                <a:spcPct val="0"/>
              </a:spcBef>
              <a:buNone/>
              <a:defRPr lang="en-US" sz="4799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section header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765252" y="4589469"/>
            <a:ext cx="958515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9">
                <a:solidFill>
                  <a:schemeClr val="bg1"/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 text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6" r="26" b="50000"/>
          <a:stretch/>
        </p:blipFill>
        <p:spPr>
          <a:xfrm>
            <a:off x="3" y="0"/>
            <a:ext cx="12192000" cy="17099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11" y="2579885"/>
            <a:ext cx="2519469" cy="80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6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99689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0C36307D-C0A6-1674-0AF3-35A839E0C9B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23FA87-7EDF-E1E2-AA2F-B7E5902E90CE}"/>
              </a:ext>
            </a:extLst>
          </p:cNvPr>
          <p:cNvSpPr txBox="1"/>
          <p:nvPr userDrawn="1"/>
        </p:nvSpPr>
        <p:spPr>
          <a:xfrm>
            <a:off x="484987" y="6493794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445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61639" y="265442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3964" y="43463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884ED0EA-4755-298E-C840-AD76CBA966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4562" y="6518311"/>
            <a:ext cx="3287237" cy="153888"/>
          </a:xfrm>
          <a:prstGeom prst="rect">
            <a:avLst/>
          </a:prstGeom>
        </p:spPr>
        <p:txBody>
          <a:bodyPr anchor="ctr"/>
          <a:lstStyle>
            <a:lvl1pPr>
              <a:defRPr cap="non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2023 LCFC Internal. All rights reserved.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39598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3" name="TextBox slide number">
            <a:extLst>
              <a:ext uri="{FF2B5EF4-FFF2-40B4-BE49-F238E27FC236}">
                <a16:creationId xmlns:a16="http://schemas.microsoft.com/office/drawing/2014/main" id="{A17A15ED-583B-21FC-741B-74828F324CB0}"/>
              </a:ext>
            </a:extLst>
          </p:cNvPr>
          <p:cNvSpPr txBox="1"/>
          <p:nvPr userDrawn="1"/>
        </p:nvSpPr>
        <p:spPr bwMode="white">
          <a:xfrm>
            <a:off x="11731441" y="62354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E5D2A4-EA96-DDBD-8CB7-7160287E5DD5}"/>
              </a:ext>
            </a:extLst>
          </p:cNvPr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26000" y="5597944"/>
            <a:ext cx="1008000" cy="324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C34A25AE-3FCD-49B7-5592-CA0217AB2037}"/>
              </a:ext>
            </a:extLst>
          </p:cNvPr>
          <p:cNvSpPr/>
          <p:nvPr userDrawn="1"/>
        </p:nvSpPr>
        <p:spPr bwMode="gray">
          <a:xfrm flipH="1">
            <a:off x="11867512" y="6263944"/>
            <a:ext cx="324000" cy="25200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slide number">
            <a:extLst>
              <a:ext uri="{FF2B5EF4-FFF2-40B4-BE49-F238E27FC236}">
                <a16:creationId xmlns:a16="http://schemas.microsoft.com/office/drawing/2014/main" id="{0CFC0232-8B14-1E55-BA1F-D6991FD2FAAE}"/>
              </a:ext>
            </a:extLst>
          </p:cNvPr>
          <p:cNvSpPr txBox="1"/>
          <p:nvPr userDrawn="1"/>
        </p:nvSpPr>
        <p:spPr bwMode="white">
          <a:xfrm>
            <a:off x="11890419" y="6309329"/>
            <a:ext cx="284372" cy="13902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69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>
            <a:extLst>
              <a:ext uri="{FF2B5EF4-FFF2-40B4-BE49-F238E27FC236}">
                <a16:creationId xmlns:a16="http://schemas.microsoft.com/office/drawing/2014/main" id="{E4E26EA2-3359-B0EB-3951-8F60C15B7F2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8" name="Title 28">
            <a:extLst>
              <a:ext uri="{FF2B5EF4-FFF2-40B4-BE49-F238E27FC236}">
                <a16:creationId xmlns:a16="http://schemas.microsoft.com/office/drawing/2014/main" id="{C0A6CDD1-9D2A-2A6B-371B-400C28D10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8000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A6D137B4-5DE6-74DA-B6EB-455E60AF02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610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2617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B9EAF5E-B948-AE7E-4AAC-D85E176BBF3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7" name="Title 28">
            <a:extLst>
              <a:ext uri="{FF2B5EF4-FFF2-40B4-BE49-F238E27FC236}">
                <a16:creationId xmlns:a16="http://schemas.microsoft.com/office/drawing/2014/main" id="{0A312AC7-165B-FBA7-6CA2-77C628E563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8000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951983A6-4AF9-A37C-DCF9-7337A738F8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8734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>
            <a:extLst>
              <a:ext uri="{FF2B5EF4-FFF2-40B4-BE49-F238E27FC236}">
                <a16:creationId xmlns:a16="http://schemas.microsoft.com/office/drawing/2014/main" id="{E4E26EA2-3359-B0EB-3951-8F60C15B7F2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8" name="Title 28">
            <a:extLst>
              <a:ext uri="{FF2B5EF4-FFF2-40B4-BE49-F238E27FC236}">
                <a16:creationId xmlns:a16="http://schemas.microsoft.com/office/drawing/2014/main" id="{C0A6CDD1-9D2A-2A6B-371B-400C28D10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8000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A6D137B4-5DE6-74DA-B6EB-455E60AF02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5501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39E4ADC-3DE6-91CE-8F98-CDEC7A12002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 bwMode="gray">
          <a:xfrm>
            <a:off x="548783" y="859845"/>
            <a:ext cx="11076267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9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4646914-B501-0E27-C26B-4AA5E91CEE78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7A6D4C-53E9-2A09-0BBD-7E9B7E9C2BDF}"/>
              </a:ext>
            </a:extLst>
          </p:cNvPr>
          <p:cNvSpPr txBox="1"/>
          <p:nvPr userDrawn="1"/>
        </p:nvSpPr>
        <p:spPr>
          <a:xfrm>
            <a:off x="425451" y="6554483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6060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406047" y="6506736"/>
            <a:ext cx="2413972" cy="15388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itchFamily="34" charset="0"/>
              </a:rPr>
              <a:t>2025 LCFC Internal. All rights reserved.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.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2430" y="5682643"/>
            <a:ext cx="974339" cy="318995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887422" y="6433728"/>
            <a:ext cx="311675" cy="123111"/>
          </a:xfrm>
          <a:prstGeom prst="rect">
            <a:avLst/>
          </a:prstGeom>
          <a:noFill/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图片 2" descr="徽标, 公司名称&#10;&#10;描述已自动生成">
            <a:extLst>
              <a:ext uri="{FF2B5EF4-FFF2-40B4-BE49-F238E27FC236}">
                <a16:creationId xmlns:a16="http://schemas.microsoft.com/office/drawing/2014/main" id="{3F154728-D062-014F-3E72-E035E02ADE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1" y="5036547"/>
            <a:ext cx="304799" cy="33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1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4836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52761" y="274320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16E2E1-548A-7EDA-92EF-D7B8E5BA4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60086" y="5551812"/>
            <a:ext cx="1262530" cy="401299"/>
          </a:xfrm>
          <a:prstGeom prst="rect">
            <a:avLst/>
          </a:prstGeom>
        </p:spPr>
      </p:pic>
      <p:sp>
        <p:nvSpPr>
          <p:cNvPr id="4" name="TextBox slide number">
            <a:extLst>
              <a:ext uri="{FF2B5EF4-FFF2-40B4-BE49-F238E27FC236}">
                <a16:creationId xmlns:a16="http://schemas.microsoft.com/office/drawing/2014/main" id="{2C1AD093-DEE4-969F-2C56-7931873BAA8C}"/>
              </a:ext>
            </a:extLst>
          </p:cNvPr>
          <p:cNvSpPr txBox="1"/>
          <p:nvPr userDrawn="1"/>
        </p:nvSpPr>
        <p:spPr bwMode="white">
          <a:xfrm>
            <a:off x="11790701" y="6370492"/>
            <a:ext cx="401299" cy="24622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66AD4543-8A4C-68D5-90E9-94A766928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4442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6" y="-1"/>
            <a:ext cx="12193587" cy="6857107"/>
          </a:xfrm>
          <a:prstGeom prst="rect">
            <a:avLst/>
          </a:prstGeom>
        </p:spPr>
      </p:pic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4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3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/>
        </p:nvSpPr>
        <p:spPr>
          <a:xfrm>
            <a:off x="630894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67" name="Oval 66"/>
          <p:cNvSpPr/>
          <p:nvPr/>
        </p:nvSpPr>
        <p:spPr>
          <a:xfrm>
            <a:off x="597187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68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2" y="5515989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5237496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/>
        </p:nvGrpSpPr>
        <p:grpSpPr>
          <a:xfrm>
            <a:off x="1305107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621" rtl="0" eaLnBrk="1" latinLnBrk="0" hangingPunct="1">
              <a:lnSpc>
                <a:spcPts val="5798"/>
              </a:lnSpc>
              <a:spcBef>
                <a:spcPct val="0"/>
              </a:spcBef>
              <a:buNone/>
              <a:defRPr lang="en-US" sz="5998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62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/>
        </p:nvSpPr>
        <p:spPr bwMode="black">
          <a:xfrm>
            <a:off x="548784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21" name="Straight Connector 20"/>
          <p:cNvCxnSpPr/>
          <p:nvPr/>
        </p:nvCxnSpPr>
        <p:spPr>
          <a:xfrm>
            <a:off x="548784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/>
        </p:nvGrpSpPr>
        <p:grpSpPr>
          <a:xfrm>
            <a:off x="5951466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/>
        </p:nvGrpSpPr>
        <p:grpSpPr>
          <a:xfrm>
            <a:off x="3095587" y="5468111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2" name="Picture 5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9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8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5" y="5508041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1" y="5552720"/>
            <a:ext cx="234047" cy="165847"/>
          </a:xfrm>
          <a:prstGeom prst="rect">
            <a:avLst/>
          </a:prstGeom>
          <a:noFill/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9" y="3071300"/>
            <a:ext cx="2519469" cy="80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9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621" rtl="0" eaLnBrk="1" latinLnBrk="0" hangingPunct="1">
              <a:lnSpc>
                <a:spcPts val="5798"/>
              </a:lnSpc>
              <a:spcBef>
                <a:spcPct val="0"/>
              </a:spcBef>
              <a:buNone/>
              <a:defRPr lang="en-US" sz="5998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62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66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817678" y="3464892"/>
            <a:ext cx="1200857" cy="1199183"/>
          </a:xfrm>
          <a:prstGeom prst="rect">
            <a:avLst/>
          </a:prstGeom>
          <a:ln w="38100">
            <a:noFill/>
          </a:ln>
          <a:effectLst/>
        </p:spPr>
        <p:txBody>
          <a:bodyPr/>
          <a:lstStyle>
            <a:lvl1pPr>
              <a:defRPr sz="1000"/>
            </a:lvl1pPr>
          </a:lstStyle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9160674" y="4770441"/>
            <a:ext cx="1689540" cy="198437"/>
          </a:xfrm>
          <a:prstGeom prst="rect">
            <a:avLst/>
          </a:prstGeom>
        </p:spPr>
        <p:txBody>
          <a:bodyPr lIns="0" tIns="45720" rIns="45720"/>
          <a:lstStyle>
            <a:lvl1pPr marL="0" indent="0" algn="r">
              <a:buFontTx/>
              <a:buNone/>
              <a:defRPr sz="1100"/>
            </a:lvl1pPr>
            <a:lvl2pPr marL="341211" indent="0" algn="r">
              <a:buFontTx/>
              <a:buNone/>
              <a:defRPr sz="1100"/>
            </a:lvl2pPr>
            <a:lvl3pPr marL="679246" indent="0" algn="r">
              <a:buFontTx/>
              <a:buNone/>
              <a:defRPr sz="1100"/>
            </a:lvl3pPr>
            <a:lvl4pPr marL="966497" indent="0" algn="r">
              <a:buFontTx/>
              <a:buNone/>
              <a:defRPr sz="1100"/>
            </a:lvl4pPr>
            <a:lvl5pPr marL="1145831" indent="0" algn="r">
              <a:buFontTx/>
              <a:buNone/>
              <a:defRPr sz="1100"/>
            </a:lvl5pPr>
          </a:lstStyle>
          <a:p>
            <a:pPr marL="0" marR="0" lvl="0" indent="0" algn="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@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twitterhandle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9817678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69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4" name="Rectangle 53"/>
          <p:cNvSpPr/>
          <p:nvPr/>
        </p:nvSpPr>
        <p:spPr bwMode="black">
          <a:xfrm>
            <a:off x="548784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63" name="Straight Connector 62"/>
          <p:cNvCxnSpPr/>
          <p:nvPr/>
        </p:nvCxnSpPr>
        <p:spPr>
          <a:xfrm>
            <a:off x="548784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40" y="2920477"/>
            <a:ext cx="2616181" cy="871741"/>
          </a:xfrm>
          <a:prstGeom prst="rect">
            <a:avLst/>
          </a:prstGeom>
        </p:spPr>
      </p:pic>
      <p:pic>
        <p:nvPicPr>
          <p:cNvPr id="71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Oval 71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3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4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3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5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Oval 75"/>
          <p:cNvSpPr/>
          <p:nvPr/>
        </p:nvSpPr>
        <p:spPr>
          <a:xfrm>
            <a:off x="630894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77" name="Oval 76"/>
          <p:cNvSpPr/>
          <p:nvPr/>
        </p:nvSpPr>
        <p:spPr>
          <a:xfrm>
            <a:off x="597187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2" y="5515989"/>
            <a:ext cx="214589" cy="215141"/>
          </a:xfrm>
          <a:prstGeom prst="rect">
            <a:avLst/>
          </a:prstGeom>
          <a:noFill/>
        </p:spPr>
      </p:pic>
      <p:grpSp>
        <p:nvGrpSpPr>
          <p:cNvPr id="79" name="Group 78"/>
          <p:cNvGrpSpPr/>
          <p:nvPr/>
        </p:nvGrpSpPr>
        <p:grpSpPr>
          <a:xfrm>
            <a:off x="5237496" y="5463092"/>
            <a:ext cx="310977" cy="315912"/>
            <a:chOff x="5236131" y="5463092"/>
            <a:chExt cx="310896" cy="315912"/>
          </a:xfrm>
        </p:grpSpPr>
        <p:sp>
          <p:nvSpPr>
            <p:cNvPr id="80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81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2" name="Group 81"/>
          <p:cNvGrpSpPr/>
          <p:nvPr/>
        </p:nvGrpSpPr>
        <p:grpSpPr>
          <a:xfrm>
            <a:off x="1305107" y="5468108"/>
            <a:ext cx="310977" cy="310896"/>
            <a:chOff x="4523337" y="5468108"/>
            <a:chExt cx="310896" cy="310896"/>
          </a:xfrm>
        </p:grpSpPr>
        <p:sp>
          <p:nvSpPr>
            <p:cNvPr id="83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84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5" name="Group 84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86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87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88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" name="Group 90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92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93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94" name="Group 93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95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96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97" name="Group 96"/>
          <p:cNvGrpSpPr/>
          <p:nvPr/>
        </p:nvGrpSpPr>
        <p:grpSpPr>
          <a:xfrm>
            <a:off x="5951466" y="5468108"/>
            <a:ext cx="310977" cy="310896"/>
            <a:chOff x="5949915" y="5468108"/>
            <a:chExt cx="310896" cy="310896"/>
          </a:xfrm>
        </p:grpSpPr>
        <p:sp>
          <p:nvSpPr>
            <p:cNvPr id="98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99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00" name="Group 99"/>
          <p:cNvGrpSpPr/>
          <p:nvPr/>
        </p:nvGrpSpPr>
        <p:grpSpPr>
          <a:xfrm>
            <a:off x="3095587" y="5468111"/>
            <a:ext cx="311604" cy="315559"/>
            <a:chOff x="3094779" y="5468108"/>
            <a:chExt cx="311523" cy="315559"/>
          </a:xfrm>
        </p:grpSpPr>
        <p:sp>
          <p:nvSpPr>
            <p:cNvPr id="101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02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25" name="Oval 124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26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9"/>
            <a:ext cx="204249" cy="215141"/>
          </a:xfrm>
          <a:prstGeom prst="rect">
            <a:avLst/>
          </a:prstGeom>
          <a:noFill/>
        </p:spPr>
      </p:pic>
      <p:pic>
        <p:nvPicPr>
          <p:cNvPr id="127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8"/>
            <a:ext cx="238492" cy="145035"/>
          </a:xfrm>
          <a:prstGeom prst="rect">
            <a:avLst/>
          </a:prstGeom>
          <a:noFill/>
        </p:spPr>
      </p:pic>
      <p:pic>
        <p:nvPicPr>
          <p:cNvPr id="128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5" y="5508041"/>
            <a:ext cx="197752" cy="197481"/>
          </a:xfrm>
          <a:prstGeom prst="rect">
            <a:avLst/>
          </a:prstGeom>
          <a:noFill/>
        </p:spPr>
      </p:pic>
      <p:pic>
        <p:nvPicPr>
          <p:cNvPr id="129" name="Picture 5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1" y="5552720"/>
            <a:ext cx="234047" cy="165847"/>
          </a:xfrm>
          <a:prstGeom prst="rect">
            <a:avLst/>
          </a:prstGeom>
          <a:noFill/>
        </p:spPr>
      </p:pic>
      <p:pic>
        <p:nvPicPr>
          <p:cNvPr id="52" name="Picture 5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grpSp>
        <p:nvGrpSpPr>
          <p:cNvPr id="53" name="Group 67"/>
          <p:cNvGrpSpPr/>
          <p:nvPr userDrawn="1"/>
        </p:nvGrpSpPr>
        <p:grpSpPr>
          <a:xfrm>
            <a:off x="9817678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57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9" name="Rectangle 53"/>
          <p:cNvSpPr/>
          <p:nvPr userDrawn="1"/>
        </p:nvSpPr>
        <p:spPr bwMode="black">
          <a:xfrm>
            <a:off x="548784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60" name="Straight Connector 62"/>
          <p:cNvCxnSpPr/>
          <p:nvPr userDrawn="1"/>
        </p:nvCxnSpPr>
        <p:spPr>
          <a:xfrm>
            <a:off x="548784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40" y="2920477"/>
            <a:ext cx="2616181" cy="871741"/>
          </a:xfrm>
          <a:prstGeom prst="rect">
            <a:avLst/>
          </a:prstGeom>
        </p:spPr>
      </p:pic>
      <p:pic>
        <p:nvPicPr>
          <p:cNvPr id="64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Oval 71"/>
          <p:cNvSpPr/>
          <p:nvPr userDrawn="1"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0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4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Oval 73"/>
          <p:cNvSpPr/>
          <p:nvPr userDrawn="1"/>
        </p:nvSpPr>
        <p:spPr>
          <a:xfrm>
            <a:off x="2364963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06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Oval 75"/>
          <p:cNvSpPr/>
          <p:nvPr userDrawn="1"/>
        </p:nvSpPr>
        <p:spPr>
          <a:xfrm>
            <a:off x="630894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108" name="Oval 76"/>
          <p:cNvSpPr/>
          <p:nvPr userDrawn="1"/>
        </p:nvSpPr>
        <p:spPr>
          <a:xfrm>
            <a:off x="597187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09" name="Picture 5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2" y="5515989"/>
            <a:ext cx="214589" cy="215141"/>
          </a:xfrm>
          <a:prstGeom prst="rect">
            <a:avLst/>
          </a:prstGeom>
          <a:noFill/>
        </p:spPr>
      </p:pic>
      <p:grpSp>
        <p:nvGrpSpPr>
          <p:cNvPr id="110" name="Group 78"/>
          <p:cNvGrpSpPr/>
          <p:nvPr userDrawn="1"/>
        </p:nvGrpSpPr>
        <p:grpSpPr>
          <a:xfrm>
            <a:off x="5237496" y="5463092"/>
            <a:ext cx="310977" cy="315912"/>
            <a:chOff x="5236131" y="5463092"/>
            <a:chExt cx="310896" cy="315912"/>
          </a:xfrm>
        </p:grpSpPr>
        <p:sp>
          <p:nvSpPr>
            <p:cNvPr id="111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12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3" name="Group 81"/>
          <p:cNvGrpSpPr/>
          <p:nvPr userDrawn="1"/>
        </p:nvGrpSpPr>
        <p:grpSpPr>
          <a:xfrm>
            <a:off x="1305107" y="5468108"/>
            <a:ext cx="310977" cy="310896"/>
            <a:chOff x="4523337" y="5468108"/>
            <a:chExt cx="310896" cy="310896"/>
          </a:xfrm>
        </p:grpSpPr>
        <p:sp>
          <p:nvSpPr>
            <p:cNvPr id="114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1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6" name="Group 84"/>
          <p:cNvGrpSpPr/>
          <p:nvPr userDrawn="1"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117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18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119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" name="Group 90"/>
          <p:cNvGrpSpPr/>
          <p:nvPr userDrawn="1"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123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24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0" name="Group 93"/>
          <p:cNvGrpSpPr/>
          <p:nvPr userDrawn="1"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131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32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133" name="Group 96"/>
          <p:cNvGrpSpPr/>
          <p:nvPr userDrawn="1"/>
        </p:nvGrpSpPr>
        <p:grpSpPr>
          <a:xfrm>
            <a:off x="5951466" y="5468108"/>
            <a:ext cx="310977" cy="310896"/>
            <a:chOff x="5949915" y="5468108"/>
            <a:chExt cx="310896" cy="310896"/>
          </a:xfrm>
        </p:grpSpPr>
        <p:sp>
          <p:nvSpPr>
            <p:cNvPr id="134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35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36" name="Group 99"/>
          <p:cNvGrpSpPr/>
          <p:nvPr userDrawn="1"/>
        </p:nvGrpSpPr>
        <p:grpSpPr>
          <a:xfrm>
            <a:off x="3095587" y="5468111"/>
            <a:ext cx="311604" cy="315559"/>
            <a:chOff x="3094779" y="5468108"/>
            <a:chExt cx="311523" cy="315559"/>
          </a:xfrm>
        </p:grpSpPr>
        <p:sp>
          <p:nvSpPr>
            <p:cNvPr id="137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38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39" name="Oval 124"/>
          <p:cNvSpPr/>
          <p:nvPr userDrawn="1"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40" name="Picture 5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9"/>
            <a:ext cx="204249" cy="215141"/>
          </a:xfrm>
          <a:prstGeom prst="rect">
            <a:avLst/>
          </a:prstGeom>
          <a:noFill/>
        </p:spPr>
      </p:pic>
      <p:pic>
        <p:nvPicPr>
          <p:cNvPr id="141" name="Picture 5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8"/>
            <a:ext cx="238492" cy="145035"/>
          </a:xfrm>
          <a:prstGeom prst="rect">
            <a:avLst/>
          </a:prstGeom>
          <a:noFill/>
        </p:spPr>
      </p:pic>
      <p:pic>
        <p:nvPicPr>
          <p:cNvPr id="142" name="Picture 5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5" y="5508041"/>
            <a:ext cx="197752" cy="197481"/>
          </a:xfrm>
          <a:prstGeom prst="rect">
            <a:avLst/>
          </a:prstGeom>
          <a:noFill/>
        </p:spPr>
      </p:pic>
      <p:pic>
        <p:nvPicPr>
          <p:cNvPr id="143" name="Picture 5"/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1" y="5552720"/>
            <a:ext cx="234047" cy="165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914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4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19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305861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74EAD57-0142-AA17-C5CB-AB222B6CA2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4"/>
            <a:ext cx="981686" cy="312031"/>
          </a:xfrm>
          <a:prstGeom prst="rect">
            <a:avLst/>
          </a:prstGeom>
        </p:spPr>
      </p:pic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516623-DEEB-4E14-484B-2B3C84C198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4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3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4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10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0549877"/>
              </p:ext>
            </p:extLst>
          </p:nvPr>
        </p:nvGraphicFramePr>
        <p:xfrm>
          <a:off x="1590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对象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238708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56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9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18954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2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4" y="1179577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4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45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4" y="1179577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4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263538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7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7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23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7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211151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1000"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" y="3525797"/>
            <a:ext cx="7886069" cy="2290805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lIns="548640" tIns="182880" rIns="548640" bIns="182880"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699">
                <a:solidFill>
                  <a:schemeClr val="tx1"/>
                </a:solidFill>
              </a:defRPr>
            </a:lvl1pPr>
            <a:lvl2pPr marL="341211" indent="0">
              <a:buNone/>
              <a:defRPr/>
            </a:lvl2pPr>
            <a:lvl3pPr marL="679246" indent="0">
              <a:buNone/>
              <a:defRPr/>
            </a:lvl3pPr>
            <a:lvl4pPr marL="966497" indent="0">
              <a:buNone/>
              <a:defRPr/>
            </a:lvl4pPr>
            <a:lvl5pPr marL="1145831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pic>
        <p:nvPicPr>
          <p:cNvPr id="8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1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Produc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1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799" cap="none"/>
            </a:lvl1pPr>
          </a:lstStyle>
          <a:p>
            <a:r>
              <a:rPr lang="en-US"/>
              <a:t>Click To Edit Product Text</a:t>
            </a:r>
          </a:p>
        </p:txBody>
      </p: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548784" y="556263"/>
            <a:ext cx="6049951" cy="55793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70" name="Straight Connector 69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Rectangle 70"/>
          <p:cNvSpPr/>
          <p:nvPr userDrawn="1"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16" name="Picture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cxnSp>
        <p:nvCxnSpPr>
          <p:cNvPr id="17" name="Straight Connector 69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12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Produc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1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799" cap="none"/>
            </a:lvl1pPr>
          </a:lstStyle>
          <a:p>
            <a:r>
              <a:rPr lang="en-US"/>
              <a:t>Click To Edit Product Text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0" y="3"/>
            <a:ext cx="6802622" cy="61356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5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Rectangle 20"/>
          <p:cNvSpPr/>
          <p:nvPr userDrawn="1"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16" name="Straight Connector 62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89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8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2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5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8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8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6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390316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 &amp; She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6"/>
            <a:ext cx="11076269" cy="5209682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9" name="Rectangle 11"/>
          <p:cNvSpPr/>
          <p:nvPr userDrawn="1"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8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30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432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grpSp>
        <p:nvGrpSpPr>
          <p:cNvPr id="58" name="Group 57"/>
          <p:cNvGrpSpPr/>
          <p:nvPr/>
        </p:nvGrpSpPr>
        <p:grpSpPr bwMode="gray">
          <a:xfrm>
            <a:off x="1828648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9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60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/>
            </a:p>
          </p:txBody>
        </p:sp>
      </p:grpSp>
      <p:grpSp>
        <p:nvGrpSpPr>
          <p:cNvPr id="61" name="Group 60"/>
          <p:cNvGrpSpPr/>
          <p:nvPr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62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sp>
          <p:nvSpPr>
            <p:cNvPr id="63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9" y="3071300"/>
            <a:ext cx="2519469" cy="800821"/>
          </a:xfrm>
          <a:prstGeom prst="rect">
            <a:avLst/>
          </a:prstGeom>
        </p:spPr>
      </p:pic>
      <p:pic>
        <p:nvPicPr>
          <p:cNvPr id="13" name="Picture 4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4" name="Rectangle 1"/>
          <p:cNvSpPr/>
          <p:nvPr userDrawn="1"/>
        </p:nvSpPr>
        <p:spPr>
          <a:xfrm>
            <a:off x="2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grpSp>
        <p:nvGrpSpPr>
          <p:cNvPr id="15" name="Group 57"/>
          <p:cNvGrpSpPr/>
          <p:nvPr userDrawn="1"/>
        </p:nvGrpSpPr>
        <p:grpSpPr bwMode="gray">
          <a:xfrm>
            <a:off x="1828648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17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/>
            </a:p>
          </p:txBody>
        </p:sp>
      </p:grpSp>
      <p:grpSp>
        <p:nvGrpSpPr>
          <p:cNvPr id="18" name="Group 60"/>
          <p:cNvGrpSpPr/>
          <p:nvPr userDrawn="1"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19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pic>
        <p:nvPicPr>
          <p:cNvPr id="21" name="Picture 5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2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25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598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9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solidFill>
                <a:schemeClr val="tx1"/>
              </a:solidFill>
            </a:endParaRPr>
          </a:p>
        </p:txBody>
      </p:sp>
      <p:pic>
        <p:nvPicPr>
          <p:cNvPr id="13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6" name="Rectangle 11"/>
          <p:cNvSpPr/>
          <p:nvPr userDrawn="1"/>
        </p:nvSpPr>
        <p:spPr bwMode="gray">
          <a:xfrm>
            <a:off x="11751760" y="6395719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224" y="6473952"/>
            <a:ext cx="1180777" cy="389860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0664341" y="6511803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213576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2538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25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598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9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 userDrawn="1"/>
        </p:nvSpPr>
        <p:spPr bwMode="white">
          <a:xfrm>
            <a:off x="11751760" y="6395210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2"/>
            <a:ext cx="1480454" cy="47056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213576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5329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52763" y="274320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25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16E2E1-548A-7EDA-92EF-D7B8E5BA4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60086" y="5551814"/>
            <a:ext cx="1262530" cy="401299"/>
          </a:xfrm>
          <a:prstGeom prst="rect">
            <a:avLst/>
          </a:prstGeom>
        </p:spPr>
      </p:pic>
      <p:sp>
        <p:nvSpPr>
          <p:cNvPr id="2" name="Freeform 5">
            <a:extLst>
              <a:ext uri="{FF2B5EF4-FFF2-40B4-BE49-F238E27FC236}">
                <a16:creationId xmlns:a16="http://schemas.microsoft.com/office/drawing/2014/main" id="{D6B964EB-1A3B-22C9-7FB9-A345DDF8C6A4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11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endParaRPr lang="en-US" sz="1797"/>
          </a:p>
        </p:txBody>
      </p:sp>
      <p:sp>
        <p:nvSpPr>
          <p:cNvPr id="4" name="TextBox slide number">
            <a:extLst>
              <a:ext uri="{FF2B5EF4-FFF2-40B4-BE49-F238E27FC236}">
                <a16:creationId xmlns:a16="http://schemas.microsoft.com/office/drawing/2014/main" id="{2C1AD093-DEE4-969F-2C56-7931873BAA8C}"/>
              </a:ext>
            </a:extLst>
          </p:cNvPr>
          <p:cNvSpPr txBox="1"/>
          <p:nvPr userDrawn="1"/>
        </p:nvSpPr>
        <p:spPr bwMode="white">
          <a:xfrm>
            <a:off x="11790701" y="6370496"/>
            <a:ext cx="401299" cy="24622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66AD4543-8A4C-68D5-90E9-94A766928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647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6347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7834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834" algn="l"/>
              </a:tabLst>
              <a:defRPr lang="en-US" sz="3598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962E98-E84F-4C47-9466-A13D62155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052" y="6562851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2ABB85F-A80E-42D0-B4C1-42B0010FC022}"/>
              </a:ext>
            </a:extLst>
          </p:cNvPr>
          <p:cNvSpPr txBox="1"/>
          <p:nvPr userDrawn="1"/>
        </p:nvSpPr>
        <p:spPr>
          <a:xfrm>
            <a:off x="1985499" y="652681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2023 LCFC Internal. All rights reserved.</a:t>
            </a:r>
          </a:p>
        </p:txBody>
      </p:sp>
      <p:grpSp>
        <p:nvGrpSpPr>
          <p:cNvPr id="17" name="组合 1">
            <a:extLst>
              <a:ext uri="{FF2B5EF4-FFF2-40B4-BE49-F238E27FC236}">
                <a16:creationId xmlns:a16="http://schemas.microsoft.com/office/drawing/2014/main" id="{28F92A3A-7A49-468A-B339-AC66B8CE80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48785" y="6486692"/>
            <a:ext cx="1508419" cy="307777"/>
            <a:chOff x="631825" y="625174"/>
            <a:chExt cx="3121769" cy="636603"/>
          </a:xfrm>
        </p:grpSpPr>
        <p:pic>
          <p:nvPicPr>
            <p:cNvPr id="18" name="图片 4">
              <a:extLst>
                <a:ext uri="{FF2B5EF4-FFF2-40B4-BE49-F238E27FC236}">
                  <a16:creationId xmlns:a16="http://schemas.microsoft.com/office/drawing/2014/main" id="{75B5A5D4-96C1-4422-866F-7CC7D68E6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825" y="749833"/>
              <a:ext cx="1311126" cy="41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611BEDE-D03A-4463-BCA8-C0D36A83E966}"/>
                </a:ext>
              </a:extLst>
            </p:cNvPr>
            <p:cNvSpPr txBox="1"/>
            <p:nvPr/>
          </p:nvSpPr>
          <p:spPr>
            <a:xfrm>
              <a:off x="1885879" y="625174"/>
              <a:ext cx="1867715" cy="636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kumimoji="1" lang="zh-CN" altLang="en-US" sz="14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联宝科技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8986972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4000" cy="2387600"/>
          </a:xfrm>
        </p:spPr>
        <p:txBody>
          <a:bodyPr anchor="b"/>
          <a:lstStyle>
            <a:lvl1pPr algn="ctr">
              <a:defRPr sz="5996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2" y="3602038"/>
            <a:ext cx="9144000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926" indent="0" algn="ctr">
              <a:buNone/>
              <a:defRPr sz="1998"/>
            </a:lvl2pPr>
            <a:lvl3pPr marL="913852" indent="0" algn="ctr">
              <a:buNone/>
              <a:defRPr sz="1798"/>
            </a:lvl3pPr>
            <a:lvl4pPr marL="1370778" indent="0" algn="ctr">
              <a:buNone/>
              <a:defRPr sz="1600"/>
            </a:lvl4pPr>
            <a:lvl5pPr marL="1827703" indent="0" algn="ctr">
              <a:buNone/>
              <a:defRPr sz="1600"/>
            </a:lvl5pPr>
            <a:lvl6pPr marL="2284628" indent="0" algn="ctr">
              <a:buNone/>
              <a:defRPr sz="1600"/>
            </a:lvl6pPr>
            <a:lvl7pPr marL="2741554" indent="0" algn="ctr">
              <a:buNone/>
              <a:defRPr sz="1600"/>
            </a:lvl7pPr>
            <a:lvl8pPr marL="3198480" indent="0" algn="ctr">
              <a:buNone/>
              <a:defRPr sz="1600"/>
            </a:lvl8pPr>
            <a:lvl9pPr marL="3655406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459C4-1280-4319-A99C-36118E228DE8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783" y="6458563"/>
            <a:ext cx="2413972" cy="18466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DE9-C144-402D-9493-72C862B5F3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201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7" y="-1"/>
            <a:ext cx="12193587" cy="6857107"/>
          </a:xfrm>
          <a:prstGeom prst="rect">
            <a:avLst/>
          </a:prstGeom>
        </p:spPr>
      </p:pic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67" name="Oval 66"/>
          <p:cNvSpPr/>
          <p:nvPr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68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1" name="Straight Connector 20"/>
          <p:cNvCxnSpPr/>
          <p:nvPr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2" name="Picture 5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8" y="3071299"/>
            <a:ext cx="2519469" cy="80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7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66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817677" y="3464892"/>
            <a:ext cx="1200857" cy="1199183"/>
          </a:xfrm>
          <a:prstGeom prst="rect">
            <a:avLst/>
          </a:prstGeom>
          <a:ln w="38100">
            <a:noFill/>
          </a:ln>
          <a:effectLst/>
        </p:spPr>
        <p:txBody>
          <a:bodyPr/>
          <a:lstStyle>
            <a:lvl1pPr>
              <a:defRPr sz="10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9160674" y="4770439"/>
            <a:ext cx="1689540" cy="198437"/>
          </a:xfrm>
          <a:prstGeom prst="rect">
            <a:avLst/>
          </a:prstGeom>
        </p:spPr>
        <p:txBody>
          <a:bodyPr lIns="0" tIns="45720" rIns="45720"/>
          <a:lstStyle>
            <a:lvl1pPr marL="0" indent="0" algn="r">
              <a:buFontTx/>
              <a:buNone/>
              <a:defRPr sz="1100"/>
            </a:lvl1pPr>
            <a:lvl2pPr marL="341313" indent="0" algn="r">
              <a:buFontTx/>
              <a:buNone/>
              <a:defRPr sz="1100"/>
            </a:lvl2pPr>
            <a:lvl3pPr marL="679450" indent="0" algn="r">
              <a:buFontTx/>
              <a:buNone/>
              <a:defRPr sz="1100"/>
            </a:lvl3pPr>
            <a:lvl4pPr marL="966787" indent="0" algn="r">
              <a:buFontTx/>
              <a:buNone/>
              <a:defRPr sz="1100"/>
            </a:lvl4pPr>
            <a:lvl5pPr marL="1146175" indent="0" algn="r">
              <a:buFontTx/>
              <a:buNone/>
              <a:defRPr sz="1100"/>
            </a:lvl5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@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twitterhandle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9817677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69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4" name="Rectangle 53"/>
          <p:cNvSpPr/>
          <p:nvPr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3" name="Straight Connector 62"/>
          <p:cNvCxnSpPr/>
          <p:nvPr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39" y="2920476"/>
            <a:ext cx="2616181" cy="871741"/>
          </a:xfrm>
          <a:prstGeom prst="rect">
            <a:avLst/>
          </a:prstGeom>
        </p:spPr>
      </p:pic>
      <p:pic>
        <p:nvPicPr>
          <p:cNvPr id="71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Oval 71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3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5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Oval 75"/>
          <p:cNvSpPr/>
          <p:nvPr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77" name="Oval 76"/>
          <p:cNvSpPr/>
          <p:nvPr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79" name="Group 78"/>
          <p:cNvGrpSpPr/>
          <p:nvPr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80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81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2" name="Group 81"/>
          <p:cNvGrpSpPr/>
          <p:nvPr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83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84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5" name="Group 84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86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87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88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" name="Group 90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92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93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94" name="Group 93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95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96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97" name="Group 96"/>
          <p:cNvGrpSpPr/>
          <p:nvPr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98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99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00" name="Group 99"/>
          <p:cNvGrpSpPr/>
          <p:nvPr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101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02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25" name="Oval 124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26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127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128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129" name="Picture 5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  <p:pic>
        <p:nvPicPr>
          <p:cNvPr id="52" name="Picture 5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grpSp>
        <p:nvGrpSpPr>
          <p:cNvPr id="53" name="Group 67"/>
          <p:cNvGrpSpPr/>
          <p:nvPr userDrawn="1"/>
        </p:nvGrpSpPr>
        <p:grpSpPr>
          <a:xfrm>
            <a:off x="9817677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57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9" name="Rectangle 53"/>
          <p:cNvSpPr/>
          <p:nvPr userDrawn="1"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0" name="Straight Connector 62"/>
          <p:cNvCxnSpPr/>
          <p:nvPr userDrawn="1"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39" y="2920476"/>
            <a:ext cx="2616181" cy="871741"/>
          </a:xfrm>
          <a:prstGeom prst="rect">
            <a:avLst/>
          </a:prstGeom>
        </p:spPr>
      </p:pic>
      <p:pic>
        <p:nvPicPr>
          <p:cNvPr id="64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Oval 71"/>
          <p:cNvSpPr/>
          <p:nvPr userDrawn="1"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0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Oval 73"/>
          <p:cNvSpPr/>
          <p:nvPr userDrawn="1"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06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Oval 75"/>
          <p:cNvSpPr/>
          <p:nvPr userDrawn="1"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108" name="Oval 76"/>
          <p:cNvSpPr/>
          <p:nvPr userDrawn="1"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09" name="Picture 5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110" name="Group 78"/>
          <p:cNvGrpSpPr/>
          <p:nvPr userDrawn="1"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111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12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3" name="Group 81"/>
          <p:cNvGrpSpPr/>
          <p:nvPr userDrawn="1"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114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1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6" name="Group 84"/>
          <p:cNvGrpSpPr/>
          <p:nvPr userDrawn="1"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117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18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119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" name="Group 90"/>
          <p:cNvGrpSpPr/>
          <p:nvPr userDrawn="1"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123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24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0" name="Group 93"/>
          <p:cNvGrpSpPr/>
          <p:nvPr userDrawn="1"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131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32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133" name="Group 96"/>
          <p:cNvGrpSpPr/>
          <p:nvPr userDrawn="1"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134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35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36" name="Group 99"/>
          <p:cNvGrpSpPr/>
          <p:nvPr userDrawn="1"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137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38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39" name="Oval 124"/>
          <p:cNvSpPr/>
          <p:nvPr userDrawn="1"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40" name="Picture 5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141" name="Picture 5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142" name="Picture 5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143" name="Picture 5"/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481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4" name="Rectangle 11"/>
          <p:cNvSpPr/>
          <p:nvPr userDrawn="1"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838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524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4EAD57-0142-AA17-C5CB-AB222B6CA2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3"/>
            <a:ext cx="981686" cy="31203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E516623-DEEB-4E14-484B-2B3C84C198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8" y="-12699"/>
            <a:ext cx="121920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3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3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4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17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0549877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对象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0550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4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9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7186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2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1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0227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6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7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72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6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2432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1000"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525795"/>
            <a:ext cx="7886069" cy="2290805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lIns="548640" tIns="182880" rIns="548640" bIns="182880"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70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pic>
        <p:nvPicPr>
          <p:cNvPr id="8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26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Produc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0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800" cap="none"/>
            </a:lvl1pPr>
          </a:lstStyle>
          <a:p>
            <a:r>
              <a:rPr lang="en-US"/>
              <a:t>Click To Edit Product Text</a:t>
            </a:r>
          </a:p>
        </p:txBody>
      </p: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548783" y="556261"/>
            <a:ext cx="6049951" cy="55793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70" name="Straight Connector 69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Rectangle 70"/>
          <p:cNvSpPr/>
          <p:nvPr userDrawn="1"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6" name="Picture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cxnSp>
        <p:nvCxnSpPr>
          <p:cNvPr id="17" name="Straight Connector 69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01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Produc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0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800" cap="none"/>
            </a:lvl1pPr>
          </a:lstStyle>
          <a:p>
            <a:r>
              <a:rPr lang="en-US"/>
              <a:t>Click To Edit Product Text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802622" cy="61356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5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Rectangle 20"/>
          <p:cNvSpPr/>
          <p:nvPr userDrawn="1"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6" name="Straight Connector 62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06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2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5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73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6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689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 &amp; She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09682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9" name="Rectangle 11"/>
          <p:cNvSpPr/>
          <p:nvPr userDrawn="1"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7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26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393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8" name="Group 57"/>
          <p:cNvGrpSpPr/>
          <p:nvPr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9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61" name="Group 60"/>
          <p:cNvGrpSpPr/>
          <p:nvPr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62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sp>
          <p:nvSpPr>
            <p:cNvPr id="63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8" y="3071299"/>
            <a:ext cx="2519469" cy="800821"/>
          </a:xfrm>
          <a:prstGeom prst="rect">
            <a:avLst/>
          </a:prstGeom>
        </p:spPr>
      </p:pic>
      <p:pic>
        <p:nvPicPr>
          <p:cNvPr id="13" name="Picture 4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4" name="Rectangle 1"/>
          <p:cNvSpPr/>
          <p:nvPr userDrawn="1"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5" name="Group 57"/>
          <p:cNvGrpSpPr/>
          <p:nvPr userDrawn="1"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18" name="Group 60"/>
          <p:cNvGrpSpPr/>
          <p:nvPr userDrawn="1"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19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21" name="Picture 5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2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pic>
        <p:nvPicPr>
          <p:cNvPr id="13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6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223" y="6473952"/>
            <a:ext cx="1180777" cy="389860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0664340" y="6511801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213575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6221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213575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1661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199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199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962E98-E84F-4C47-9466-A13D62155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052" y="6562851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2ABB85F-A80E-42D0-B4C1-42B0010FC022}"/>
              </a:ext>
            </a:extLst>
          </p:cNvPr>
          <p:cNvSpPr txBox="1"/>
          <p:nvPr userDrawn="1"/>
        </p:nvSpPr>
        <p:spPr>
          <a:xfrm>
            <a:off x="1985498" y="652681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2023 LCFC Internal. All rights reserved.</a:t>
            </a:r>
          </a:p>
        </p:txBody>
      </p:sp>
      <p:grpSp>
        <p:nvGrpSpPr>
          <p:cNvPr id="17" name="组合 1">
            <a:extLst>
              <a:ext uri="{FF2B5EF4-FFF2-40B4-BE49-F238E27FC236}">
                <a16:creationId xmlns:a16="http://schemas.microsoft.com/office/drawing/2014/main" id="{28F92A3A-7A49-468A-B339-AC66B8CE80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48784" y="6486690"/>
            <a:ext cx="1508419" cy="307777"/>
            <a:chOff x="631825" y="625174"/>
            <a:chExt cx="3121769" cy="636603"/>
          </a:xfrm>
        </p:grpSpPr>
        <p:pic>
          <p:nvPicPr>
            <p:cNvPr id="18" name="图片 4">
              <a:extLst>
                <a:ext uri="{FF2B5EF4-FFF2-40B4-BE49-F238E27FC236}">
                  <a16:creationId xmlns:a16="http://schemas.microsoft.com/office/drawing/2014/main" id="{75B5A5D4-96C1-4422-866F-7CC7D68E6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825" y="749833"/>
              <a:ext cx="1311126" cy="41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611BEDE-D03A-4463-BCA8-C0D36A83E966}"/>
                </a:ext>
              </a:extLst>
            </p:cNvPr>
            <p:cNvSpPr txBox="1"/>
            <p:nvPr/>
          </p:nvSpPr>
          <p:spPr>
            <a:xfrm>
              <a:off x="1885879" y="625174"/>
              <a:ext cx="1867715" cy="636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kumimoji="1" lang="zh-CN" altLang="en-US" sz="14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联宝科技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627001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7" y="-1"/>
            <a:ext cx="12193587" cy="6857107"/>
          </a:xfrm>
          <a:prstGeom prst="rect">
            <a:avLst/>
          </a:prstGeom>
        </p:spPr>
      </p:pic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 userDrawn="1"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 userDrawn="1"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 userDrawn="1"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Oval 66"/>
          <p:cNvSpPr/>
          <p:nvPr userDrawn="1"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8" name="Picture 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 userDrawn="1"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 userDrawn="1"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 userDrawn="1"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text, two lines maximum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 userDrawn="1"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 userDrawn="1"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 userDrawn="1"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 userDrawn="1"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 userDrawn="1"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 userDrawn="1"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2" name="Picture 5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  <p:sp>
        <p:nvSpPr>
          <p:cNvPr id="66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pPr defTabSz="1218987"/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  <a:p>
            <a:pPr defTabSz="1218987"/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110" y="2691925"/>
            <a:ext cx="626890" cy="197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3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52761" y="274320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16E2E1-548A-7EDA-92EF-D7B8E5BA4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60086" y="5551812"/>
            <a:ext cx="1262530" cy="401299"/>
          </a:xfrm>
          <a:prstGeom prst="rect">
            <a:avLst/>
          </a:prstGeom>
        </p:spPr>
      </p:pic>
      <p:sp>
        <p:nvSpPr>
          <p:cNvPr id="4" name="TextBox slide number">
            <a:extLst>
              <a:ext uri="{FF2B5EF4-FFF2-40B4-BE49-F238E27FC236}">
                <a16:creationId xmlns:a16="http://schemas.microsoft.com/office/drawing/2014/main" id="{2C1AD093-DEE4-969F-2C56-7931873BAA8C}"/>
              </a:ext>
            </a:extLst>
          </p:cNvPr>
          <p:cNvSpPr txBox="1"/>
          <p:nvPr userDrawn="1"/>
        </p:nvSpPr>
        <p:spPr bwMode="white">
          <a:xfrm>
            <a:off x="11790701" y="6370492"/>
            <a:ext cx="401299" cy="24622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66AD4543-8A4C-68D5-90E9-94A766928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78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8" name="Group 57"/>
          <p:cNvGrpSpPr/>
          <p:nvPr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9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61" name="Group 60"/>
          <p:cNvGrpSpPr/>
          <p:nvPr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62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 dirty="0"/>
            </a:p>
          </p:txBody>
        </p:sp>
        <p:sp>
          <p:nvSpPr>
            <p:cNvPr id="63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8" y="3071299"/>
            <a:ext cx="2519469" cy="800821"/>
          </a:xfrm>
          <a:prstGeom prst="rect">
            <a:avLst/>
          </a:prstGeom>
        </p:spPr>
      </p:pic>
      <p:pic>
        <p:nvPicPr>
          <p:cNvPr id="13" name="Picture 4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4" name="Rectangle 1"/>
          <p:cNvSpPr/>
          <p:nvPr userDrawn="1"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5" name="Group 57"/>
          <p:cNvGrpSpPr/>
          <p:nvPr userDrawn="1"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18" name="Group 60"/>
          <p:cNvGrpSpPr/>
          <p:nvPr userDrawn="1"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19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 dirty="0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21" name="Picture 5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9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1181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10" y="42341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Footer Placeholder 19">
            <a:extLst>
              <a:ext uri="{FF2B5EF4-FFF2-40B4-BE49-F238E27FC236}">
                <a16:creationId xmlns:a16="http://schemas.microsoft.com/office/drawing/2014/main" id="{AA268876-370B-41B6-33A4-524107A0EE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8782" y="6490645"/>
            <a:ext cx="2723335" cy="153888"/>
          </a:xfrm>
          <a:prstGeom prst="rect">
            <a:avLst/>
          </a:prstGeo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2023 LCFC Internal. All rights reserved.</a:t>
            </a:r>
            <a:endParaRPr lang="en-US" sz="1000">
              <a:solidFill>
                <a:srgbClr val="939598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0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chemeClr val="tx2"/>
          </a:solidFill>
          <a:ln w="28575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22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63401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1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87473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lvl="0" algn="ctr" defTabSz="1218987">
              <a:spcBef>
                <a:spcPct val="50000"/>
              </a:spcBef>
              <a:defRPr sz="1600" b="1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1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32699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lvl="0" algn="ctr" defTabSz="1218987">
              <a:spcBef>
                <a:spcPct val="50000"/>
              </a:spcBef>
              <a:defRPr sz="1600" b="1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/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1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411949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olumn Slide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2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2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B2FC3-A626-B602-52D8-9505B0567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F470C4-45B0-20AB-4148-730F6D2F3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0024A3-31D4-76CE-580D-A7616995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9E82AD-45BE-0676-9EEA-7162CD3F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B6771-7BE2-468F-BD90-1B648564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32535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6D135-429C-3BF7-A5EB-107C61B4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41166-54B5-64E2-3FEA-8898AE1CA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A7F8DE-DC9A-4AB6-FBC9-0B120459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05432-09B4-1C62-7078-B141085F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656E6-B0F1-EC39-4E81-F5AC9681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47465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A3FF2-2E55-C6F2-82CE-99300436D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DCCCDD-65E4-7A7B-A0BB-4CB951BD7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17F97C-401E-B443-98E2-5BB3A49B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6FB320-9668-47C2-132E-9D84705B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DC60F-A010-4DAB-AAD5-50526FB9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51707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E3149-07E3-B97C-6BEF-B4B903D7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7CA72-C7DB-D666-A16C-699624664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82BAC0-B041-1737-89A3-A86902637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B96FA4-A8E4-64F7-487D-86C4F22EB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030D7C-B4EB-3DF2-EB6F-9ECC3146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5DDE1D-9EFC-8295-4D1F-566C3EB0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4719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EDF65-96D3-2BBC-9565-BF151DFD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CDB2D9-2A65-1818-CDBD-A93F7C54B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DDAC2F-BC8F-4669-CA2D-F15DD85D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D8DAE8-6627-3C96-6CED-E7BE0C80A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5685EE-9F08-E9B8-3DBA-BA19EE0D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A0437D-3625-0928-9F45-8E829E8F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BC805F-4D25-E167-4507-E5D020EA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FBF58B-F550-5479-46BF-7AD93522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06612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2ECCD-2DB2-D861-C1BB-0A019910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9394B5-0CBE-062C-A1D5-1898B530D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3C2E3F-6CC7-1377-413C-9F5D1F629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559CE2-1441-ACA3-BB8D-00BE520F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25470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E1FE32-3AF9-C3B4-826C-2D59E50A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DA5470-37A7-C7C4-C467-34FC733C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CF1C54-4126-1CF2-7BA5-A81E5D7C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21895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A7426-53EB-BFB7-11AF-7A18F22C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BD8F21-D893-F7E6-159B-881381E80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EE543C-BB22-7778-D0AB-16AC91BA4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963ACB-54DB-E0E0-75CD-2FAECB36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582FCB-805A-D4B7-B6F6-A55B073A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A8EF33-3A78-2FDA-51AA-27BAD948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68526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381A45-83C4-944D-922A-0D044781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C7FCEC-D7C4-0403-7D10-CAC7B49E4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9A49DF-44C2-37E6-9FF5-F080D1E57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82236E-75F8-C292-885F-FF1A0D30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B5857F-339C-DE11-0273-5440E4B1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0B49EE-2AF8-CF14-7C3A-934172A7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53075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C64B6-8D42-A565-50A1-F924B77B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55400D-BE00-0E35-29E5-0695B27B3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3EA2E4-9B25-9467-61ED-2D2BF0E1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041A3-FE57-BDD6-2671-489DF193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483031-05C4-7D6D-7503-5849E084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6339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86885B-C97D-1FFE-692F-8F7DD65EC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8C8E93-9DB4-44CB-D28C-F877D0BD1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0C192-5A2D-34AB-A029-F68E246F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72CBC4-E42F-FE50-6754-290515E1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B72C8B-3C2A-EF12-0C76-A7FE649A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29080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904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27.xml"/><Relationship Id="rId9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theme" Target="../theme/theme4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32" Type="http://schemas.openxmlformats.org/officeDocument/2006/relationships/image" Target="../media/image34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31" Type="http://schemas.openxmlformats.org/officeDocument/2006/relationships/image" Target="../media/image33.pn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tags" Target="../tags/tag11.xml"/><Relationship Id="rId8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image" Target="../media/image33.png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tags" Target="../tags/tag13.xml"/><Relationship Id="rId30" Type="http://schemas.openxmlformats.org/officeDocument/2006/relationships/oleObject" Target="../embeddings/oleObject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image" Target="../media/image33.png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01146" y="6521578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2019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478029" y="5710769"/>
            <a:ext cx="1085960" cy="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01146" y="6521578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2019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478029" y="5710769"/>
            <a:ext cx="1085960" cy="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783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270" imgH="270" progId="TCLayout.ActiveDocument.1">
                  <p:embed/>
                </p:oleObj>
              </mc:Choice>
              <mc:Fallback>
                <p:oleObj name="think-cell Slide" r:id="rId9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slide number"/>
          <p:cNvSpPr txBox="1"/>
          <p:nvPr/>
        </p:nvSpPr>
        <p:spPr bwMode="white">
          <a:xfrm>
            <a:off x="11867485" y="6424604"/>
            <a:ext cx="324001" cy="18824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62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19792" y="5754636"/>
            <a:ext cx="1019387" cy="324000"/>
          </a:xfrm>
          <a:prstGeom prst="rect">
            <a:avLst/>
          </a:prstGeom>
        </p:spPr>
      </p:pic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5001159A-3116-9632-86DC-D6DB77AAA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6554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1" r:id="rId3"/>
    <p:sldLayoutId id="2147483692" r:id="rId4"/>
    <p:sldLayoutId id="2147483694" r:id="rId5"/>
    <p:sldLayoutId id="2147483695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621" rtl="0" eaLnBrk="1" latinLnBrk="0" hangingPunct="1">
        <a:spcBef>
          <a:spcPct val="0"/>
        </a:spcBef>
        <a:buNone/>
        <a:defRPr sz="4299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6983" indent="-456983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2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130" indent="-380819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276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1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258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189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1207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518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82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13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1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62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793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242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55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586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17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484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25921" y="6370494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4"/>
            <a:ext cx="981686" cy="312031"/>
          </a:xfrm>
          <a:prstGeom prst="rect">
            <a:avLst/>
          </a:prstGeom>
        </p:spPr>
      </p:pic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892526919"/>
              </p:ext>
            </p:extLst>
          </p:nvPr>
        </p:nvGraphicFramePr>
        <p:xfrm>
          <a:off x="1590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70" imgH="270" progId="TCLayout.ActiveDocument.1">
                  <p:embed/>
                </p:oleObj>
              </mc:Choice>
              <mc:Fallback>
                <p:oleObj name="think-cell Slide" r:id="rId33" imgW="270" imgH="27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90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96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621" rtl="0" eaLnBrk="1" latinLnBrk="0" hangingPunct="1">
        <a:spcBef>
          <a:spcPct val="0"/>
        </a:spcBef>
        <a:buNone/>
        <a:defRPr sz="4299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6983" indent="-456983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2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130" indent="-380819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276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1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258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189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1207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518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82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13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1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62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793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242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55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586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17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484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25921" y="6370492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3"/>
            <a:ext cx="981686" cy="312031"/>
          </a:xfrm>
          <a:prstGeom prst="rect">
            <a:avLst/>
          </a:prstGeom>
        </p:spPr>
      </p:pic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892526919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270" imgH="270" progId="TCLayout.ActiveDocument.1">
                  <p:embed/>
                </p:oleObj>
              </mc:Choice>
              <mc:Fallback>
                <p:oleObj name="think-cell Slide" r:id="rId30" imgW="270" imgH="27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986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70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9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2876" y="5800424"/>
            <a:ext cx="974339" cy="318995"/>
          </a:xfrm>
          <a:prstGeom prst="rect">
            <a:avLst/>
          </a:prstGeom>
        </p:spPr>
      </p:pic>
      <p:sp>
        <p:nvSpPr>
          <p:cNvPr id="8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pPr defTabSz="1218987"/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  <a:p>
            <a:pPr defTabSz="1218987"/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6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907627" y="649108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42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D2E914-FFB7-DC67-7D99-C1CC0E66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4E9698-6BAC-2F78-B70B-171710296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0BD0A1-2E30-A4C8-2C38-BFCA66A9E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4A40F-FFBA-42DC-A591-45B86BD3BA1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52ACA-7E54-31CB-EBF7-DB4701FB1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09CD0F-8EC8-11C3-64FC-9FE3A885C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6CB37-6062-45A3-8553-55B560260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95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18" Type="http://schemas.openxmlformats.org/officeDocument/2006/relationships/image" Target="../media/image66.png"/><Relationship Id="rId3" Type="http://schemas.openxmlformats.org/officeDocument/2006/relationships/image" Target="../media/image2.png"/><Relationship Id="rId21" Type="http://schemas.openxmlformats.org/officeDocument/2006/relationships/image" Target="../media/image69.sv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17" Type="http://schemas.openxmlformats.org/officeDocument/2006/relationships/image" Target="../media/image65.svg"/><Relationship Id="rId2" Type="http://schemas.openxmlformats.org/officeDocument/2006/relationships/image" Target="../media/image51.jpe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04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10" Type="http://schemas.openxmlformats.org/officeDocument/2006/relationships/image" Target="../media/image58.png"/><Relationship Id="rId19" Type="http://schemas.openxmlformats.org/officeDocument/2006/relationships/image" Target="../media/image67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D112-F4FE-EFCA-0AC8-407DCEF5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夜空下的城市&#10;&#10;低可信度描述已自动生成">
            <a:extLst>
              <a:ext uri="{FF2B5EF4-FFF2-40B4-BE49-F238E27FC236}">
                <a16:creationId xmlns:a16="http://schemas.microsoft.com/office/drawing/2014/main" id="{78F67377-1166-862E-5B52-0D16424842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" y="-18398"/>
            <a:ext cx="12186116" cy="6875505"/>
          </a:xfrm>
          <a:prstGeom prst="rect">
            <a:avLst/>
          </a:prstGeom>
        </p:spPr>
      </p:pic>
      <p:sp>
        <p:nvSpPr>
          <p:cNvPr id="21" name="Rectangle 5">
            <a:extLst>
              <a:ext uri="{FF2B5EF4-FFF2-40B4-BE49-F238E27FC236}">
                <a16:creationId xmlns:a16="http://schemas.microsoft.com/office/drawing/2014/main" id="{088FE359-921C-508B-519D-3839C5A4089E}"/>
              </a:ext>
            </a:extLst>
          </p:cNvPr>
          <p:cNvSpPr/>
          <p:nvPr/>
        </p:nvSpPr>
        <p:spPr>
          <a:xfrm>
            <a:off x="2" y="-4893"/>
            <a:ext cx="12190411" cy="6867786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32" tIns="182832" rIns="182832" bIns="182832" rtlCol="0" anchor="t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6D921A-AA70-C472-9FC2-ECE838183831}"/>
              </a:ext>
            </a:extLst>
          </p:cNvPr>
          <p:cNvSpPr/>
          <p:nvPr/>
        </p:nvSpPr>
        <p:spPr>
          <a:xfrm>
            <a:off x="1589" y="893"/>
            <a:ext cx="6213421" cy="6856214"/>
          </a:xfrm>
          <a:prstGeom prst="rect">
            <a:avLst/>
          </a:prstGeom>
          <a:solidFill>
            <a:schemeClr val="tx2">
              <a:lumMod val="90000"/>
              <a:lumOff val="1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7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645716-9CCE-85D7-CE7D-357A40C5AAAF}"/>
              </a:ext>
            </a:extLst>
          </p:cNvPr>
          <p:cNvSpPr/>
          <p:nvPr/>
        </p:nvSpPr>
        <p:spPr>
          <a:xfrm>
            <a:off x="6215009" y="892"/>
            <a:ext cx="5967726" cy="6856214"/>
          </a:xfrm>
          <a:prstGeom prst="rect">
            <a:avLst/>
          </a:pr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7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0D2BAF-130D-7D00-D611-8408185FED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476629" y="5710176"/>
            <a:ext cx="1085677" cy="345069"/>
          </a:xfrm>
          <a:prstGeom prst="rect">
            <a:avLst/>
          </a:prstGeom>
        </p:spPr>
      </p:pic>
      <p:pic>
        <p:nvPicPr>
          <p:cNvPr id="11" name="图形 10" descr="手 纯色填充">
            <a:extLst>
              <a:ext uri="{FF2B5EF4-FFF2-40B4-BE49-F238E27FC236}">
                <a16:creationId xmlns:a16="http://schemas.microsoft.com/office/drawing/2014/main" id="{C068D9A9-7840-CEEB-95EB-221DCD4B5E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676828" y="2528498"/>
            <a:ext cx="500758" cy="461544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197082B-BFF4-5562-6A34-283159DB8AE0}"/>
              </a:ext>
            </a:extLst>
          </p:cNvPr>
          <p:cNvSpPr txBox="1"/>
          <p:nvPr/>
        </p:nvSpPr>
        <p:spPr>
          <a:xfrm>
            <a:off x="7286697" y="2559517"/>
            <a:ext cx="3599063" cy="431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双手沾泥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Hands Dirty</a:t>
            </a:r>
          </a:p>
        </p:txBody>
      </p:sp>
      <p:pic>
        <p:nvPicPr>
          <p:cNvPr id="26" name="图形 25" descr="沙漏 30% 纯色填充">
            <a:extLst>
              <a:ext uri="{FF2B5EF4-FFF2-40B4-BE49-F238E27FC236}">
                <a16:creationId xmlns:a16="http://schemas.microsoft.com/office/drawing/2014/main" id="{64EED414-DEDD-B90E-C88B-66555769F9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9887" y="3234993"/>
            <a:ext cx="491421" cy="452939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3D18E182-0295-F802-C135-7B1931ADF32C}"/>
              </a:ext>
            </a:extLst>
          </p:cNvPr>
          <p:cNvSpPr txBox="1"/>
          <p:nvPr/>
        </p:nvSpPr>
        <p:spPr>
          <a:xfrm>
            <a:off x="7286697" y="3243101"/>
            <a:ext cx="3599063" cy="431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快速响应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Quick Response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CAE00C5-FDFF-2820-6F41-AA9F49D2357C}"/>
              </a:ext>
            </a:extLst>
          </p:cNvPr>
          <p:cNvSpPr txBox="1"/>
          <p:nvPr/>
        </p:nvSpPr>
        <p:spPr>
          <a:xfrm>
            <a:off x="7286697" y="5262254"/>
            <a:ext cx="3599063" cy="431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升级体系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Upgrade System</a:t>
            </a:r>
          </a:p>
        </p:txBody>
      </p:sp>
      <p:pic>
        <p:nvPicPr>
          <p:cNvPr id="34" name="图形 33" descr="带箭头的圆圈 纯色填充">
            <a:extLst>
              <a:ext uri="{FF2B5EF4-FFF2-40B4-BE49-F238E27FC236}">
                <a16:creationId xmlns:a16="http://schemas.microsoft.com/office/drawing/2014/main" id="{FE42BB1C-B193-E807-D9C8-09E0EAFC46B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3497" y="5125982"/>
            <a:ext cx="675639" cy="622731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5" name="图形 34" descr="孩子 纯色填充">
            <a:extLst>
              <a:ext uri="{FF2B5EF4-FFF2-40B4-BE49-F238E27FC236}">
                <a16:creationId xmlns:a16="http://schemas.microsoft.com/office/drawing/2014/main" id="{2304E332-0749-682D-6134-0F0AB20A310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1682" y="4502515"/>
            <a:ext cx="633898" cy="532689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6" name="图形 35" descr="手提钻 纯色填充">
            <a:extLst>
              <a:ext uri="{FF2B5EF4-FFF2-40B4-BE49-F238E27FC236}">
                <a16:creationId xmlns:a16="http://schemas.microsoft.com/office/drawing/2014/main" id="{4A383162-5F2D-A257-D555-5E649F06579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54831" y="3929914"/>
            <a:ext cx="537166" cy="416613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1C147AE1-D1A0-E73B-0926-8D48F6F46620}"/>
              </a:ext>
            </a:extLst>
          </p:cNvPr>
          <p:cNvSpPr txBox="1"/>
          <p:nvPr/>
        </p:nvSpPr>
        <p:spPr>
          <a:xfrm>
            <a:off x="7286697" y="3920001"/>
            <a:ext cx="4090245" cy="431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钻深铺广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Drill Deep &amp; Drill Wide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020DCA-D6B9-6287-5463-9B9B614A2054}"/>
              </a:ext>
            </a:extLst>
          </p:cNvPr>
          <p:cNvSpPr txBox="1"/>
          <p:nvPr/>
        </p:nvSpPr>
        <p:spPr>
          <a:xfrm>
            <a:off x="7286697" y="4575708"/>
            <a:ext cx="3599063" cy="431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锻造人才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Develop Talent</a:t>
            </a:r>
          </a:p>
        </p:txBody>
      </p:sp>
      <p:pic>
        <p:nvPicPr>
          <p:cNvPr id="40" name="图形 39" descr="锤子 纯色填充">
            <a:extLst>
              <a:ext uri="{FF2B5EF4-FFF2-40B4-BE49-F238E27FC236}">
                <a16:creationId xmlns:a16="http://schemas.microsoft.com/office/drawing/2014/main" id="{2E0F5C1A-9BA1-D13C-A894-6AC7A55C5DD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2222" y="4484033"/>
            <a:ext cx="511254" cy="51125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1" name="图形 40" descr="传输 纯色填充">
            <a:extLst>
              <a:ext uri="{FF2B5EF4-FFF2-40B4-BE49-F238E27FC236}">
                <a16:creationId xmlns:a16="http://schemas.microsoft.com/office/drawing/2014/main" id="{D138DC45-3CDE-B0AD-86E5-B14FF3B8A5A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2222" y="3146624"/>
            <a:ext cx="511254" cy="51125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8" name="图形 47" descr="箭头: 直 纯色填充">
            <a:extLst>
              <a:ext uri="{FF2B5EF4-FFF2-40B4-BE49-F238E27FC236}">
                <a16:creationId xmlns:a16="http://schemas.microsoft.com/office/drawing/2014/main" id="{C9FEF829-06EA-9C11-16DD-848DE5AB3F9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2222" y="3826040"/>
            <a:ext cx="511254" cy="51125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18BFF711-4E24-6692-068D-94D92CDB0A04}"/>
              </a:ext>
            </a:extLst>
          </p:cNvPr>
          <p:cNvSpPr txBox="1"/>
          <p:nvPr/>
        </p:nvSpPr>
        <p:spPr>
          <a:xfrm>
            <a:off x="1070957" y="3265946"/>
            <a:ext cx="4775678" cy="40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端到端质量管理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E2E Quality Mgmt.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59E3DE3-86A3-99FA-AB51-5790B6D1F47F}"/>
              </a:ext>
            </a:extLst>
          </p:cNvPr>
          <p:cNvSpPr txBox="1"/>
          <p:nvPr/>
        </p:nvSpPr>
        <p:spPr>
          <a:xfrm>
            <a:off x="1070958" y="3916853"/>
            <a:ext cx="4187333" cy="40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极限左移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Shift-Left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BCC3479-7D44-728B-990C-E70B7B5F307B}"/>
              </a:ext>
            </a:extLst>
          </p:cNvPr>
          <p:cNvSpPr txBox="1"/>
          <p:nvPr/>
        </p:nvSpPr>
        <p:spPr>
          <a:xfrm>
            <a:off x="1070957" y="4567759"/>
            <a:ext cx="5145407" cy="40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工程和技术导向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Eng. &amp; Tech</a:t>
            </a: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Orientation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5682A83-930C-437B-9228-B02BBCC729DE}"/>
              </a:ext>
            </a:extLst>
          </p:cNvPr>
          <p:cNvSpPr txBox="1"/>
          <p:nvPr/>
        </p:nvSpPr>
        <p:spPr>
          <a:xfrm>
            <a:off x="1070957" y="5218665"/>
            <a:ext cx="5145407" cy="40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主人翁精神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Ownership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C206B2C-16D0-77A9-FD8E-0023E421A463}"/>
              </a:ext>
            </a:extLst>
          </p:cNvPr>
          <p:cNvSpPr txBox="1"/>
          <p:nvPr/>
        </p:nvSpPr>
        <p:spPr>
          <a:xfrm>
            <a:off x="1129086" y="1763526"/>
            <a:ext cx="2969911" cy="461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99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itchFamily="34" charset="0"/>
                <a:sym typeface="Arial" panose="020B0604020202020204" pitchFamily="34" charset="0"/>
              </a:rPr>
              <a:t>Mindset </a:t>
            </a:r>
            <a:r>
              <a:rPr kumimoji="0" lang="zh-CN" altLang="en-US" sz="2399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itchFamily="34" charset="0"/>
                <a:sym typeface="Arial" panose="020B0604020202020204" pitchFamily="34" charset="0"/>
              </a:rPr>
              <a:t>理念和概念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FF5729F-69F2-C37A-990A-67879EB46269}"/>
              </a:ext>
            </a:extLst>
          </p:cNvPr>
          <p:cNvSpPr txBox="1"/>
          <p:nvPr/>
        </p:nvSpPr>
        <p:spPr>
          <a:xfrm>
            <a:off x="7310043" y="1767890"/>
            <a:ext cx="3125363" cy="461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99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itchFamily="34" charset="0"/>
                <a:sym typeface="Arial" panose="020B0604020202020204" pitchFamily="34" charset="0"/>
              </a:rPr>
              <a:t>Behavior </a:t>
            </a:r>
            <a:r>
              <a:rPr kumimoji="0" lang="zh-CN" altLang="en-US" sz="2399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itchFamily="34" charset="0"/>
                <a:sym typeface="Arial" panose="020B0604020202020204" pitchFamily="34" charset="0"/>
              </a:rPr>
              <a:t>行为和行动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57341DF-4F07-7949-B4CE-FFA57657D9C0}"/>
              </a:ext>
            </a:extLst>
          </p:cNvPr>
          <p:cNvSpPr txBox="1"/>
          <p:nvPr/>
        </p:nvSpPr>
        <p:spPr>
          <a:xfrm>
            <a:off x="1070957" y="2599142"/>
            <a:ext cx="4775678" cy="40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1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客户导向 </a:t>
            </a:r>
            <a:r>
              <a:rPr kumimoji="0" lang="en-US" altLang="zh-CN" sz="1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Customer Orientation</a:t>
            </a:r>
          </a:p>
        </p:txBody>
      </p:sp>
      <p:sp>
        <p:nvSpPr>
          <p:cNvPr id="63" name="iconfont-11261-3550636">
            <a:extLst>
              <a:ext uri="{FF2B5EF4-FFF2-40B4-BE49-F238E27FC236}">
                <a16:creationId xmlns:a16="http://schemas.microsoft.com/office/drawing/2014/main" id="{9BC7F85A-AE0F-DEBD-EFD7-0512E2551E5D}"/>
              </a:ext>
            </a:extLst>
          </p:cNvPr>
          <p:cNvSpPr/>
          <p:nvPr/>
        </p:nvSpPr>
        <p:spPr>
          <a:xfrm>
            <a:off x="505371" y="2599142"/>
            <a:ext cx="468104" cy="400006"/>
          </a:xfrm>
          <a:custGeom>
            <a:avLst/>
            <a:gdLst>
              <a:gd name="T0" fmla="*/ 2902 w 12516"/>
              <a:gd name="T1" fmla="*/ 6468 h 11378"/>
              <a:gd name="T2" fmla="*/ 2845 w 12516"/>
              <a:gd name="T3" fmla="*/ 6825 h 11378"/>
              <a:gd name="T4" fmla="*/ 2845 w 12516"/>
              <a:gd name="T5" fmla="*/ 7962 h 11378"/>
              <a:gd name="T6" fmla="*/ 3982 w 12516"/>
              <a:gd name="T7" fmla="*/ 9100 h 11378"/>
              <a:gd name="T8" fmla="*/ 5120 w 12516"/>
              <a:gd name="T9" fmla="*/ 9100 h 11378"/>
              <a:gd name="T10" fmla="*/ 6258 w 12516"/>
              <a:gd name="T11" fmla="*/ 7962 h 11378"/>
              <a:gd name="T12" fmla="*/ 6258 w 12516"/>
              <a:gd name="T13" fmla="*/ 6825 h 11378"/>
              <a:gd name="T14" fmla="*/ 6201 w 12516"/>
              <a:gd name="T15" fmla="*/ 6468 h 11378"/>
              <a:gd name="T16" fmla="*/ 9102 w 12516"/>
              <a:gd name="T17" fmla="*/ 9385 h 11378"/>
              <a:gd name="T18" fmla="*/ 9102 w 12516"/>
              <a:gd name="T19" fmla="*/ 10240 h 11378"/>
              <a:gd name="T20" fmla="*/ 7965 w 12516"/>
              <a:gd name="T21" fmla="*/ 11378 h 11378"/>
              <a:gd name="T22" fmla="*/ 1138 w 12516"/>
              <a:gd name="T23" fmla="*/ 11378 h 11378"/>
              <a:gd name="T24" fmla="*/ 0 w 12516"/>
              <a:gd name="T25" fmla="*/ 10240 h 11378"/>
              <a:gd name="T26" fmla="*/ 0 w 12516"/>
              <a:gd name="T27" fmla="*/ 9385 h 11378"/>
              <a:gd name="T28" fmla="*/ 2902 w 12516"/>
              <a:gd name="T29" fmla="*/ 6468 h 11378"/>
              <a:gd name="T30" fmla="*/ 10653 w 12516"/>
              <a:gd name="T31" fmla="*/ 10250 h 11378"/>
              <a:gd name="T32" fmla="*/ 10809 w 12516"/>
              <a:gd name="T33" fmla="*/ 9674 h 11378"/>
              <a:gd name="T34" fmla="*/ 10809 w 12516"/>
              <a:gd name="T35" fmla="*/ 8818 h 11378"/>
              <a:gd name="T36" fmla="*/ 8031 w 12516"/>
              <a:gd name="T37" fmla="*/ 5985 h 11378"/>
              <a:gd name="T38" fmla="*/ 9102 w 12516"/>
              <a:gd name="T39" fmla="*/ 3413 h 11378"/>
              <a:gd name="T40" fmla="*/ 8687 w 12516"/>
              <a:gd name="T41" fmla="*/ 1712 h 11378"/>
              <a:gd name="T42" fmla="*/ 10809 w 12516"/>
              <a:gd name="T43" fmla="*/ 4267 h 11378"/>
              <a:gd name="T44" fmla="*/ 9804 w 12516"/>
              <a:gd name="T45" fmla="*/ 6391 h 11378"/>
              <a:gd name="T46" fmla="*/ 12516 w 12516"/>
              <a:gd name="T47" fmla="*/ 8818 h 11378"/>
              <a:gd name="T48" fmla="*/ 12516 w 12516"/>
              <a:gd name="T49" fmla="*/ 9681 h 11378"/>
              <a:gd name="T50" fmla="*/ 11947 w 12516"/>
              <a:gd name="T51" fmla="*/ 10250 h 11378"/>
              <a:gd name="T52" fmla="*/ 10653 w 12516"/>
              <a:gd name="T53" fmla="*/ 10250 h 11378"/>
              <a:gd name="T54" fmla="*/ 4551 w 12516"/>
              <a:gd name="T55" fmla="*/ 6825 h 11378"/>
              <a:gd name="T56" fmla="*/ 5120 w 12516"/>
              <a:gd name="T57" fmla="*/ 7394 h 11378"/>
              <a:gd name="T58" fmla="*/ 5120 w 12516"/>
              <a:gd name="T59" fmla="*/ 7963 h 11378"/>
              <a:gd name="T60" fmla="*/ 4551 w 12516"/>
              <a:gd name="T61" fmla="*/ 8532 h 11378"/>
              <a:gd name="T62" fmla="*/ 3982 w 12516"/>
              <a:gd name="T63" fmla="*/ 7963 h 11378"/>
              <a:gd name="T64" fmla="*/ 3982 w 12516"/>
              <a:gd name="T65" fmla="*/ 7394 h 11378"/>
              <a:gd name="T66" fmla="*/ 4551 w 12516"/>
              <a:gd name="T67" fmla="*/ 6825 h 11378"/>
              <a:gd name="T68" fmla="*/ 4551 w 12516"/>
              <a:gd name="T69" fmla="*/ 6256 h 11378"/>
              <a:gd name="T70" fmla="*/ 1707 w 12516"/>
              <a:gd name="T71" fmla="*/ 3128 h 11378"/>
              <a:gd name="T72" fmla="*/ 4551 w 12516"/>
              <a:gd name="T73" fmla="*/ 0 h 11378"/>
              <a:gd name="T74" fmla="*/ 7396 w 12516"/>
              <a:gd name="T75" fmla="*/ 3128 h 11378"/>
              <a:gd name="T76" fmla="*/ 4551 w 12516"/>
              <a:gd name="T77" fmla="*/ 6256 h 1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516" h="11378">
                <a:moveTo>
                  <a:pt x="2902" y="6468"/>
                </a:moveTo>
                <a:cubicBezTo>
                  <a:pt x="2865" y="6580"/>
                  <a:pt x="2845" y="6700"/>
                  <a:pt x="2845" y="6825"/>
                </a:cubicBezTo>
                <a:lnTo>
                  <a:pt x="2845" y="7962"/>
                </a:lnTo>
                <a:cubicBezTo>
                  <a:pt x="2845" y="8591"/>
                  <a:pt x="3354" y="9100"/>
                  <a:pt x="3982" y="9100"/>
                </a:cubicBezTo>
                <a:lnTo>
                  <a:pt x="5120" y="9100"/>
                </a:lnTo>
                <a:cubicBezTo>
                  <a:pt x="5749" y="9100"/>
                  <a:pt x="6258" y="8591"/>
                  <a:pt x="6258" y="7962"/>
                </a:cubicBezTo>
                <a:lnTo>
                  <a:pt x="6258" y="6825"/>
                </a:lnTo>
                <a:cubicBezTo>
                  <a:pt x="6258" y="6700"/>
                  <a:pt x="6238" y="6580"/>
                  <a:pt x="6201" y="6468"/>
                </a:cubicBezTo>
                <a:cubicBezTo>
                  <a:pt x="7899" y="6922"/>
                  <a:pt x="9102" y="8057"/>
                  <a:pt x="9102" y="9385"/>
                </a:cubicBezTo>
                <a:lnTo>
                  <a:pt x="9102" y="10240"/>
                </a:lnTo>
                <a:cubicBezTo>
                  <a:pt x="9102" y="10868"/>
                  <a:pt x="8593" y="11378"/>
                  <a:pt x="7965" y="11378"/>
                </a:cubicBezTo>
                <a:lnTo>
                  <a:pt x="1138" y="11378"/>
                </a:lnTo>
                <a:cubicBezTo>
                  <a:pt x="510" y="11378"/>
                  <a:pt x="0" y="10868"/>
                  <a:pt x="0" y="10240"/>
                </a:cubicBezTo>
                <a:lnTo>
                  <a:pt x="0" y="9385"/>
                </a:lnTo>
                <a:cubicBezTo>
                  <a:pt x="0" y="8057"/>
                  <a:pt x="1204" y="6922"/>
                  <a:pt x="2902" y="6468"/>
                </a:cubicBezTo>
                <a:close/>
                <a:moveTo>
                  <a:pt x="10653" y="10250"/>
                </a:moveTo>
                <a:cubicBezTo>
                  <a:pt x="10756" y="10075"/>
                  <a:pt x="10810" y="9876"/>
                  <a:pt x="10809" y="9674"/>
                </a:cubicBezTo>
                <a:lnTo>
                  <a:pt x="10809" y="8818"/>
                </a:lnTo>
                <a:cubicBezTo>
                  <a:pt x="10809" y="7566"/>
                  <a:pt x="9672" y="6485"/>
                  <a:pt x="8031" y="5985"/>
                </a:cubicBezTo>
                <a:cubicBezTo>
                  <a:pt x="8688" y="5360"/>
                  <a:pt x="9102" y="4440"/>
                  <a:pt x="9102" y="3413"/>
                </a:cubicBezTo>
                <a:cubicBezTo>
                  <a:pt x="9102" y="2794"/>
                  <a:pt x="8951" y="2213"/>
                  <a:pt x="8687" y="1712"/>
                </a:cubicBezTo>
                <a:cubicBezTo>
                  <a:pt x="9872" y="1801"/>
                  <a:pt x="10809" y="2911"/>
                  <a:pt x="10809" y="4267"/>
                </a:cubicBezTo>
                <a:cubicBezTo>
                  <a:pt x="10809" y="5151"/>
                  <a:pt x="10411" y="5931"/>
                  <a:pt x="9804" y="6391"/>
                </a:cubicBezTo>
                <a:cubicBezTo>
                  <a:pt x="11380" y="6732"/>
                  <a:pt x="12516" y="7690"/>
                  <a:pt x="12516" y="8818"/>
                </a:cubicBezTo>
                <a:lnTo>
                  <a:pt x="12516" y="9681"/>
                </a:lnTo>
                <a:cubicBezTo>
                  <a:pt x="12516" y="9995"/>
                  <a:pt x="12261" y="10250"/>
                  <a:pt x="11947" y="10250"/>
                </a:cubicBezTo>
                <a:lnTo>
                  <a:pt x="10653" y="10250"/>
                </a:lnTo>
                <a:close/>
                <a:moveTo>
                  <a:pt x="4551" y="6825"/>
                </a:moveTo>
                <a:cubicBezTo>
                  <a:pt x="4866" y="6825"/>
                  <a:pt x="5120" y="7080"/>
                  <a:pt x="5120" y="7394"/>
                </a:cubicBezTo>
                <a:lnTo>
                  <a:pt x="5120" y="7963"/>
                </a:lnTo>
                <a:cubicBezTo>
                  <a:pt x="5120" y="8277"/>
                  <a:pt x="4866" y="8532"/>
                  <a:pt x="4551" y="8532"/>
                </a:cubicBezTo>
                <a:cubicBezTo>
                  <a:pt x="4237" y="8532"/>
                  <a:pt x="3982" y="8277"/>
                  <a:pt x="3982" y="7963"/>
                </a:cubicBezTo>
                <a:lnTo>
                  <a:pt x="3982" y="7394"/>
                </a:lnTo>
                <a:cubicBezTo>
                  <a:pt x="3982" y="7080"/>
                  <a:pt x="4237" y="6825"/>
                  <a:pt x="4551" y="6825"/>
                </a:cubicBezTo>
                <a:close/>
                <a:moveTo>
                  <a:pt x="4551" y="6256"/>
                </a:moveTo>
                <a:cubicBezTo>
                  <a:pt x="2981" y="6256"/>
                  <a:pt x="1707" y="4856"/>
                  <a:pt x="1707" y="3128"/>
                </a:cubicBezTo>
                <a:cubicBezTo>
                  <a:pt x="1707" y="1401"/>
                  <a:pt x="2981" y="0"/>
                  <a:pt x="4551" y="0"/>
                </a:cubicBezTo>
                <a:cubicBezTo>
                  <a:pt x="6122" y="0"/>
                  <a:pt x="7396" y="1401"/>
                  <a:pt x="7396" y="3128"/>
                </a:cubicBezTo>
                <a:cubicBezTo>
                  <a:pt x="7396" y="4856"/>
                  <a:pt x="6122" y="6256"/>
                  <a:pt x="4551" y="62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形 4" descr="举起的手 纯色填充">
            <a:extLst>
              <a:ext uri="{FF2B5EF4-FFF2-40B4-BE49-F238E27FC236}">
                <a16:creationId xmlns:a16="http://schemas.microsoft.com/office/drawing/2014/main" id="{BAC83A6D-0274-A631-704B-9F065490ED4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2221" y="5167896"/>
            <a:ext cx="511254" cy="511254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" name="标题 2">
            <a:extLst>
              <a:ext uri="{FF2B5EF4-FFF2-40B4-BE49-F238E27FC236}">
                <a16:creationId xmlns:a16="http://schemas.microsoft.com/office/drawing/2014/main" id="{3B237B89-FFB2-57A8-19FB-8D5CFEFEDA51}"/>
              </a:ext>
            </a:extLst>
          </p:cNvPr>
          <p:cNvSpPr txBox="1">
            <a:spLocks/>
          </p:cNvSpPr>
          <p:nvPr/>
        </p:nvSpPr>
        <p:spPr bwMode="gray">
          <a:xfrm>
            <a:off x="9265" y="287865"/>
            <a:ext cx="12190411" cy="121253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80060"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479916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000" dirty="0">
                <a:solidFill>
                  <a:prstClr val="white"/>
                </a:solidFill>
              </a:rPr>
              <a:t>Culture Driver: Total Quality Management Mindset &amp; Behavior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479916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全面质量管理理念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行为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2D17BA-1D3B-FE03-C91D-B1B9F8749EED}"/>
              </a:ext>
            </a:extLst>
          </p:cNvPr>
          <p:cNvSpPr txBox="1">
            <a:spLocks/>
          </p:cNvSpPr>
          <p:nvPr/>
        </p:nvSpPr>
        <p:spPr>
          <a:xfrm>
            <a:off x="430815" y="6520872"/>
            <a:ext cx="2413972" cy="1538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55">
              <a:defRPr/>
            </a:pPr>
            <a:r>
              <a:rPr lang="en-US" sz="1000">
                <a:solidFill>
                  <a:prstClr val="white"/>
                </a:solidFill>
                <a:latin typeface="Arial"/>
                <a:cs typeface="Arial" pitchFamily="34" charset="0"/>
              </a:rPr>
              <a:t>2025 LCFC Internal. All rights reserved.</a:t>
            </a:r>
            <a:endParaRPr lang="en-US" sz="1000" dirty="0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16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54678">
            <a:alpha val="30000"/>
          </a:srgbClr>
        </a:soli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黑体" panose="02010609060101010101" pitchFamily="49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50000"/>
          </a:schemeClr>
        </a:solidFill>
      </a:spPr>
      <a:bodyPr wrap="square" rtlCol="0">
        <a:spAutoFit/>
      </a:bodyPr>
      <a:lstStyle>
        <a:defPPr algn="l"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黑体" panose="02010609060101010101" pitchFamily="49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46_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v4vnruqk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Microsoft YaHei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LCFC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1_LCFC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2_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16957</TotalTime>
  <Words>82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等线</vt:lpstr>
      <vt:lpstr>等线 Light</vt:lpstr>
      <vt:lpstr>微软雅黑</vt:lpstr>
      <vt:lpstr>微软雅黑</vt:lpstr>
      <vt:lpstr>Aptos</vt:lpstr>
      <vt:lpstr>Arial</vt:lpstr>
      <vt:lpstr>Microsoft Sans Serif</vt:lpstr>
      <vt:lpstr>Wingdings</vt:lpstr>
      <vt:lpstr>LenovoTemplate-16x9</vt:lpstr>
      <vt:lpstr>1_LenovoTemplate-16x9</vt:lpstr>
      <vt:lpstr>46_LenovoTemplate-16x9</vt:lpstr>
      <vt:lpstr>3_LCFC</vt:lpstr>
      <vt:lpstr>1_LCFC</vt:lpstr>
      <vt:lpstr>2_LenovoTemplate-16x9</vt:lpstr>
      <vt:lpstr>Office 主题​​</vt:lpstr>
      <vt:lpstr>think-cell Slide</vt:lpstr>
      <vt:lpstr>think-cell 幻灯片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Zijian</dc:creator>
  <cp:lastModifiedBy>Zhang, Bing</cp:lastModifiedBy>
  <cp:revision>195</cp:revision>
  <dcterms:created xsi:type="dcterms:W3CDTF">2024-12-24T14:13:46Z</dcterms:created>
  <dcterms:modified xsi:type="dcterms:W3CDTF">2025-06-03T02:09:22Z</dcterms:modified>
</cp:coreProperties>
</file>