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8"/>
  </p:notesMasterIdLst>
  <p:sldIdLst>
    <p:sldId id="277" r:id="rId5"/>
    <p:sldId id="279" r:id="rId6"/>
    <p:sldId id="280" r:id="rId7"/>
    <p:sldId id="356" r:id="rId8"/>
    <p:sldId id="264" r:id="rId9"/>
    <p:sldId id="323" r:id="rId10"/>
    <p:sldId id="257" r:id="rId11"/>
    <p:sldId id="256" r:id="rId12"/>
    <p:sldId id="258" r:id="rId13"/>
    <p:sldId id="2147483647" r:id="rId14"/>
    <p:sldId id="359" r:id="rId15"/>
    <p:sldId id="262" r:id="rId16"/>
    <p:sldId id="261"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C18CDA-2370-4588-ACB0-D6E750474876}" v="231" dt="2025-05-26T04:09:37.758"/>
    <p1510:client id="{E9E2BE6B-546E-4D43-9C90-0FEFF9F85A01}" v="327" dt="2025-05-26T06:40:46.427"/>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84"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an, Jet" userId="cb0bf374-2afd-475e-adce-074336ca3187" providerId="ADAL" clId="{75C18CDA-2370-4588-ACB0-D6E750474876}"/>
    <pc:docChg chg="undo custSel addSld modSld sldOrd">
      <pc:chgData name="Guan, Jet" userId="cb0bf374-2afd-475e-adce-074336ca3187" providerId="ADAL" clId="{75C18CDA-2370-4588-ACB0-D6E750474876}" dt="2025-05-26T04:09:50.460" v="768" actId="20577"/>
      <pc:docMkLst>
        <pc:docMk/>
      </pc:docMkLst>
      <pc:sldChg chg="addSp delSp modSp add mod">
        <pc:chgData name="Guan, Jet" userId="cb0bf374-2afd-475e-adce-074336ca3187" providerId="ADAL" clId="{75C18CDA-2370-4588-ACB0-D6E750474876}" dt="2025-05-26T04:00:47.023" v="607"/>
        <pc:sldMkLst>
          <pc:docMk/>
          <pc:sldMk cId="3564668467" sldId="258"/>
        </pc:sldMkLst>
        <pc:spChg chg="mod">
          <ac:chgData name="Guan, Jet" userId="cb0bf374-2afd-475e-adce-074336ca3187" providerId="ADAL" clId="{75C18CDA-2370-4588-ACB0-D6E750474876}" dt="2025-05-26T03:35:07.547" v="145"/>
          <ac:spMkLst>
            <pc:docMk/>
            <pc:sldMk cId="3564668467" sldId="258"/>
            <ac:spMk id="2" creationId="{FBDAE20F-E5AA-C957-46B4-16540DFD1E9C}"/>
          </ac:spMkLst>
        </pc:spChg>
        <pc:spChg chg="mod">
          <ac:chgData name="Guan, Jet" userId="cb0bf374-2afd-475e-adce-074336ca3187" providerId="ADAL" clId="{75C18CDA-2370-4588-ACB0-D6E750474876}" dt="2025-05-26T04:00:47.023" v="607"/>
          <ac:spMkLst>
            <pc:docMk/>
            <pc:sldMk cId="3564668467" sldId="258"/>
            <ac:spMk id="5" creationId="{05332ABE-6A72-06A1-AEA7-DA9A6C1EDA50}"/>
          </ac:spMkLst>
        </pc:spChg>
        <pc:spChg chg="add mod">
          <ac:chgData name="Guan, Jet" userId="cb0bf374-2afd-475e-adce-074336ca3187" providerId="ADAL" clId="{75C18CDA-2370-4588-ACB0-D6E750474876}" dt="2025-05-26T03:38:38.847" v="206" actId="1076"/>
          <ac:spMkLst>
            <pc:docMk/>
            <pc:sldMk cId="3564668467" sldId="258"/>
            <ac:spMk id="6" creationId="{AAD33B80-FB8B-08FF-69C7-628EFDCBC1B4}"/>
          </ac:spMkLst>
        </pc:spChg>
        <pc:spChg chg="mod">
          <ac:chgData name="Guan, Jet" userId="cb0bf374-2afd-475e-adce-074336ca3187" providerId="ADAL" clId="{75C18CDA-2370-4588-ACB0-D6E750474876}" dt="2025-05-26T03:38:38.847" v="206" actId="1076"/>
          <ac:spMkLst>
            <pc:docMk/>
            <pc:sldMk cId="3564668467" sldId="258"/>
            <ac:spMk id="7" creationId="{D161A624-C635-0A83-C345-F241F6389951}"/>
          </ac:spMkLst>
        </pc:spChg>
        <pc:spChg chg="add mod">
          <ac:chgData name="Guan, Jet" userId="cb0bf374-2afd-475e-adce-074336ca3187" providerId="ADAL" clId="{75C18CDA-2370-4588-ACB0-D6E750474876}" dt="2025-05-26T03:38:52.983" v="209" actId="14100"/>
          <ac:spMkLst>
            <pc:docMk/>
            <pc:sldMk cId="3564668467" sldId="258"/>
            <ac:spMk id="8" creationId="{014F4683-EE38-17B1-2176-D170286636BE}"/>
          </ac:spMkLst>
        </pc:spChg>
        <pc:spChg chg="add mod">
          <ac:chgData name="Guan, Jet" userId="cb0bf374-2afd-475e-adce-074336ca3187" providerId="ADAL" clId="{75C18CDA-2370-4588-ACB0-D6E750474876}" dt="2025-05-26T03:39:27.929" v="227" actId="1076"/>
          <ac:spMkLst>
            <pc:docMk/>
            <pc:sldMk cId="3564668467" sldId="258"/>
            <ac:spMk id="9" creationId="{C1A985D7-B4C9-E177-FFD2-93034F9AE04D}"/>
          </ac:spMkLst>
        </pc:spChg>
        <pc:spChg chg="mod">
          <ac:chgData name="Guan, Jet" userId="cb0bf374-2afd-475e-adce-074336ca3187" providerId="ADAL" clId="{75C18CDA-2370-4588-ACB0-D6E750474876}" dt="2025-05-26T03:38:38.847" v="206" actId="1076"/>
          <ac:spMkLst>
            <pc:docMk/>
            <pc:sldMk cId="3564668467" sldId="258"/>
            <ac:spMk id="10" creationId="{3111DEE8-783F-CEF2-DD74-714A9B39D2F3}"/>
          </ac:spMkLst>
        </pc:spChg>
        <pc:spChg chg="add mod">
          <ac:chgData name="Guan, Jet" userId="cb0bf374-2afd-475e-adce-074336ca3187" providerId="ADAL" clId="{75C18CDA-2370-4588-ACB0-D6E750474876}" dt="2025-05-26T03:39:39.245" v="239" actId="1076"/>
          <ac:spMkLst>
            <pc:docMk/>
            <pc:sldMk cId="3564668467" sldId="258"/>
            <ac:spMk id="11" creationId="{70766515-A128-AF1C-F36E-9AC44F7B08CC}"/>
          </ac:spMkLst>
        </pc:spChg>
        <pc:spChg chg="mod">
          <ac:chgData name="Guan, Jet" userId="cb0bf374-2afd-475e-adce-074336ca3187" providerId="ADAL" clId="{75C18CDA-2370-4588-ACB0-D6E750474876}" dt="2025-05-26T03:38:38.847" v="206" actId="1076"/>
          <ac:spMkLst>
            <pc:docMk/>
            <pc:sldMk cId="3564668467" sldId="258"/>
            <ac:spMk id="12" creationId="{1AC06823-82C9-B58B-F2E6-E9B4C9D14E9C}"/>
          </ac:spMkLst>
        </pc:spChg>
        <pc:spChg chg="add mod">
          <ac:chgData name="Guan, Jet" userId="cb0bf374-2afd-475e-adce-074336ca3187" providerId="ADAL" clId="{75C18CDA-2370-4588-ACB0-D6E750474876}" dt="2025-05-26T03:59:06.683" v="586" actId="1076"/>
          <ac:spMkLst>
            <pc:docMk/>
            <pc:sldMk cId="3564668467" sldId="258"/>
            <ac:spMk id="13" creationId="{C7DF6609-6E51-CC40-60F7-84C823E5AB49}"/>
          </ac:spMkLst>
        </pc:spChg>
        <pc:spChg chg="del">
          <ac:chgData name="Guan, Jet" userId="cb0bf374-2afd-475e-adce-074336ca3187" providerId="ADAL" clId="{75C18CDA-2370-4588-ACB0-D6E750474876}" dt="2025-05-26T03:36:47.029" v="162" actId="478"/>
          <ac:spMkLst>
            <pc:docMk/>
            <pc:sldMk cId="3564668467" sldId="258"/>
            <ac:spMk id="15" creationId="{A007B1E3-832E-F8A9-1887-9BBD9421116F}"/>
          </ac:spMkLst>
        </pc:spChg>
        <pc:spChg chg="del">
          <ac:chgData name="Guan, Jet" userId="cb0bf374-2afd-475e-adce-074336ca3187" providerId="ADAL" clId="{75C18CDA-2370-4588-ACB0-D6E750474876}" dt="2025-05-26T03:36:44.030" v="161" actId="478"/>
          <ac:spMkLst>
            <pc:docMk/>
            <pc:sldMk cId="3564668467" sldId="258"/>
            <ac:spMk id="16" creationId="{F23CF322-B3EA-AE50-D06C-69068495D87F}"/>
          </ac:spMkLst>
        </pc:spChg>
        <pc:spChg chg="add mod">
          <ac:chgData name="Guan, Jet" userId="cb0bf374-2afd-475e-adce-074336ca3187" providerId="ADAL" clId="{75C18CDA-2370-4588-ACB0-D6E750474876}" dt="2025-05-26T03:40:28.858" v="282"/>
          <ac:spMkLst>
            <pc:docMk/>
            <pc:sldMk cId="3564668467" sldId="258"/>
            <ac:spMk id="17" creationId="{20A270F9-08CE-788B-48F7-6AB0F1DDE5E7}"/>
          </ac:spMkLst>
        </pc:spChg>
        <pc:spChg chg="mod">
          <ac:chgData name="Guan, Jet" userId="cb0bf374-2afd-475e-adce-074336ca3187" providerId="ADAL" clId="{75C18CDA-2370-4588-ACB0-D6E750474876}" dt="2025-05-26T03:38:38.847" v="206" actId="1076"/>
          <ac:spMkLst>
            <pc:docMk/>
            <pc:sldMk cId="3564668467" sldId="258"/>
            <ac:spMk id="19" creationId="{F7579FB6-88DB-58AF-DBB8-878EEDC83764}"/>
          </ac:spMkLst>
        </pc:spChg>
        <pc:spChg chg="add mod">
          <ac:chgData name="Guan, Jet" userId="cb0bf374-2afd-475e-adce-074336ca3187" providerId="ADAL" clId="{75C18CDA-2370-4588-ACB0-D6E750474876}" dt="2025-05-26T03:40:36.101" v="287"/>
          <ac:spMkLst>
            <pc:docMk/>
            <pc:sldMk cId="3564668467" sldId="258"/>
            <ac:spMk id="20" creationId="{38193AAD-5CC9-FE81-E88D-8E2A4809EAB0}"/>
          </ac:spMkLst>
        </pc:spChg>
        <pc:spChg chg="add mod">
          <ac:chgData name="Guan, Jet" userId="cb0bf374-2afd-475e-adce-074336ca3187" providerId="ADAL" clId="{75C18CDA-2370-4588-ACB0-D6E750474876}" dt="2025-05-26T03:40:46.113" v="292"/>
          <ac:spMkLst>
            <pc:docMk/>
            <pc:sldMk cId="3564668467" sldId="258"/>
            <ac:spMk id="21" creationId="{7B6CAFB6-7625-4ADF-2553-276D8A16A1D8}"/>
          </ac:spMkLst>
        </pc:spChg>
        <pc:spChg chg="add mod">
          <ac:chgData name="Guan, Jet" userId="cb0bf374-2afd-475e-adce-074336ca3187" providerId="ADAL" clId="{75C18CDA-2370-4588-ACB0-D6E750474876}" dt="2025-05-26T03:58:47.841" v="583"/>
          <ac:spMkLst>
            <pc:docMk/>
            <pc:sldMk cId="3564668467" sldId="258"/>
            <ac:spMk id="22" creationId="{B0720209-3DE3-7E89-889E-1E100DAE1A63}"/>
          </ac:spMkLst>
        </pc:spChg>
        <pc:spChg chg="add mod">
          <ac:chgData name="Guan, Jet" userId="cb0bf374-2afd-475e-adce-074336ca3187" providerId="ADAL" clId="{75C18CDA-2370-4588-ACB0-D6E750474876}" dt="2025-05-26T03:59:03.246" v="585" actId="14100"/>
          <ac:spMkLst>
            <pc:docMk/>
            <pc:sldMk cId="3564668467" sldId="258"/>
            <ac:spMk id="23" creationId="{F8DC741A-9DF0-54C9-0980-AAA0CD30408A}"/>
          </ac:spMkLst>
        </pc:spChg>
        <pc:spChg chg="mod">
          <ac:chgData name="Guan, Jet" userId="cb0bf374-2afd-475e-adce-074336ca3187" providerId="ADAL" clId="{75C18CDA-2370-4588-ACB0-D6E750474876}" dt="2025-05-26T03:38:38.847" v="206" actId="1076"/>
          <ac:spMkLst>
            <pc:docMk/>
            <pc:sldMk cId="3564668467" sldId="258"/>
            <ac:spMk id="25" creationId="{5B2121B0-8683-56DB-99D4-2551F7C65939}"/>
          </ac:spMkLst>
        </pc:spChg>
        <pc:spChg chg="add mod">
          <ac:chgData name="Guan, Jet" userId="cb0bf374-2afd-475e-adce-074336ca3187" providerId="ADAL" clId="{75C18CDA-2370-4588-ACB0-D6E750474876}" dt="2025-05-26T03:59:15.664" v="591"/>
          <ac:spMkLst>
            <pc:docMk/>
            <pc:sldMk cId="3564668467" sldId="258"/>
            <ac:spMk id="26" creationId="{62C8BF28-E13F-2955-7056-0B7255B420D3}"/>
          </ac:spMkLst>
        </pc:spChg>
        <pc:spChg chg="add mod">
          <ac:chgData name="Guan, Jet" userId="cb0bf374-2afd-475e-adce-074336ca3187" providerId="ADAL" clId="{75C18CDA-2370-4588-ACB0-D6E750474876}" dt="2025-05-26T04:00:14.853" v="592" actId="571"/>
          <ac:spMkLst>
            <pc:docMk/>
            <pc:sldMk cId="3564668467" sldId="258"/>
            <ac:spMk id="27" creationId="{C13FE912-58AB-EED2-B0BD-F7B4565227E7}"/>
          </ac:spMkLst>
        </pc:spChg>
        <pc:spChg chg="add mod">
          <ac:chgData name="Guan, Jet" userId="cb0bf374-2afd-475e-adce-074336ca3187" providerId="ADAL" clId="{75C18CDA-2370-4588-ACB0-D6E750474876}" dt="2025-05-26T04:00:20.402" v="594" actId="571"/>
          <ac:spMkLst>
            <pc:docMk/>
            <pc:sldMk cId="3564668467" sldId="258"/>
            <ac:spMk id="29" creationId="{6026BB84-6F57-24AD-066E-92C027BDDFE5}"/>
          </ac:spMkLst>
        </pc:spChg>
        <pc:spChg chg="add mod">
          <ac:chgData name="Guan, Jet" userId="cb0bf374-2afd-475e-adce-074336ca3187" providerId="ADAL" clId="{75C18CDA-2370-4588-ACB0-D6E750474876}" dt="2025-05-26T04:00:32.848" v="601"/>
          <ac:spMkLst>
            <pc:docMk/>
            <pc:sldMk cId="3564668467" sldId="258"/>
            <ac:spMk id="30" creationId="{FEB51C48-6956-A832-770D-F96FDDAF8D56}"/>
          </ac:spMkLst>
        </pc:spChg>
        <pc:picChg chg="add mod ord">
          <ac:chgData name="Guan, Jet" userId="cb0bf374-2afd-475e-adce-074336ca3187" providerId="ADAL" clId="{75C18CDA-2370-4588-ACB0-D6E750474876}" dt="2025-05-26T03:38:38.847" v="206" actId="1076"/>
          <ac:picMkLst>
            <pc:docMk/>
            <pc:sldMk cId="3564668467" sldId="258"/>
            <ac:picMk id="3" creationId="{97436075-E5F6-73BC-E923-DA1E4C4B3BC0}"/>
          </ac:picMkLst>
        </pc:picChg>
        <pc:picChg chg="del">
          <ac:chgData name="Guan, Jet" userId="cb0bf374-2afd-475e-adce-074336ca3187" providerId="ADAL" clId="{75C18CDA-2370-4588-ACB0-D6E750474876}" dt="2025-05-26T03:35:16.036" v="146" actId="478"/>
          <ac:picMkLst>
            <pc:docMk/>
            <pc:sldMk cId="3564668467" sldId="258"/>
            <ac:picMk id="4" creationId="{0A966A75-1AFF-85A6-5DA1-F6018A543F4D}"/>
          </ac:picMkLst>
        </pc:picChg>
        <pc:picChg chg="del">
          <ac:chgData name="Guan, Jet" userId="cb0bf374-2afd-475e-adce-074336ca3187" providerId="ADAL" clId="{75C18CDA-2370-4588-ACB0-D6E750474876}" dt="2025-05-26T03:35:16.036" v="146" actId="478"/>
          <ac:picMkLst>
            <pc:docMk/>
            <pc:sldMk cId="3564668467" sldId="258"/>
            <ac:picMk id="14" creationId="{8D078F65-FE45-9ACF-6F5E-7EDA73EBDC58}"/>
          </ac:picMkLst>
        </pc:picChg>
        <pc:picChg chg="del">
          <ac:chgData name="Guan, Jet" userId="cb0bf374-2afd-475e-adce-074336ca3187" providerId="ADAL" clId="{75C18CDA-2370-4588-ACB0-D6E750474876}" dt="2025-05-26T03:35:16.036" v="146" actId="478"/>
          <ac:picMkLst>
            <pc:docMk/>
            <pc:sldMk cId="3564668467" sldId="258"/>
            <ac:picMk id="18" creationId="{4450D738-3925-7462-542B-0D72BB4B6E9E}"/>
          </ac:picMkLst>
        </pc:picChg>
        <pc:picChg chg="del">
          <ac:chgData name="Guan, Jet" userId="cb0bf374-2afd-475e-adce-074336ca3187" providerId="ADAL" clId="{75C18CDA-2370-4588-ACB0-D6E750474876}" dt="2025-05-26T03:35:16.036" v="146" actId="478"/>
          <ac:picMkLst>
            <pc:docMk/>
            <pc:sldMk cId="3564668467" sldId="258"/>
            <ac:picMk id="24" creationId="{ACCF0293-3014-8805-6698-8E5975EEC4BA}"/>
          </ac:picMkLst>
        </pc:picChg>
        <pc:picChg chg="add mod">
          <ac:chgData name="Guan, Jet" userId="cb0bf374-2afd-475e-adce-074336ca3187" providerId="ADAL" clId="{75C18CDA-2370-4588-ACB0-D6E750474876}" dt="2025-05-26T04:00:20.402" v="594" actId="571"/>
          <ac:picMkLst>
            <pc:docMk/>
            <pc:sldMk cId="3564668467" sldId="258"/>
            <ac:picMk id="28" creationId="{998D5DEA-2BEB-7D06-0310-EF43F1CEC5B3}"/>
          </ac:picMkLst>
        </pc:picChg>
      </pc:sldChg>
      <pc:sldChg chg="addSp modSp mod">
        <pc:chgData name="Guan, Jet" userId="cb0bf374-2afd-475e-adce-074336ca3187" providerId="ADAL" clId="{75C18CDA-2370-4588-ACB0-D6E750474876}" dt="2025-05-26T04:08:53.961" v="761" actId="20577"/>
        <pc:sldMkLst>
          <pc:docMk/>
          <pc:sldMk cId="310603664" sldId="262"/>
        </pc:sldMkLst>
        <pc:spChg chg="add mod">
          <ac:chgData name="Guan, Jet" userId="cb0bf374-2afd-475e-adce-074336ca3187" providerId="ADAL" clId="{75C18CDA-2370-4588-ACB0-D6E750474876}" dt="2025-05-26T03:53:24.415" v="450" actId="14100"/>
          <ac:spMkLst>
            <pc:docMk/>
            <pc:sldMk cId="310603664" sldId="262"/>
            <ac:spMk id="7" creationId="{3BE8C3EB-9EE6-9D52-6F31-1F026B568977}"/>
          </ac:spMkLst>
        </pc:spChg>
        <pc:spChg chg="add mod">
          <ac:chgData name="Guan, Jet" userId="cb0bf374-2afd-475e-adce-074336ca3187" providerId="ADAL" clId="{75C18CDA-2370-4588-ACB0-D6E750474876}" dt="2025-05-26T03:54:54.012" v="496" actId="20577"/>
          <ac:spMkLst>
            <pc:docMk/>
            <pc:sldMk cId="310603664" sldId="262"/>
            <ac:spMk id="8" creationId="{5E4A84C0-0DC1-8FAD-5C7A-788F01F60DB6}"/>
          </ac:spMkLst>
        </pc:spChg>
        <pc:spChg chg="add mod">
          <ac:chgData name="Guan, Jet" userId="cb0bf374-2afd-475e-adce-074336ca3187" providerId="ADAL" clId="{75C18CDA-2370-4588-ACB0-D6E750474876}" dt="2025-05-26T03:53:47.348" v="464"/>
          <ac:spMkLst>
            <pc:docMk/>
            <pc:sldMk cId="310603664" sldId="262"/>
            <ac:spMk id="10" creationId="{FCC27818-779E-6486-9404-243B608AC06D}"/>
          </ac:spMkLst>
        </pc:spChg>
        <pc:spChg chg="mod">
          <ac:chgData name="Guan, Jet" userId="cb0bf374-2afd-475e-adce-074336ca3187" providerId="ADAL" clId="{75C18CDA-2370-4588-ACB0-D6E750474876}" dt="2025-05-26T04:08:53.961" v="761" actId="20577"/>
          <ac:spMkLst>
            <pc:docMk/>
            <pc:sldMk cId="310603664" sldId="262"/>
            <ac:spMk id="11" creationId="{AB8206E7-5AF0-6669-D1DB-59F8826265C2}"/>
          </ac:spMkLst>
        </pc:spChg>
        <pc:spChg chg="add mod">
          <ac:chgData name="Guan, Jet" userId="cb0bf374-2afd-475e-adce-074336ca3187" providerId="ADAL" clId="{75C18CDA-2370-4588-ACB0-D6E750474876}" dt="2025-05-26T03:53:47.348" v="464"/>
          <ac:spMkLst>
            <pc:docMk/>
            <pc:sldMk cId="310603664" sldId="262"/>
            <ac:spMk id="12" creationId="{FB920FF1-1A66-97C4-423D-7A8E85134973}"/>
          </ac:spMkLst>
        </pc:spChg>
        <pc:spChg chg="add mod">
          <ac:chgData name="Guan, Jet" userId="cb0bf374-2afd-475e-adce-074336ca3187" providerId="ADAL" clId="{75C18CDA-2370-4588-ACB0-D6E750474876}" dt="2025-05-26T03:53:55.060" v="466" actId="571"/>
          <ac:spMkLst>
            <pc:docMk/>
            <pc:sldMk cId="310603664" sldId="262"/>
            <ac:spMk id="14" creationId="{05598CD4-E6FE-562B-A1E5-B6E92862EF15}"/>
          </ac:spMkLst>
        </pc:spChg>
        <pc:spChg chg="add mod">
          <ac:chgData name="Guan, Jet" userId="cb0bf374-2afd-475e-adce-074336ca3187" providerId="ADAL" clId="{75C18CDA-2370-4588-ACB0-D6E750474876}" dt="2025-05-26T03:53:55.060" v="466" actId="571"/>
          <ac:spMkLst>
            <pc:docMk/>
            <pc:sldMk cId="310603664" sldId="262"/>
            <ac:spMk id="15" creationId="{276D4993-3905-82D0-4442-B40E245D65E1}"/>
          </ac:spMkLst>
        </pc:spChg>
        <pc:spChg chg="add mod">
          <ac:chgData name="Guan, Jet" userId="cb0bf374-2afd-475e-adce-074336ca3187" providerId="ADAL" clId="{75C18CDA-2370-4588-ACB0-D6E750474876}" dt="2025-05-26T03:54:18.738" v="469" actId="14100"/>
          <ac:spMkLst>
            <pc:docMk/>
            <pc:sldMk cId="310603664" sldId="262"/>
            <ac:spMk id="16" creationId="{7D262F06-F132-C9B1-32A8-1E33E3C6CA52}"/>
          </ac:spMkLst>
        </pc:spChg>
        <pc:spChg chg="add mod">
          <ac:chgData name="Guan, Jet" userId="cb0bf374-2afd-475e-adce-074336ca3187" providerId="ADAL" clId="{75C18CDA-2370-4588-ACB0-D6E750474876}" dt="2025-05-26T03:54:48.133" v="493"/>
          <ac:spMkLst>
            <pc:docMk/>
            <pc:sldMk cId="310603664" sldId="262"/>
            <ac:spMk id="17" creationId="{6180C179-1FBE-0B1D-75BD-6FB95A407F7D}"/>
          </ac:spMkLst>
        </pc:spChg>
        <pc:spChg chg="add mod">
          <ac:chgData name="Guan, Jet" userId="cb0bf374-2afd-475e-adce-074336ca3187" providerId="ADAL" clId="{75C18CDA-2370-4588-ACB0-D6E750474876}" dt="2025-05-26T03:55:50.960" v="513" actId="14100"/>
          <ac:spMkLst>
            <pc:docMk/>
            <pc:sldMk cId="310603664" sldId="262"/>
            <ac:spMk id="18" creationId="{8E8DBBF2-71B3-4EC8-7FC7-E1D5D5401474}"/>
          </ac:spMkLst>
        </pc:spChg>
        <pc:spChg chg="add mod">
          <ac:chgData name="Guan, Jet" userId="cb0bf374-2afd-475e-adce-074336ca3187" providerId="ADAL" clId="{75C18CDA-2370-4588-ACB0-D6E750474876}" dt="2025-05-26T03:56:24.290" v="534"/>
          <ac:spMkLst>
            <pc:docMk/>
            <pc:sldMk cId="310603664" sldId="262"/>
            <ac:spMk id="19" creationId="{85EE800A-3300-8056-5D22-B8A45B9F1B3B}"/>
          </ac:spMkLst>
        </pc:spChg>
        <pc:graphicFrameChg chg="add mod">
          <ac:chgData name="Guan, Jet" userId="cb0bf374-2afd-475e-adce-074336ca3187" providerId="ADAL" clId="{75C18CDA-2370-4588-ACB0-D6E750474876}" dt="2025-05-26T03:53:47.348" v="464"/>
          <ac:graphicFrameMkLst>
            <pc:docMk/>
            <pc:sldMk cId="310603664" sldId="262"/>
            <ac:graphicFrameMk id="9" creationId="{84B8EEE3-1C01-3481-72F4-514CC290E6E1}"/>
          </ac:graphicFrameMkLst>
        </pc:graphicFrameChg>
        <pc:graphicFrameChg chg="add mod">
          <ac:chgData name="Guan, Jet" userId="cb0bf374-2afd-475e-adce-074336ca3187" providerId="ADAL" clId="{75C18CDA-2370-4588-ACB0-D6E750474876}" dt="2025-05-26T03:53:55.060" v="466" actId="571"/>
          <ac:graphicFrameMkLst>
            <pc:docMk/>
            <pc:sldMk cId="310603664" sldId="262"/>
            <ac:graphicFrameMk id="13" creationId="{B0778712-ADA3-1DD6-3B62-74934F9F81DA}"/>
          </ac:graphicFrameMkLst>
        </pc:graphicFrameChg>
      </pc:sldChg>
      <pc:sldChg chg="modSp mod">
        <pc:chgData name="Guan, Jet" userId="cb0bf374-2afd-475e-adce-074336ca3187" providerId="ADAL" clId="{75C18CDA-2370-4588-ACB0-D6E750474876}" dt="2025-05-26T04:09:50.460" v="768" actId="20577"/>
        <pc:sldMkLst>
          <pc:docMk/>
          <pc:sldMk cId="3146295997" sldId="277"/>
        </pc:sldMkLst>
        <pc:graphicFrameChg chg="mod modGraphic">
          <ac:chgData name="Guan, Jet" userId="cb0bf374-2afd-475e-adce-074336ca3187" providerId="ADAL" clId="{75C18CDA-2370-4588-ACB0-D6E750474876}" dt="2025-05-26T04:09:50.460" v="768" actId="20577"/>
          <ac:graphicFrameMkLst>
            <pc:docMk/>
            <pc:sldMk cId="3146295997" sldId="277"/>
            <ac:graphicFrameMk id="6" creationId="{00000000-0000-0000-0000-000000000000}"/>
          </ac:graphicFrameMkLst>
        </pc:graphicFrameChg>
      </pc:sldChg>
      <pc:sldChg chg="modSp mod">
        <pc:chgData name="Guan, Jet" userId="cb0bf374-2afd-475e-adce-074336ca3187" providerId="ADAL" clId="{75C18CDA-2370-4588-ACB0-D6E750474876}" dt="2025-05-26T04:08:21.321" v="760" actId="1076"/>
        <pc:sldMkLst>
          <pc:docMk/>
          <pc:sldMk cId="1819139393" sldId="356"/>
        </pc:sldMkLst>
        <pc:graphicFrameChg chg="mod modGraphic">
          <ac:chgData name="Guan, Jet" userId="cb0bf374-2afd-475e-adce-074336ca3187" providerId="ADAL" clId="{75C18CDA-2370-4588-ACB0-D6E750474876}" dt="2025-05-26T04:08:21.321" v="760" actId="1076"/>
          <ac:graphicFrameMkLst>
            <pc:docMk/>
            <pc:sldMk cId="1819139393" sldId="356"/>
            <ac:graphicFrameMk id="3" creationId="{C465C5DE-DC20-BA49-58AD-21616A30C26F}"/>
          </ac:graphicFrameMkLst>
        </pc:graphicFrameChg>
      </pc:sldChg>
      <pc:sldChg chg="addSp modSp mod">
        <pc:chgData name="Guan, Jet" userId="cb0bf374-2afd-475e-adce-074336ca3187" providerId="ADAL" clId="{75C18CDA-2370-4588-ACB0-D6E750474876}" dt="2025-05-26T04:03:01.733" v="635"/>
        <pc:sldMkLst>
          <pc:docMk/>
          <pc:sldMk cId="2003048672" sldId="359"/>
        </pc:sldMkLst>
        <pc:spChg chg="add mod">
          <ac:chgData name="Guan, Jet" userId="cb0bf374-2afd-475e-adce-074336ca3187" providerId="ADAL" clId="{75C18CDA-2370-4588-ACB0-D6E750474876}" dt="2025-05-26T04:03:01.733" v="635"/>
          <ac:spMkLst>
            <pc:docMk/>
            <pc:sldMk cId="2003048672" sldId="359"/>
            <ac:spMk id="3" creationId="{A23CDBEF-6180-3A77-B473-11E5B0FC593E}"/>
          </ac:spMkLst>
        </pc:spChg>
      </pc:sldChg>
      <pc:sldChg chg="addSp modSp mod ord">
        <pc:chgData name="Guan, Jet" userId="cb0bf374-2afd-475e-adce-074336ca3187" providerId="ADAL" clId="{75C18CDA-2370-4588-ACB0-D6E750474876}" dt="2025-05-26T04:02:05.757" v="628"/>
        <pc:sldMkLst>
          <pc:docMk/>
          <pc:sldMk cId="2025425081" sldId="2147483647"/>
        </pc:sldMkLst>
        <pc:spChg chg="mod">
          <ac:chgData name="Guan, Jet" userId="cb0bf374-2afd-475e-adce-074336ca3187" providerId="ADAL" clId="{75C18CDA-2370-4588-ACB0-D6E750474876}" dt="2025-05-26T04:02:05.757" v="628"/>
          <ac:spMkLst>
            <pc:docMk/>
            <pc:sldMk cId="2025425081" sldId="2147483647"/>
            <ac:spMk id="5" creationId="{8D43F2AA-4A80-7806-EB5C-B75D0746F3FB}"/>
          </ac:spMkLst>
        </pc:spChg>
        <pc:spChg chg="add mod">
          <ac:chgData name="Guan, Jet" userId="cb0bf374-2afd-475e-adce-074336ca3187" providerId="ADAL" clId="{75C18CDA-2370-4588-ACB0-D6E750474876}" dt="2025-05-26T03:41:51.145" v="297"/>
          <ac:spMkLst>
            <pc:docMk/>
            <pc:sldMk cId="2025425081" sldId="2147483647"/>
            <ac:spMk id="26" creationId="{36141CC9-71E3-4E1B-F1C4-3DD8EC055B86}"/>
          </ac:spMkLst>
        </pc:spChg>
        <pc:spChg chg="add mod">
          <ac:chgData name="Guan, Jet" userId="cb0bf374-2afd-475e-adce-074336ca3187" providerId="ADAL" clId="{75C18CDA-2370-4588-ACB0-D6E750474876}" dt="2025-05-26T03:42:12.395" v="311"/>
          <ac:spMkLst>
            <pc:docMk/>
            <pc:sldMk cId="2025425081" sldId="2147483647"/>
            <ac:spMk id="27" creationId="{3DB440DB-4841-0154-E3CF-F98294FF8DE9}"/>
          </ac:spMkLst>
        </pc:spChg>
        <pc:spChg chg="add mod">
          <ac:chgData name="Guan, Jet" userId="cb0bf374-2afd-475e-adce-074336ca3187" providerId="ADAL" clId="{75C18CDA-2370-4588-ACB0-D6E750474876}" dt="2025-05-26T03:42:18.355" v="319"/>
          <ac:spMkLst>
            <pc:docMk/>
            <pc:sldMk cId="2025425081" sldId="2147483647"/>
            <ac:spMk id="28" creationId="{8F43F7C1-71B2-CD48-307F-7A82BDDEE815}"/>
          </ac:spMkLst>
        </pc:spChg>
        <pc:spChg chg="add mod">
          <ac:chgData name="Guan, Jet" userId="cb0bf374-2afd-475e-adce-074336ca3187" providerId="ADAL" clId="{75C18CDA-2370-4588-ACB0-D6E750474876}" dt="2025-05-26T03:42:37.749" v="335"/>
          <ac:spMkLst>
            <pc:docMk/>
            <pc:sldMk cId="2025425081" sldId="2147483647"/>
            <ac:spMk id="29" creationId="{C5D3AC5B-B5CC-C4EA-0C8F-EFCA3480D63D}"/>
          </ac:spMkLst>
        </pc:spChg>
        <pc:spChg chg="add mod">
          <ac:chgData name="Guan, Jet" userId="cb0bf374-2afd-475e-adce-074336ca3187" providerId="ADAL" clId="{75C18CDA-2370-4588-ACB0-D6E750474876}" dt="2025-05-26T04:01:26.774" v="622"/>
          <ac:spMkLst>
            <pc:docMk/>
            <pc:sldMk cId="2025425081" sldId="2147483647"/>
            <ac:spMk id="30" creationId="{985881E1-64F9-B3AB-FCB1-0FB4208A1A53}"/>
          </ac:spMkLst>
        </pc:spChg>
        <pc:spChg chg="add mod">
          <ac:chgData name="Guan, Jet" userId="cb0bf374-2afd-475e-adce-074336ca3187" providerId="ADAL" clId="{75C18CDA-2370-4588-ACB0-D6E750474876}" dt="2025-05-26T03:42:56.466" v="353"/>
          <ac:spMkLst>
            <pc:docMk/>
            <pc:sldMk cId="2025425081" sldId="2147483647"/>
            <ac:spMk id="31" creationId="{2A17D452-09F5-1534-412E-72BE5AAE0CAE}"/>
          </ac:spMkLst>
        </pc:spChg>
        <pc:spChg chg="add mod">
          <ac:chgData name="Guan, Jet" userId="cb0bf374-2afd-475e-adce-074336ca3187" providerId="ADAL" clId="{75C18CDA-2370-4588-ACB0-D6E750474876}" dt="2025-05-26T03:43:03.591" v="358"/>
          <ac:spMkLst>
            <pc:docMk/>
            <pc:sldMk cId="2025425081" sldId="2147483647"/>
            <ac:spMk id="32" creationId="{5524D58B-EF09-9832-5851-E29DC644DDE2}"/>
          </ac:spMkLst>
        </pc:spChg>
        <pc:spChg chg="add mod">
          <ac:chgData name="Guan, Jet" userId="cb0bf374-2afd-475e-adce-074336ca3187" providerId="ADAL" clId="{75C18CDA-2370-4588-ACB0-D6E750474876}" dt="2025-05-26T03:43:19.007" v="359" actId="571"/>
          <ac:spMkLst>
            <pc:docMk/>
            <pc:sldMk cId="2025425081" sldId="2147483647"/>
            <ac:spMk id="33" creationId="{B3DB57D3-CD49-E4A7-52B8-55A5099BF369}"/>
          </ac:spMkLst>
        </pc:spChg>
        <pc:spChg chg="add mod">
          <ac:chgData name="Guan, Jet" userId="cb0bf374-2afd-475e-adce-074336ca3187" providerId="ADAL" clId="{75C18CDA-2370-4588-ACB0-D6E750474876}" dt="2025-05-26T03:43:31.568" v="369"/>
          <ac:spMkLst>
            <pc:docMk/>
            <pc:sldMk cId="2025425081" sldId="2147483647"/>
            <ac:spMk id="34" creationId="{96B38986-4BD7-54D8-627A-6BA2DB2F018F}"/>
          </ac:spMkLst>
        </pc:spChg>
        <pc:spChg chg="add mod">
          <ac:chgData name="Guan, Jet" userId="cb0bf374-2afd-475e-adce-074336ca3187" providerId="ADAL" clId="{75C18CDA-2370-4588-ACB0-D6E750474876}" dt="2025-05-26T04:01:04.775" v="608" actId="571"/>
          <ac:spMkLst>
            <pc:docMk/>
            <pc:sldMk cId="2025425081" sldId="2147483647"/>
            <ac:spMk id="35" creationId="{55219C4A-908C-8B50-BB60-320836693856}"/>
          </ac:spMkLst>
        </pc:spChg>
        <pc:spChg chg="add mod">
          <ac:chgData name="Guan, Jet" userId="cb0bf374-2afd-475e-adce-074336ca3187" providerId="ADAL" clId="{75C18CDA-2370-4588-ACB0-D6E750474876}" dt="2025-05-26T04:01:08.379" v="614"/>
          <ac:spMkLst>
            <pc:docMk/>
            <pc:sldMk cId="2025425081" sldId="2147483647"/>
            <ac:spMk id="36" creationId="{496BBDD1-7AF6-E10C-AAD0-041C93576F90}"/>
          </ac:spMkLst>
        </pc:spChg>
      </pc:sldChg>
    </pc:docChg>
  </pc:docChgLst>
  <pc:docChgLst>
    <pc:chgData name="Zhang, Bing" userId="a5168892-527a-4c5b-9317-7b6bebfa35b1" providerId="ADAL" clId="{E9E2BE6B-546E-4D43-9C90-0FEFF9F85A01}"/>
    <pc:docChg chg="undo custSel addSld delSld modSld">
      <pc:chgData name="Zhang, Bing" userId="a5168892-527a-4c5b-9317-7b6bebfa35b1" providerId="ADAL" clId="{E9E2BE6B-546E-4D43-9C90-0FEFF9F85A01}" dt="2025-05-26T06:40:46.427" v="360" actId="1076"/>
      <pc:docMkLst>
        <pc:docMk/>
      </pc:docMkLst>
      <pc:sldChg chg="addSp delSp modSp add del mod">
        <pc:chgData name="Zhang, Bing" userId="a5168892-527a-4c5b-9317-7b6bebfa35b1" providerId="ADAL" clId="{E9E2BE6B-546E-4D43-9C90-0FEFF9F85A01}" dt="2025-05-26T06:21:39.802" v="160" actId="47"/>
        <pc:sldMkLst>
          <pc:docMk/>
          <pc:sldMk cId="1234181862" sldId="259"/>
        </pc:sldMkLst>
        <pc:spChg chg="mod">
          <ac:chgData name="Zhang, Bing" userId="a5168892-527a-4c5b-9317-7b6bebfa35b1" providerId="ADAL" clId="{E9E2BE6B-546E-4D43-9C90-0FEFF9F85A01}" dt="2025-05-26T06:13:59.562" v="131" actId="6549"/>
          <ac:spMkLst>
            <pc:docMk/>
            <pc:sldMk cId="1234181862" sldId="259"/>
            <ac:spMk id="5" creationId="{56B87507-8140-93E2-DE69-DD86E3B090B3}"/>
          </ac:spMkLst>
        </pc:spChg>
        <pc:spChg chg="add del">
          <ac:chgData name="Zhang, Bing" userId="a5168892-527a-4c5b-9317-7b6bebfa35b1" providerId="ADAL" clId="{E9E2BE6B-546E-4D43-9C90-0FEFF9F85A01}" dt="2025-05-26T05:57:19.476" v="33" actId="478"/>
          <ac:spMkLst>
            <pc:docMk/>
            <pc:sldMk cId="1234181862" sldId="259"/>
            <ac:spMk id="35" creationId="{CEC2171A-D8C6-3426-5756-5386B5D03A3B}"/>
          </ac:spMkLst>
        </pc:spChg>
        <pc:spChg chg="add del">
          <ac:chgData name="Zhang, Bing" userId="a5168892-527a-4c5b-9317-7b6bebfa35b1" providerId="ADAL" clId="{E9E2BE6B-546E-4D43-9C90-0FEFF9F85A01}" dt="2025-05-26T05:57:19.476" v="33" actId="478"/>
          <ac:spMkLst>
            <pc:docMk/>
            <pc:sldMk cId="1234181862" sldId="259"/>
            <ac:spMk id="36" creationId="{EC7906A7-C9AC-9466-D15A-4629EEC46112}"/>
          </ac:spMkLst>
        </pc:spChg>
        <pc:spChg chg="add del">
          <ac:chgData name="Zhang, Bing" userId="a5168892-527a-4c5b-9317-7b6bebfa35b1" providerId="ADAL" clId="{E9E2BE6B-546E-4D43-9C90-0FEFF9F85A01}" dt="2025-05-26T05:57:19.476" v="33" actId="478"/>
          <ac:spMkLst>
            <pc:docMk/>
            <pc:sldMk cId="1234181862" sldId="259"/>
            <ac:spMk id="37" creationId="{0C096AE8-9896-8B88-6997-372CE1F3BFE5}"/>
          </ac:spMkLst>
        </pc:spChg>
        <pc:spChg chg="add del">
          <ac:chgData name="Zhang, Bing" userId="a5168892-527a-4c5b-9317-7b6bebfa35b1" providerId="ADAL" clId="{E9E2BE6B-546E-4D43-9C90-0FEFF9F85A01}" dt="2025-05-26T05:57:19.476" v="33" actId="478"/>
          <ac:spMkLst>
            <pc:docMk/>
            <pc:sldMk cId="1234181862" sldId="259"/>
            <ac:spMk id="38" creationId="{E36D699B-09E8-F039-0371-43CAF65FE945}"/>
          </ac:spMkLst>
        </pc:spChg>
        <pc:spChg chg="add del">
          <ac:chgData name="Zhang, Bing" userId="a5168892-527a-4c5b-9317-7b6bebfa35b1" providerId="ADAL" clId="{E9E2BE6B-546E-4D43-9C90-0FEFF9F85A01}" dt="2025-05-26T05:57:19.476" v="33" actId="478"/>
          <ac:spMkLst>
            <pc:docMk/>
            <pc:sldMk cId="1234181862" sldId="259"/>
            <ac:spMk id="39" creationId="{FF2E0BB5-19E2-14C5-7AEE-3013A557FEE5}"/>
          </ac:spMkLst>
        </pc:spChg>
        <pc:spChg chg="add del">
          <ac:chgData name="Zhang, Bing" userId="a5168892-527a-4c5b-9317-7b6bebfa35b1" providerId="ADAL" clId="{E9E2BE6B-546E-4D43-9C90-0FEFF9F85A01}" dt="2025-05-26T05:57:19.476" v="33" actId="478"/>
          <ac:spMkLst>
            <pc:docMk/>
            <pc:sldMk cId="1234181862" sldId="259"/>
            <ac:spMk id="40" creationId="{1393C065-29A0-D424-1207-3100AC9D2F19}"/>
          </ac:spMkLst>
        </pc:spChg>
        <pc:spChg chg="add del">
          <ac:chgData name="Zhang, Bing" userId="a5168892-527a-4c5b-9317-7b6bebfa35b1" providerId="ADAL" clId="{E9E2BE6B-546E-4D43-9C90-0FEFF9F85A01}" dt="2025-05-26T05:57:19.476" v="33" actId="478"/>
          <ac:spMkLst>
            <pc:docMk/>
            <pc:sldMk cId="1234181862" sldId="259"/>
            <ac:spMk id="41" creationId="{A07F8F7F-2786-1594-98CF-4C6004E1093F}"/>
          </ac:spMkLst>
        </pc:spChg>
        <pc:spChg chg="add del">
          <ac:chgData name="Zhang, Bing" userId="a5168892-527a-4c5b-9317-7b6bebfa35b1" providerId="ADAL" clId="{E9E2BE6B-546E-4D43-9C90-0FEFF9F85A01}" dt="2025-05-26T05:57:19.476" v="33" actId="478"/>
          <ac:spMkLst>
            <pc:docMk/>
            <pc:sldMk cId="1234181862" sldId="259"/>
            <ac:spMk id="42" creationId="{6A076EBF-0788-E7DF-5A6F-497850168225}"/>
          </ac:spMkLst>
        </pc:spChg>
        <pc:spChg chg="add del">
          <ac:chgData name="Zhang, Bing" userId="a5168892-527a-4c5b-9317-7b6bebfa35b1" providerId="ADAL" clId="{E9E2BE6B-546E-4D43-9C90-0FEFF9F85A01}" dt="2025-05-26T05:57:19.476" v="33" actId="478"/>
          <ac:spMkLst>
            <pc:docMk/>
            <pc:sldMk cId="1234181862" sldId="259"/>
            <ac:spMk id="45" creationId="{1B7CE7E7-5F29-24BF-73BF-EE86BAF62F50}"/>
          </ac:spMkLst>
        </pc:spChg>
        <pc:spChg chg="del mod">
          <ac:chgData name="Zhang, Bing" userId="a5168892-527a-4c5b-9317-7b6bebfa35b1" providerId="ADAL" clId="{E9E2BE6B-546E-4D43-9C90-0FEFF9F85A01}" dt="2025-05-26T05:57:19.476" v="33" actId="478"/>
          <ac:spMkLst>
            <pc:docMk/>
            <pc:sldMk cId="1234181862" sldId="259"/>
            <ac:spMk id="47" creationId="{556F16A7-518C-32F3-95B7-BB7B06E2A7EE}"/>
          </ac:spMkLst>
        </pc:spChg>
        <pc:spChg chg="add del">
          <ac:chgData name="Zhang, Bing" userId="a5168892-527a-4c5b-9317-7b6bebfa35b1" providerId="ADAL" clId="{E9E2BE6B-546E-4D43-9C90-0FEFF9F85A01}" dt="2025-05-26T05:57:19.476" v="33" actId="478"/>
          <ac:spMkLst>
            <pc:docMk/>
            <pc:sldMk cId="1234181862" sldId="259"/>
            <ac:spMk id="50" creationId="{31A48B10-C6EF-F64F-3AD2-9B478B8BF07A}"/>
          </ac:spMkLst>
        </pc:spChg>
        <pc:graphicFrameChg chg="add del mod">
          <ac:chgData name="Zhang, Bing" userId="a5168892-527a-4c5b-9317-7b6bebfa35b1" providerId="ADAL" clId="{E9E2BE6B-546E-4D43-9C90-0FEFF9F85A01}" dt="2025-05-26T06:07:19.978" v="36" actId="478"/>
          <ac:graphicFrameMkLst>
            <pc:docMk/>
            <pc:sldMk cId="1234181862" sldId="259"/>
            <ac:graphicFrameMk id="2" creationId="{FE7BBF62-967F-B244-461E-64F635CFCEF2}"/>
          </ac:graphicFrameMkLst>
        </pc:graphicFrameChg>
        <pc:graphicFrameChg chg="del mod modGraphic">
          <ac:chgData name="Zhang, Bing" userId="a5168892-527a-4c5b-9317-7b6bebfa35b1" providerId="ADAL" clId="{E9E2BE6B-546E-4D43-9C90-0FEFF9F85A01}" dt="2025-05-26T05:57:19.476" v="33" actId="478"/>
          <ac:graphicFrameMkLst>
            <pc:docMk/>
            <pc:sldMk cId="1234181862" sldId="259"/>
            <ac:graphicFrameMk id="46" creationId="{58797EFF-B1E9-365A-3C28-54A094F5D969}"/>
          </ac:graphicFrameMkLst>
        </pc:graphicFrameChg>
        <pc:picChg chg="add del mod">
          <ac:chgData name="Zhang, Bing" userId="a5168892-527a-4c5b-9317-7b6bebfa35b1" providerId="ADAL" clId="{E9E2BE6B-546E-4D43-9C90-0FEFF9F85A01}" dt="2025-05-26T06:07:42.141" v="42" actId="478"/>
          <ac:picMkLst>
            <pc:docMk/>
            <pc:sldMk cId="1234181862" sldId="259"/>
            <ac:picMk id="4" creationId="{E998D363-00AF-59E0-265A-6EEC38739DB7}"/>
          </ac:picMkLst>
        </pc:picChg>
        <pc:picChg chg="add mod">
          <ac:chgData name="Zhang, Bing" userId="a5168892-527a-4c5b-9317-7b6bebfa35b1" providerId="ADAL" clId="{E9E2BE6B-546E-4D43-9C90-0FEFF9F85A01}" dt="2025-05-26T06:11:03.101" v="88" actId="1076"/>
          <ac:picMkLst>
            <pc:docMk/>
            <pc:sldMk cId="1234181862" sldId="259"/>
            <ac:picMk id="7" creationId="{8C28BF92-D4E6-BB74-CF2A-5CEE112C09CD}"/>
          </ac:picMkLst>
        </pc:picChg>
        <pc:picChg chg="add mod">
          <ac:chgData name="Zhang, Bing" userId="a5168892-527a-4c5b-9317-7b6bebfa35b1" providerId="ADAL" clId="{E9E2BE6B-546E-4D43-9C90-0FEFF9F85A01}" dt="2025-05-26T06:11:03.101" v="88" actId="1076"/>
          <ac:picMkLst>
            <pc:docMk/>
            <pc:sldMk cId="1234181862" sldId="259"/>
            <ac:picMk id="9" creationId="{C1F77983-89FB-6504-DD65-2C6A90D87739}"/>
          </ac:picMkLst>
        </pc:picChg>
        <pc:picChg chg="del mod">
          <ac:chgData name="Zhang, Bing" userId="a5168892-527a-4c5b-9317-7b6bebfa35b1" providerId="ADAL" clId="{E9E2BE6B-546E-4D43-9C90-0FEFF9F85A01}" dt="2025-05-26T05:57:19.476" v="33" actId="478"/>
          <ac:picMkLst>
            <pc:docMk/>
            <pc:sldMk cId="1234181862" sldId="259"/>
            <ac:picMk id="48" creationId="{FE8A813E-C61C-2940-7EFB-5C53BF9E2E84}"/>
          </ac:picMkLst>
        </pc:picChg>
        <pc:picChg chg="add del">
          <ac:chgData name="Zhang, Bing" userId="a5168892-527a-4c5b-9317-7b6bebfa35b1" providerId="ADAL" clId="{E9E2BE6B-546E-4D43-9C90-0FEFF9F85A01}" dt="2025-05-26T05:57:19.476" v="33" actId="478"/>
          <ac:picMkLst>
            <pc:docMk/>
            <pc:sldMk cId="1234181862" sldId="259"/>
            <ac:picMk id="51" creationId="{DAFCA13C-2932-AD4B-FB96-C5B035B34587}"/>
          </ac:picMkLst>
        </pc:picChg>
        <pc:picChg chg="add del">
          <ac:chgData name="Zhang, Bing" userId="a5168892-527a-4c5b-9317-7b6bebfa35b1" providerId="ADAL" clId="{E9E2BE6B-546E-4D43-9C90-0FEFF9F85A01}" dt="2025-05-26T05:57:19.476" v="33" actId="478"/>
          <ac:picMkLst>
            <pc:docMk/>
            <pc:sldMk cId="1234181862" sldId="259"/>
            <ac:picMk id="52" creationId="{0900E095-4F5B-9C37-B21F-5905618C8736}"/>
          </ac:picMkLst>
        </pc:picChg>
        <pc:cxnChg chg="add del mod">
          <ac:chgData name="Zhang, Bing" userId="a5168892-527a-4c5b-9317-7b6bebfa35b1" providerId="ADAL" clId="{E9E2BE6B-546E-4D43-9C90-0FEFF9F85A01}" dt="2025-05-26T05:57:19.476" v="33" actId="478"/>
          <ac:cxnSpMkLst>
            <pc:docMk/>
            <pc:sldMk cId="1234181862" sldId="259"/>
            <ac:cxnSpMk id="43" creationId="{2FA69AAE-0CFF-4B80-6FDB-EC3ED29567F4}"/>
          </ac:cxnSpMkLst>
        </pc:cxnChg>
        <pc:cxnChg chg="add del mod">
          <ac:chgData name="Zhang, Bing" userId="a5168892-527a-4c5b-9317-7b6bebfa35b1" providerId="ADAL" clId="{E9E2BE6B-546E-4D43-9C90-0FEFF9F85A01}" dt="2025-05-26T05:57:19.476" v="33" actId="478"/>
          <ac:cxnSpMkLst>
            <pc:docMk/>
            <pc:sldMk cId="1234181862" sldId="259"/>
            <ac:cxnSpMk id="44" creationId="{78FFD5F4-3292-936B-66A3-20333C1A3731}"/>
          </ac:cxnSpMkLst>
        </pc:cxnChg>
        <pc:cxnChg chg="add del mod">
          <ac:chgData name="Zhang, Bing" userId="a5168892-527a-4c5b-9317-7b6bebfa35b1" providerId="ADAL" clId="{E9E2BE6B-546E-4D43-9C90-0FEFF9F85A01}" dt="2025-05-26T05:57:19.476" v="33" actId="478"/>
          <ac:cxnSpMkLst>
            <pc:docMk/>
            <pc:sldMk cId="1234181862" sldId="259"/>
            <ac:cxnSpMk id="49" creationId="{4B53442A-5D64-9ABF-38FA-062A1C147B5E}"/>
          </ac:cxnSpMkLst>
        </pc:cxnChg>
      </pc:sldChg>
      <pc:sldChg chg="addSp delSp modSp mod">
        <pc:chgData name="Zhang, Bing" userId="a5168892-527a-4c5b-9317-7b6bebfa35b1" providerId="ADAL" clId="{E9E2BE6B-546E-4D43-9C90-0FEFF9F85A01}" dt="2025-05-26T06:30:35.076" v="318"/>
        <pc:sldMkLst>
          <pc:docMk/>
          <pc:sldMk cId="2505922567" sldId="261"/>
        </pc:sldMkLst>
        <pc:spChg chg="mod">
          <ac:chgData name="Zhang, Bing" userId="a5168892-527a-4c5b-9317-7b6bebfa35b1" providerId="ADAL" clId="{E9E2BE6B-546E-4D43-9C90-0FEFF9F85A01}" dt="2025-05-26T06:20:35.615" v="155" actId="20577"/>
          <ac:spMkLst>
            <pc:docMk/>
            <pc:sldMk cId="2505922567" sldId="261"/>
            <ac:spMk id="5" creationId="{77FDBD57-9C15-772D-16B5-5DFB202D20F4}"/>
          </ac:spMkLst>
        </pc:spChg>
        <pc:spChg chg="add mod">
          <ac:chgData name="Zhang, Bing" userId="a5168892-527a-4c5b-9317-7b6bebfa35b1" providerId="ADAL" clId="{E9E2BE6B-546E-4D43-9C90-0FEFF9F85A01}" dt="2025-05-26T06:29:50.946" v="313" actId="1076"/>
          <ac:spMkLst>
            <pc:docMk/>
            <pc:sldMk cId="2505922567" sldId="261"/>
            <ac:spMk id="12" creationId="{8170F675-3160-A136-0D97-E1ED5076E9EC}"/>
          </ac:spMkLst>
        </pc:spChg>
        <pc:spChg chg="add mod">
          <ac:chgData name="Zhang, Bing" userId="a5168892-527a-4c5b-9317-7b6bebfa35b1" providerId="ADAL" clId="{E9E2BE6B-546E-4D43-9C90-0FEFF9F85A01}" dt="2025-05-26T06:29:42.168" v="310" actId="1038"/>
          <ac:spMkLst>
            <pc:docMk/>
            <pc:sldMk cId="2505922567" sldId="261"/>
            <ac:spMk id="13" creationId="{F00565B4-F104-1B71-1119-DB6D714451F0}"/>
          </ac:spMkLst>
        </pc:spChg>
        <pc:spChg chg="mod">
          <ac:chgData name="Zhang, Bing" userId="a5168892-527a-4c5b-9317-7b6bebfa35b1" providerId="ADAL" clId="{E9E2BE6B-546E-4D43-9C90-0FEFF9F85A01}" dt="2025-05-26T06:13:48.615" v="129" actId="20577"/>
          <ac:spMkLst>
            <pc:docMk/>
            <pc:sldMk cId="2505922567" sldId="261"/>
            <ac:spMk id="41" creationId="{0AD97390-3D8C-0D12-6578-DB414ABA3628}"/>
          </ac:spMkLst>
        </pc:spChg>
        <pc:graphicFrameChg chg="add del mod">
          <ac:chgData name="Zhang, Bing" userId="a5168892-527a-4c5b-9317-7b6bebfa35b1" providerId="ADAL" clId="{E9E2BE6B-546E-4D43-9C90-0FEFF9F85A01}" dt="2025-05-26T06:24:03.806" v="161" actId="478"/>
          <ac:graphicFrameMkLst>
            <pc:docMk/>
            <pc:sldMk cId="2505922567" sldId="261"/>
            <ac:graphicFrameMk id="4" creationId="{59668219-A36E-C14C-AA98-9643BA9C0D89}"/>
          </ac:graphicFrameMkLst>
        </pc:graphicFrameChg>
        <pc:graphicFrameChg chg="add del mod">
          <ac:chgData name="Zhang, Bing" userId="a5168892-527a-4c5b-9317-7b6bebfa35b1" providerId="ADAL" clId="{E9E2BE6B-546E-4D43-9C90-0FEFF9F85A01}" dt="2025-05-26T06:24:05.437" v="162" actId="478"/>
          <ac:graphicFrameMkLst>
            <pc:docMk/>
            <pc:sldMk cId="2505922567" sldId="261"/>
            <ac:graphicFrameMk id="8" creationId="{40070E08-07DD-A907-28C9-B7D4F2ADE1A4}"/>
          </ac:graphicFrameMkLst>
        </pc:graphicFrameChg>
        <pc:graphicFrameChg chg="add del mod">
          <ac:chgData name="Zhang, Bing" userId="a5168892-527a-4c5b-9317-7b6bebfa35b1" providerId="ADAL" clId="{E9E2BE6B-546E-4D43-9C90-0FEFF9F85A01}" dt="2025-05-26T06:24:56.002" v="166" actId="478"/>
          <ac:graphicFrameMkLst>
            <pc:docMk/>
            <pc:sldMk cId="2505922567" sldId="261"/>
            <ac:graphicFrameMk id="9" creationId="{A5B505E5-D237-AB21-9997-7F14FCC21913}"/>
          </ac:graphicFrameMkLst>
        </pc:graphicFrameChg>
        <pc:graphicFrameChg chg="add mod">
          <ac:chgData name="Zhang, Bing" userId="a5168892-527a-4c5b-9317-7b6bebfa35b1" providerId="ADAL" clId="{E9E2BE6B-546E-4D43-9C90-0FEFF9F85A01}" dt="2025-05-26T06:30:17.009" v="317"/>
          <ac:graphicFrameMkLst>
            <pc:docMk/>
            <pc:sldMk cId="2505922567" sldId="261"/>
            <ac:graphicFrameMk id="10" creationId="{E9B9D7CB-7BDE-C2CF-3EE5-D31B161DCACF}"/>
          </ac:graphicFrameMkLst>
        </pc:graphicFrameChg>
        <pc:graphicFrameChg chg="add mod">
          <ac:chgData name="Zhang, Bing" userId="a5168892-527a-4c5b-9317-7b6bebfa35b1" providerId="ADAL" clId="{E9E2BE6B-546E-4D43-9C90-0FEFF9F85A01}" dt="2025-05-26T06:30:35.076" v="318"/>
          <ac:graphicFrameMkLst>
            <pc:docMk/>
            <pc:sldMk cId="2505922567" sldId="261"/>
            <ac:graphicFrameMk id="11" creationId="{BB70DDA2-0EB1-3DC5-79DD-38A9FBBFB7B9}"/>
          </ac:graphicFrameMkLst>
        </pc:graphicFrameChg>
        <pc:picChg chg="add mod">
          <ac:chgData name="Zhang, Bing" userId="a5168892-527a-4c5b-9317-7b6bebfa35b1" providerId="ADAL" clId="{E9E2BE6B-546E-4D43-9C90-0FEFF9F85A01}" dt="2025-05-26T06:11:45.987" v="96" actId="1076"/>
          <ac:picMkLst>
            <pc:docMk/>
            <pc:sldMk cId="2505922567" sldId="261"/>
            <ac:picMk id="2" creationId="{FCBEAF2C-DB67-B34A-6B8F-1F3D2A4BAC5F}"/>
          </ac:picMkLst>
        </pc:picChg>
        <pc:picChg chg="add mod">
          <ac:chgData name="Zhang, Bing" userId="a5168892-527a-4c5b-9317-7b6bebfa35b1" providerId="ADAL" clId="{E9E2BE6B-546E-4D43-9C90-0FEFF9F85A01}" dt="2025-05-26T06:11:57.911" v="100" actId="14100"/>
          <ac:picMkLst>
            <pc:docMk/>
            <pc:sldMk cId="2505922567" sldId="261"/>
            <ac:picMk id="3" creationId="{8B8286DD-DE1D-8005-86C9-368F180F3D85}"/>
          </ac:picMkLst>
        </pc:picChg>
        <pc:picChg chg="del">
          <ac:chgData name="Zhang, Bing" userId="a5168892-527a-4c5b-9317-7b6bebfa35b1" providerId="ADAL" clId="{E9E2BE6B-546E-4D43-9C90-0FEFF9F85A01}" dt="2025-05-26T06:11:13.630" v="89" actId="478"/>
          <ac:picMkLst>
            <pc:docMk/>
            <pc:sldMk cId="2505922567" sldId="261"/>
            <ac:picMk id="51" creationId="{48B073AC-4503-6E9F-E335-51B4BE9C2C4E}"/>
          </ac:picMkLst>
        </pc:picChg>
        <pc:picChg chg="del">
          <ac:chgData name="Zhang, Bing" userId="a5168892-527a-4c5b-9317-7b6bebfa35b1" providerId="ADAL" clId="{E9E2BE6B-546E-4D43-9C90-0FEFF9F85A01}" dt="2025-05-26T06:11:14.128" v="90" actId="478"/>
          <ac:picMkLst>
            <pc:docMk/>
            <pc:sldMk cId="2505922567" sldId="261"/>
            <ac:picMk id="52" creationId="{1C1F4D08-C505-6091-6448-03914F22ED02}"/>
          </ac:picMkLst>
        </pc:picChg>
      </pc:sldChg>
      <pc:sldChg chg="addSp delSp modSp mod">
        <pc:chgData name="Zhang, Bing" userId="a5168892-527a-4c5b-9317-7b6bebfa35b1" providerId="ADAL" clId="{E9E2BE6B-546E-4D43-9C90-0FEFF9F85A01}" dt="2025-05-26T06:40:46.427" v="360" actId="1076"/>
        <pc:sldMkLst>
          <pc:docMk/>
          <pc:sldMk cId="310603664" sldId="262"/>
        </pc:sldMkLst>
        <pc:spChg chg="mod">
          <ac:chgData name="Zhang, Bing" userId="a5168892-527a-4c5b-9317-7b6bebfa35b1" providerId="ADAL" clId="{E9E2BE6B-546E-4D43-9C90-0FEFF9F85A01}" dt="2025-05-26T05:27:57.982" v="0" actId="14100"/>
          <ac:spMkLst>
            <pc:docMk/>
            <pc:sldMk cId="310603664" sldId="262"/>
            <ac:spMk id="7" creationId="{3BE8C3EB-9EE6-9D52-6F31-1F026B568977}"/>
          </ac:spMkLst>
        </pc:spChg>
        <pc:spChg chg="add mod">
          <ac:chgData name="Zhang, Bing" userId="a5168892-527a-4c5b-9317-7b6bebfa35b1" providerId="ADAL" clId="{E9E2BE6B-546E-4D43-9C90-0FEFF9F85A01}" dt="2025-05-26T06:38:31.325" v="355" actId="1038"/>
          <ac:spMkLst>
            <pc:docMk/>
            <pc:sldMk cId="310603664" sldId="262"/>
            <ac:spMk id="10" creationId="{7405BEAA-B090-C729-11A5-2BB8BE53BAE9}"/>
          </ac:spMkLst>
        </pc:spChg>
        <pc:spChg chg="del">
          <ac:chgData name="Zhang, Bing" userId="a5168892-527a-4c5b-9317-7b6bebfa35b1" providerId="ADAL" clId="{E9E2BE6B-546E-4D43-9C90-0FEFF9F85A01}" dt="2025-05-26T05:28:32.720" v="1" actId="478"/>
          <ac:spMkLst>
            <pc:docMk/>
            <pc:sldMk cId="310603664" sldId="262"/>
            <ac:spMk id="11" creationId="{AB8206E7-5AF0-6669-D1DB-59F8826265C2}"/>
          </ac:spMkLst>
        </pc:spChg>
        <pc:graphicFrameChg chg="add mod modGraphic">
          <ac:chgData name="Zhang, Bing" userId="a5168892-527a-4c5b-9317-7b6bebfa35b1" providerId="ADAL" clId="{E9E2BE6B-546E-4D43-9C90-0FEFF9F85A01}" dt="2025-05-26T06:40:46.427" v="360" actId="1076"/>
          <ac:graphicFrameMkLst>
            <pc:docMk/>
            <pc:sldMk cId="310603664" sldId="262"/>
            <ac:graphicFrameMk id="9" creationId="{3A05DF91-8FC7-FBC3-8921-C73AF358102E}"/>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133BA5-881B-4E79-806B-0F22A4D9FAD4}" type="datetimeFigureOut">
              <a:rPr lang="zh-CN" altLang="en-US" smtClean="0"/>
              <a:t>2025/5/26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66E4B2-85C7-4B65-91D0-A930D8CF159E}" type="slidenum">
              <a:rPr lang="zh-CN" altLang="en-US" smtClean="0"/>
              <a:t>‹#›</a:t>
            </a:fld>
            <a:endParaRPr lang="zh-CN" altLang="en-US"/>
          </a:p>
        </p:txBody>
      </p:sp>
    </p:spTree>
    <p:extLst>
      <p:ext uri="{BB962C8B-B14F-4D97-AF65-F5344CB8AC3E}">
        <p14:creationId xmlns:p14="http://schemas.microsoft.com/office/powerpoint/2010/main" val="21879613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4AED87EB-65D7-4500-873C-410831173A82}"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1218987" rtl="0" eaLnBrk="1" fontAlgn="auto" latinLnBrk="0" hangingPunct="1">
                <a:lnSpc>
                  <a:spcPct val="100000"/>
                </a:lnSpc>
                <a:spcBef>
                  <a:spcPts val="0"/>
                </a:spcBef>
                <a:spcAft>
                  <a:spcPts val="0"/>
                </a:spcAft>
                <a:buClrTx/>
                <a:buSzTx/>
                <a:buFontTx/>
                <a:buNone/>
                <a:tabLst/>
                <a:defRPr/>
              </a:pPr>
              <a:t>1</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5262826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C64F6-7096-ACF4-E42C-93A9B4CD348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386940E-51A5-9652-C6B9-A5191391347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853490D-EE60-FDE1-662D-08293ED3473A}"/>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0AB0DEE-BF6F-628B-46BB-7480B36A551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48BC15-AC9E-4A4B-B8E5-B4E13A4E7819}"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6170005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7ADEF-63F4-A6E8-E691-2B7EF0B9ADC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9E38A23-88DC-0D96-16DE-2C648C08EDA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2E7D525-88EA-F2B9-EFC3-B32881C5EE43}"/>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EB8BF7A-812D-8729-E114-6A2A4C18094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48BC15-AC9E-4A4B-B8E5-B4E13A4E7819}"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7955121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7ECC9-2252-B89B-C3BC-D66C63D4ED0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22E084C-FFA6-22F8-1CBA-65880D014D2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7BC5D80-2357-40C7-011F-DB233AE94D7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CE08567-6CA5-E1BD-6AF3-10D2CEEA724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48BC15-AC9E-4A4B-B8E5-B4E13A4E7819}"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420785947"/>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18" Type="http://schemas.openxmlformats.org/officeDocument/2006/relationships/image" Target="../media/image19.png"/><Relationship Id="rId3" Type="http://schemas.openxmlformats.org/officeDocument/2006/relationships/image" Target="../media/image4.png"/><Relationship Id="rId21" Type="http://schemas.openxmlformats.org/officeDocument/2006/relationships/image" Target="../media/image22.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8.png"/><Relationship Id="rId2" Type="http://schemas.openxmlformats.org/officeDocument/2006/relationships/image" Target="../media/image3.png"/><Relationship Id="rId16" Type="http://schemas.openxmlformats.org/officeDocument/2006/relationships/image" Target="../media/image17.png"/><Relationship Id="rId20" Type="http://schemas.openxmlformats.org/officeDocument/2006/relationships/image" Target="../media/image21.png"/><Relationship Id="rId1" Type="http://schemas.openxmlformats.org/officeDocument/2006/relationships/slideMaster" Target="../slideMasters/slideMaster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19" Type="http://schemas.openxmlformats.org/officeDocument/2006/relationships/image" Target="../media/image20.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png"/><Relationship Id="rId3" Type="http://schemas.openxmlformats.org/officeDocument/2006/relationships/image" Target="../media/image23.jpeg"/><Relationship Id="rId21" Type="http://schemas.openxmlformats.org/officeDocument/2006/relationships/image" Target="../media/image21.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image" Target="../media/image3.png"/><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Master" Target="../slideMasters/slideMaster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19" Type="http://schemas.openxmlformats.org/officeDocument/2006/relationships/image" Target="../media/image19.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14.png"/><Relationship Id="rId18" Type="http://schemas.openxmlformats.org/officeDocument/2006/relationships/image" Target="../media/image34.png"/><Relationship Id="rId3" Type="http://schemas.openxmlformats.org/officeDocument/2006/relationships/image" Target="../media/image26.png"/><Relationship Id="rId21" Type="http://schemas.openxmlformats.org/officeDocument/2006/relationships/image" Target="../media/image37.png"/><Relationship Id="rId7" Type="http://schemas.openxmlformats.org/officeDocument/2006/relationships/image" Target="../media/image4.png"/><Relationship Id="rId12" Type="http://schemas.openxmlformats.org/officeDocument/2006/relationships/image" Target="../media/image29.png"/><Relationship Id="rId17" Type="http://schemas.openxmlformats.org/officeDocument/2006/relationships/image" Target="../media/image33.png"/><Relationship Id="rId2" Type="http://schemas.openxmlformats.org/officeDocument/2006/relationships/image" Target="../media/image1.png"/><Relationship Id="rId16" Type="http://schemas.openxmlformats.org/officeDocument/2006/relationships/image" Target="../media/image32.png"/><Relationship Id="rId20" Type="http://schemas.openxmlformats.org/officeDocument/2006/relationships/image" Target="../media/image36.png"/><Relationship Id="rId1" Type="http://schemas.openxmlformats.org/officeDocument/2006/relationships/slideMaster" Target="../slideMasters/slideMaster1.xml"/><Relationship Id="rId6" Type="http://schemas.openxmlformats.org/officeDocument/2006/relationships/image" Target="../media/image12.png"/><Relationship Id="rId11" Type="http://schemas.openxmlformats.org/officeDocument/2006/relationships/image" Target="../media/image28.png"/><Relationship Id="rId5" Type="http://schemas.openxmlformats.org/officeDocument/2006/relationships/image" Target="../media/image11.png"/><Relationship Id="rId15" Type="http://schemas.openxmlformats.org/officeDocument/2006/relationships/image" Target="../media/image31.png"/><Relationship Id="rId10" Type="http://schemas.openxmlformats.org/officeDocument/2006/relationships/image" Target="../media/image6.png"/><Relationship Id="rId19" Type="http://schemas.openxmlformats.org/officeDocument/2006/relationships/image" Target="../media/image35.png"/><Relationship Id="rId4" Type="http://schemas.openxmlformats.org/officeDocument/2006/relationships/image" Target="../media/image5.png"/><Relationship Id="rId9" Type="http://schemas.openxmlformats.org/officeDocument/2006/relationships/image" Target="../media/image13.png"/><Relationship Id="rId14" Type="http://schemas.openxmlformats.org/officeDocument/2006/relationships/image" Target="../media/image30.png"/><Relationship Id="rId22" Type="http://schemas.openxmlformats.org/officeDocument/2006/relationships/image" Target="../media/image22.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87" y="-1"/>
            <a:ext cx="12193587" cy="6857107"/>
          </a:xfrm>
          <a:prstGeom prst="rect">
            <a:avLst/>
          </a:prstGeom>
        </p:spPr>
      </p:pic>
      <p:pic>
        <p:nvPicPr>
          <p:cNvPr id="27" name="Picture 6" descr="C:\Users\kathyp\Documents\00_Brand-Resources\Multimode Elements\Multimode Icons\PNG\Multimode-Icon_STAND-Tablet.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3808565" y="5468108"/>
            <a:ext cx="311967" cy="311886"/>
          </a:xfrm>
          <a:prstGeom prst="rect">
            <a:avLst/>
          </a:prstGeom>
          <a:noFill/>
          <a:extLst>
            <a:ext uri="{909E8E84-426E-40DD-AFC4-6F175D3DCCD1}">
              <a14:hiddenFill xmlns:a14="http://schemas.microsoft.com/office/drawing/2010/main">
                <a:solidFill>
                  <a:srgbClr val="FFFFFF"/>
                </a:solidFill>
              </a14:hiddenFill>
            </a:ext>
          </a:extLst>
        </p:spPr>
      </p:pic>
      <p:sp>
        <p:nvSpPr>
          <p:cNvPr id="77" name="Oval 76"/>
          <p:cNvSpPr/>
          <p:nvPr userDrawn="1"/>
        </p:nvSpPr>
        <p:spPr>
          <a:xfrm>
            <a:off x="3461030" y="5468108"/>
            <a:ext cx="310977" cy="31089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pic>
        <p:nvPicPr>
          <p:cNvPr id="24" name="Picture 3" descr="C:\Users\kathyp\Documents\00_Brand-Resources\Multimode Elements\Multimode Icons\PNG\Multimode-Icon_HOLD.png"/>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6664453" y="5468108"/>
            <a:ext cx="311967" cy="311886"/>
          </a:xfrm>
          <a:prstGeom prst="rect">
            <a:avLst/>
          </a:prstGeom>
          <a:noFill/>
          <a:extLst>
            <a:ext uri="{909E8E84-426E-40DD-AFC4-6F175D3DCCD1}">
              <a14:hiddenFill xmlns:a14="http://schemas.microsoft.com/office/drawing/2010/main">
                <a:solidFill>
                  <a:srgbClr val="FFFFFF"/>
                </a:solidFill>
              </a14:hiddenFill>
            </a:ext>
          </a:extLst>
        </p:spPr>
      </p:pic>
      <p:sp>
        <p:nvSpPr>
          <p:cNvPr id="74" name="Oval 73"/>
          <p:cNvSpPr/>
          <p:nvPr userDrawn="1"/>
        </p:nvSpPr>
        <p:spPr>
          <a:xfrm>
            <a:off x="2364962" y="5468108"/>
            <a:ext cx="310977" cy="31089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pic>
        <p:nvPicPr>
          <p:cNvPr id="73" name="Picture 9" descr="C:\Users\kathyp\Documents\00_Brand-Resources\Multimode Elements\Multimode Icons\PNG\Multimode-Icon_TENT.png"/>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667645" y="5468108"/>
            <a:ext cx="311967" cy="311886"/>
          </a:xfrm>
          <a:prstGeom prst="rect">
            <a:avLst/>
          </a:prstGeom>
          <a:noFill/>
          <a:extLst>
            <a:ext uri="{909E8E84-426E-40DD-AFC4-6F175D3DCCD1}">
              <a14:hiddenFill xmlns:a14="http://schemas.microsoft.com/office/drawing/2010/main">
                <a:solidFill>
                  <a:srgbClr val="FFFFFF"/>
                </a:solidFill>
              </a14:hiddenFill>
            </a:ext>
          </a:extLst>
        </p:spPr>
      </p:pic>
      <p:sp>
        <p:nvSpPr>
          <p:cNvPr id="71" name="Oval 70"/>
          <p:cNvSpPr/>
          <p:nvPr userDrawn="1"/>
        </p:nvSpPr>
        <p:spPr>
          <a:xfrm>
            <a:off x="6308945" y="5468108"/>
            <a:ext cx="310977" cy="31089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sp>
        <p:nvSpPr>
          <p:cNvPr id="67" name="Oval 66"/>
          <p:cNvSpPr/>
          <p:nvPr userDrawn="1"/>
        </p:nvSpPr>
        <p:spPr>
          <a:xfrm>
            <a:off x="597186" y="5468108"/>
            <a:ext cx="310977" cy="31089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pic>
        <p:nvPicPr>
          <p:cNvPr id="68" name="Picture 5"/>
          <p:cNvPicPr>
            <a:picLocks noChangeAspect="1" noChangeArrowheads="1"/>
          </p:cNvPicPr>
          <p:nvPr userDrawn="1"/>
        </p:nvPicPr>
        <p:blipFill>
          <a:blip r:embed="rId6" cstate="print">
            <a:extLst>
              <a:ext uri="{28A0092B-C50C-407E-A947-70E740481C1C}">
                <a14:useLocalDpi xmlns:a14="http://schemas.microsoft.com/office/drawing/2010/main" val="0"/>
              </a:ext>
            </a:extLst>
          </a:blip>
          <a:stretch>
            <a:fillRect/>
          </a:stretch>
        </p:blipFill>
        <p:spPr bwMode="auto">
          <a:xfrm>
            <a:off x="645381" y="5515987"/>
            <a:ext cx="214589" cy="215141"/>
          </a:xfrm>
          <a:prstGeom prst="rect">
            <a:avLst/>
          </a:prstGeom>
          <a:noFill/>
        </p:spPr>
      </p:pic>
      <p:grpSp>
        <p:nvGrpSpPr>
          <p:cNvPr id="2" name="Group 1"/>
          <p:cNvGrpSpPr/>
          <p:nvPr userDrawn="1"/>
        </p:nvGrpSpPr>
        <p:grpSpPr>
          <a:xfrm>
            <a:off x="5237495" y="5463092"/>
            <a:ext cx="310977" cy="315912"/>
            <a:chOff x="5236131" y="5463092"/>
            <a:chExt cx="310896" cy="315912"/>
          </a:xfrm>
        </p:grpSpPr>
        <p:sp>
          <p:nvSpPr>
            <p:cNvPr id="46" name="Oval 45"/>
            <p:cNvSpPr/>
            <p:nvPr userDrawn="1"/>
          </p:nvSpPr>
          <p:spPr>
            <a:xfrm>
              <a:off x="5236131" y="5468108"/>
              <a:ext cx="310896" cy="31089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pic>
          <p:nvPicPr>
            <p:cNvPr id="70" name="Picture 8" descr="C:\Users\yhwang\Desktop\WW Design\Multimode Icons\think_light-01.png"/>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5236131" y="5463092"/>
              <a:ext cx="310896" cy="310896"/>
            </a:xfrm>
            <a:prstGeom prst="rect">
              <a:avLst/>
            </a:prstGeom>
            <a:noFill/>
          </p:spPr>
        </p:pic>
      </p:grpSp>
      <p:grpSp>
        <p:nvGrpSpPr>
          <p:cNvPr id="48" name="Group 47"/>
          <p:cNvGrpSpPr/>
          <p:nvPr userDrawn="1"/>
        </p:nvGrpSpPr>
        <p:grpSpPr>
          <a:xfrm>
            <a:off x="1305106" y="5468108"/>
            <a:ext cx="310977" cy="310896"/>
            <a:chOff x="4523337" y="5468108"/>
            <a:chExt cx="310896" cy="310896"/>
          </a:xfrm>
        </p:grpSpPr>
        <p:sp>
          <p:nvSpPr>
            <p:cNvPr id="49" name="Oval 48"/>
            <p:cNvSpPr/>
            <p:nvPr userDrawn="1"/>
          </p:nvSpPr>
          <p:spPr>
            <a:xfrm>
              <a:off x="4523337" y="5468108"/>
              <a:ext cx="310896" cy="310896"/>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pic>
          <p:nvPicPr>
            <p:cNvPr id="50" name="Picture 7" descr="C:\Users\yhwang\Desktop\WW Design\Multimode Icons\server-01.png"/>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4523337" y="5468108"/>
              <a:ext cx="310896" cy="310896"/>
            </a:xfrm>
            <a:prstGeom prst="rect">
              <a:avLst/>
            </a:prstGeom>
            <a:noFill/>
          </p:spPr>
        </p:pic>
      </p:grpSp>
      <p:grpSp>
        <p:nvGrpSpPr>
          <p:cNvPr id="51" name="Group 50"/>
          <p:cNvGrpSpPr/>
          <p:nvPr userDrawn="1"/>
        </p:nvGrpSpPr>
        <p:grpSpPr>
          <a:xfrm>
            <a:off x="4497076" y="5442941"/>
            <a:ext cx="365855" cy="365760"/>
            <a:chOff x="2355828" y="5442941"/>
            <a:chExt cx="365760" cy="365760"/>
          </a:xfrm>
        </p:grpSpPr>
        <p:sp>
          <p:nvSpPr>
            <p:cNvPr id="54" name="Oval 53"/>
            <p:cNvSpPr/>
            <p:nvPr userDrawn="1"/>
          </p:nvSpPr>
          <p:spPr>
            <a:xfrm>
              <a:off x="2380995" y="5468108"/>
              <a:ext cx="310896" cy="31089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pic>
          <p:nvPicPr>
            <p:cNvPr id="63" name="Picture 2" descr="C:\Users\yhwang\Desktop\WW Design\Multimode Icons\chain-01.png"/>
            <p:cNvPicPr>
              <a:picLocks noChangeAspect="1" noChangeArrowheads="1"/>
            </p:cNvPicPr>
            <p:nvPr userDrawn="1"/>
          </p:nvPicPr>
          <p:blipFill>
            <a:blip r:embed="rId9" cstate="print">
              <a:extLst>
                <a:ext uri="{28A0092B-C50C-407E-A947-70E740481C1C}">
                  <a14:useLocalDpi xmlns:a14="http://schemas.microsoft.com/office/drawing/2010/main" val="0"/>
                </a:ext>
              </a:extLst>
            </a:blip>
            <a:srcRect/>
            <a:stretch>
              <a:fillRect/>
            </a:stretch>
          </p:blipFill>
          <p:spPr bwMode="auto">
            <a:xfrm>
              <a:off x="2355828" y="5442941"/>
              <a:ext cx="365760" cy="365760"/>
            </a:xfrm>
            <a:prstGeom prst="rect">
              <a:avLst/>
            </a:prstGeom>
            <a:noFill/>
          </p:spPr>
        </p:pic>
      </p:grpSp>
      <p:sp>
        <p:nvSpPr>
          <p:cNvPr id="56" name="Title 16"/>
          <p:cNvSpPr>
            <a:spLocks noGrp="1"/>
          </p:cNvSpPr>
          <p:nvPr userDrawn="1">
            <p:ph type="title" hasCustomPrompt="1"/>
          </p:nvPr>
        </p:nvSpPr>
        <p:spPr bwMode="gray">
          <a:xfrm>
            <a:off x="548783" y="2048256"/>
            <a:ext cx="8725648" cy="1581912"/>
          </a:xfrm>
          <a:prstGeom prst="rect">
            <a:avLst/>
          </a:prstGeom>
        </p:spPr>
        <p:txBody>
          <a:bodyPr lIns="0" tIns="60949" rIns="121899" bIns="60949" anchor="b" anchorCtr="0"/>
          <a:lstStyle>
            <a:lvl1pPr marL="0" algn="l" defTabSz="1218987" rtl="0" eaLnBrk="1" latinLnBrk="0" hangingPunct="1">
              <a:lnSpc>
                <a:spcPts val="5800"/>
              </a:lnSpc>
              <a:spcBef>
                <a:spcPct val="0"/>
              </a:spcBef>
              <a:buNone/>
              <a:defRPr lang="en-US" sz="6000" b="0" kern="1200" cap="none" spc="0" baseline="0" dirty="0">
                <a:solidFill>
                  <a:schemeClr val="tx1"/>
                </a:solidFill>
                <a:latin typeface="Arial" pitchFamily="34" charset="0"/>
                <a:ea typeface="+mn-ea"/>
                <a:cs typeface="Arial" pitchFamily="34" charset="0"/>
              </a:defRPr>
            </a:lvl1pPr>
          </a:lstStyle>
          <a:p>
            <a:r>
              <a:rPr lang="en-US"/>
              <a:t>Click to edit text, two lines maximum</a:t>
            </a:r>
          </a:p>
        </p:txBody>
      </p:sp>
      <p:sp>
        <p:nvSpPr>
          <p:cNvPr id="55" name="Subtitle 2"/>
          <p:cNvSpPr>
            <a:spLocks noGrp="1"/>
          </p:cNvSpPr>
          <p:nvPr userDrawn="1">
            <p:ph type="subTitle" idx="1" hasCustomPrompt="1"/>
          </p:nvPr>
        </p:nvSpPr>
        <p:spPr bwMode="gray">
          <a:xfrm>
            <a:off x="548783" y="4059936"/>
            <a:ext cx="8716502" cy="457200"/>
          </a:xfrm>
          <a:prstGeom prst="rect">
            <a:avLst/>
          </a:prstGeom>
        </p:spPr>
        <p:txBody>
          <a:bodyPr lIns="0" tIns="0" rIns="0" bIns="0" anchor="b" anchorCtr="0"/>
          <a:lstStyle>
            <a:lvl1pPr marL="0" indent="0" algn="l" defTabSz="1218987" rtl="0" eaLnBrk="1" latinLnBrk="0" hangingPunct="1">
              <a:lnSpc>
                <a:spcPct val="90000"/>
              </a:lnSpc>
              <a:spcBef>
                <a:spcPct val="0"/>
              </a:spcBef>
              <a:buNone/>
              <a:defRPr lang="en-US" sz="2400" b="0" kern="1200" cap="none" spc="0" baseline="0" dirty="0">
                <a:solidFill>
                  <a:schemeClr val="tx1"/>
                </a:solidFill>
                <a:latin typeface="Arial" pitchFamily="34" charset="0"/>
                <a:ea typeface="+mn-ea"/>
                <a:cs typeface="Arial" pitchFamily="34" charset="0"/>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subtitle placeholder</a:t>
            </a:r>
          </a:p>
        </p:txBody>
      </p:sp>
      <p:sp>
        <p:nvSpPr>
          <p:cNvPr id="5" name="Text Placeholder 4"/>
          <p:cNvSpPr>
            <a:spLocks noGrp="1"/>
          </p:cNvSpPr>
          <p:nvPr userDrawn="1">
            <p:ph type="body" sz="quarter" idx="11"/>
          </p:nvPr>
        </p:nvSpPr>
        <p:spPr>
          <a:xfrm>
            <a:off x="548783" y="4800600"/>
            <a:ext cx="6411614" cy="512064"/>
          </a:xfrm>
          <a:prstGeom prst="rect">
            <a:avLst/>
          </a:prstGeom>
        </p:spPr>
        <p:txBody>
          <a:bodyPr lIns="0" tIns="0" rIns="0" bIns="0"/>
          <a:lstStyle>
            <a:lvl1pPr marL="0" indent="0">
              <a:buFontTx/>
              <a:buNone/>
              <a:defRPr sz="1600"/>
            </a:lvl1pPr>
          </a:lstStyle>
          <a:p>
            <a:pPr lvl="0"/>
            <a:r>
              <a:rPr lang="zh-CN" altLang="en-US"/>
              <a:t>编辑母版文本样式</a:t>
            </a:r>
          </a:p>
          <a:p>
            <a:pPr lvl="1"/>
            <a:r>
              <a:rPr lang="zh-CN" altLang="en-US"/>
              <a:t>第二级</a:t>
            </a:r>
          </a:p>
        </p:txBody>
      </p:sp>
      <p:sp>
        <p:nvSpPr>
          <p:cNvPr id="20" name="Rectangle 19"/>
          <p:cNvSpPr/>
          <p:nvPr userDrawn="1"/>
        </p:nvSpPr>
        <p:spPr bwMode="black">
          <a:xfrm>
            <a:off x="548783" y="4557713"/>
            <a:ext cx="1097969" cy="10672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cxnSp>
        <p:nvCxnSpPr>
          <p:cNvPr id="21" name="Straight Connector 20"/>
          <p:cNvCxnSpPr/>
          <p:nvPr userDrawn="1"/>
        </p:nvCxnSpPr>
        <p:spPr>
          <a:xfrm>
            <a:off x="548783" y="4664439"/>
            <a:ext cx="1042180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pic>
        <p:nvPicPr>
          <p:cNvPr id="25" name="Picture 4" descr="C:\Users\kathyp\Documents\00_Brand-Resources\Multimode Elements\Multimode Icons\PNG\Multimode-Icon_LAPTOP.png"/>
          <p:cNvPicPr>
            <a:picLocks noChangeAspect="1" noChangeArrowheads="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5586920" y="5468108"/>
            <a:ext cx="311967" cy="311886"/>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5" descr="C:\Users\kathyp\Documents\00_Brand-Resources\Multimode Elements\Multimode Icons\PNG\Multimode-Icon_STAND.png"/>
          <p:cNvPicPr>
            <a:picLocks noChangeAspect="1" noChangeArrowheads="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2738105" y="5468108"/>
            <a:ext cx="311967" cy="311886"/>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8" descr="C:\Users\kathyp\Documents\00_Brand-Resources\Multimode Elements\Multimode Icons\PNG\Multimode-Icon_TABLET.png"/>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4167035" y="5468108"/>
            <a:ext cx="311967" cy="311886"/>
          </a:xfrm>
          <a:prstGeom prst="rect">
            <a:avLst/>
          </a:prstGeom>
          <a:noFill/>
          <a:extLst>
            <a:ext uri="{909E8E84-426E-40DD-AFC4-6F175D3DCCD1}">
              <a14:hiddenFill xmlns:a14="http://schemas.microsoft.com/office/drawing/2010/main">
                <a:solidFill>
                  <a:srgbClr val="FFFFFF"/>
                </a:solidFill>
              </a14:hiddenFill>
            </a:ext>
          </a:extLst>
        </p:spPr>
      </p:pic>
      <p:grpSp>
        <p:nvGrpSpPr>
          <p:cNvPr id="33" name="Group 32"/>
          <p:cNvGrpSpPr/>
          <p:nvPr userDrawn="1"/>
        </p:nvGrpSpPr>
        <p:grpSpPr>
          <a:xfrm>
            <a:off x="2025125" y="5468108"/>
            <a:ext cx="310977" cy="310896"/>
            <a:chOff x="2024598" y="5468108"/>
            <a:chExt cx="310896" cy="310896"/>
          </a:xfrm>
        </p:grpSpPr>
        <p:sp>
          <p:nvSpPr>
            <p:cNvPr id="34" name="Oval 33"/>
            <p:cNvSpPr/>
            <p:nvPr userDrawn="1"/>
          </p:nvSpPr>
          <p:spPr>
            <a:xfrm>
              <a:off x="2024598" y="5468108"/>
              <a:ext cx="310896" cy="31089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pic>
          <p:nvPicPr>
            <p:cNvPr id="35" name="Picture 34"/>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2118814" y="5509256"/>
              <a:ext cx="122464" cy="228600"/>
            </a:xfrm>
            <a:prstGeom prst="rect">
              <a:avLst/>
            </a:prstGeom>
          </p:spPr>
        </p:pic>
      </p:grpSp>
      <p:grpSp>
        <p:nvGrpSpPr>
          <p:cNvPr id="52" name="Group 51"/>
          <p:cNvGrpSpPr/>
          <p:nvPr userDrawn="1"/>
        </p:nvGrpSpPr>
        <p:grpSpPr>
          <a:xfrm>
            <a:off x="4881005" y="5468108"/>
            <a:ext cx="310977" cy="310896"/>
            <a:chOff x="4879734" y="5468108"/>
            <a:chExt cx="310896" cy="310896"/>
          </a:xfrm>
        </p:grpSpPr>
        <p:sp>
          <p:nvSpPr>
            <p:cNvPr id="53" name="Oval 52"/>
            <p:cNvSpPr/>
            <p:nvPr userDrawn="1"/>
          </p:nvSpPr>
          <p:spPr>
            <a:xfrm>
              <a:off x="4879734" y="5468108"/>
              <a:ext cx="310896" cy="31089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pic>
          <p:nvPicPr>
            <p:cNvPr id="57" name="Picture 6"/>
            <p:cNvPicPr>
              <a:picLocks noChangeAspect="1" noChangeArrowheads="1"/>
            </p:cNvPicPr>
            <p:nvPr userDrawn="1"/>
          </p:nvPicPr>
          <p:blipFill>
            <a:blip r:embed="rId14" cstate="print">
              <a:extLst>
                <a:ext uri="{28A0092B-C50C-407E-A947-70E740481C1C}">
                  <a14:useLocalDpi xmlns:a14="http://schemas.microsoft.com/office/drawing/2010/main" val="0"/>
                </a:ext>
              </a:extLst>
            </a:blip>
            <a:stretch>
              <a:fillRect/>
            </a:stretch>
          </p:blipFill>
          <p:spPr bwMode="auto">
            <a:xfrm>
              <a:off x="4935867" y="5521169"/>
              <a:ext cx="196609" cy="194742"/>
            </a:xfrm>
            <a:prstGeom prst="rect">
              <a:avLst/>
            </a:prstGeom>
            <a:noFill/>
          </p:spPr>
        </p:pic>
      </p:grpSp>
      <p:grpSp>
        <p:nvGrpSpPr>
          <p:cNvPr id="58" name="Group 57"/>
          <p:cNvGrpSpPr/>
          <p:nvPr userDrawn="1"/>
        </p:nvGrpSpPr>
        <p:grpSpPr>
          <a:xfrm>
            <a:off x="5951465" y="5468108"/>
            <a:ext cx="310977" cy="310896"/>
            <a:chOff x="5949915" y="5468108"/>
            <a:chExt cx="310896" cy="310896"/>
          </a:xfrm>
        </p:grpSpPr>
        <p:sp>
          <p:nvSpPr>
            <p:cNvPr id="59" name="Oval 58"/>
            <p:cNvSpPr/>
            <p:nvPr userDrawn="1"/>
          </p:nvSpPr>
          <p:spPr>
            <a:xfrm>
              <a:off x="5949915" y="5468108"/>
              <a:ext cx="310896" cy="310896"/>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pic>
          <p:nvPicPr>
            <p:cNvPr id="60" name="Picture 8"/>
            <p:cNvPicPr>
              <a:picLocks noChangeAspect="1" noChangeArrowheads="1"/>
            </p:cNvPicPr>
            <p:nvPr userDrawn="1"/>
          </p:nvPicPr>
          <p:blipFill>
            <a:blip r:embed="rId15" cstate="print">
              <a:extLst>
                <a:ext uri="{28A0092B-C50C-407E-A947-70E740481C1C}">
                  <a14:useLocalDpi xmlns:a14="http://schemas.microsoft.com/office/drawing/2010/main" val="0"/>
                </a:ext>
              </a:extLst>
            </a:blip>
            <a:stretch>
              <a:fillRect/>
            </a:stretch>
          </p:blipFill>
          <p:spPr bwMode="auto">
            <a:xfrm>
              <a:off x="6007100" y="5527072"/>
              <a:ext cx="185758" cy="188431"/>
            </a:xfrm>
            <a:prstGeom prst="rect">
              <a:avLst/>
            </a:prstGeom>
            <a:noFill/>
          </p:spPr>
        </p:pic>
      </p:grpSp>
      <p:grpSp>
        <p:nvGrpSpPr>
          <p:cNvPr id="3" name="Group 2"/>
          <p:cNvGrpSpPr/>
          <p:nvPr userDrawn="1"/>
        </p:nvGrpSpPr>
        <p:grpSpPr>
          <a:xfrm>
            <a:off x="3095586" y="5468109"/>
            <a:ext cx="311604" cy="315559"/>
            <a:chOff x="3094779" y="5468108"/>
            <a:chExt cx="311523" cy="315559"/>
          </a:xfrm>
        </p:grpSpPr>
        <p:sp>
          <p:nvSpPr>
            <p:cNvPr id="37" name="Oval 36"/>
            <p:cNvSpPr/>
            <p:nvPr userDrawn="1"/>
          </p:nvSpPr>
          <p:spPr>
            <a:xfrm>
              <a:off x="3094779" y="5468108"/>
              <a:ext cx="310896" cy="31089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pic>
          <p:nvPicPr>
            <p:cNvPr id="69" name="Picture 6" descr="C:\Users\yhwang\Desktop\WW Design\Multimode Icons\network-01.png"/>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3095406" y="5472771"/>
              <a:ext cx="310896" cy="310896"/>
            </a:xfrm>
            <a:prstGeom prst="rect">
              <a:avLst/>
            </a:prstGeom>
            <a:noFill/>
          </p:spPr>
        </p:pic>
      </p:grpSp>
      <p:sp>
        <p:nvSpPr>
          <p:cNvPr id="40" name="Oval 39"/>
          <p:cNvSpPr/>
          <p:nvPr userDrawn="1"/>
        </p:nvSpPr>
        <p:spPr>
          <a:xfrm>
            <a:off x="953675" y="5468108"/>
            <a:ext cx="310977" cy="31089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pic>
        <p:nvPicPr>
          <p:cNvPr id="72" name="Picture 5"/>
          <p:cNvPicPr>
            <a:picLocks noChangeAspect="1" noChangeArrowheads="1"/>
          </p:cNvPicPr>
          <p:nvPr userDrawn="1"/>
        </p:nvPicPr>
        <p:blipFill>
          <a:blip r:embed="rId17" cstate="print">
            <a:extLst>
              <a:ext uri="{28A0092B-C50C-407E-A947-70E740481C1C}">
                <a14:useLocalDpi xmlns:a14="http://schemas.microsoft.com/office/drawing/2010/main" val="0"/>
              </a:ext>
            </a:extLst>
          </a:blip>
          <a:stretch>
            <a:fillRect/>
          </a:stretch>
        </p:blipFill>
        <p:spPr bwMode="auto">
          <a:xfrm>
            <a:off x="1007039" y="5515987"/>
            <a:ext cx="204249" cy="215141"/>
          </a:xfrm>
          <a:prstGeom prst="rect">
            <a:avLst/>
          </a:prstGeom>
          <a:noFill/>
        </p:spPr>
      </p:pic>
      <p:pic>
        <p:nvPicPr>
          <p:cNvPr id="78" name="Picture 5"/>
          <p:cNvPicPr>
            <a:picLocks noChangeAspect="1" noChangeArrowheads="1"/>
          </p:cNvPicPr>
          <p:nvPr userDrawn="1"/>
        </p:nvPicPr>
        <p:blipFill>
          <a:blip r:embed="rId18" cstate="print">
            <a:extLst>
              <a:ext uri="{28A0092B-C50C-407E-A947-70E740481C1C}">
                <a14:useLocalDpi xmlns:a14="http://schemas.microsoft.com/office/drawing/2010/main" val="0"/>
              </a:ext>
            </a:extLst>
          </a:blip>
          <a:stretch>
            <a:fillRect/>
          </a:stretch>
        </p:blipFill>
        <p:spPr bwMode="auto">
          <a:xfrm>
            <a:off x="2398483" y="5540156"/>
            <a:ext cx="238492" cy="145035"/>
          </a:xfrm>
          <a:prstGeom prst="rect">
            <a:avLst/>
          </a:prstGeom>
          <a:noFill/>
        </p:spPr>
      </p:pic>
      <p:pic>
        <p:nvPicPr>
          <p:cNvPr id="79" name="Picture 5"/>
          <p:cNvPicPr>
            <a:picLocks noChangeAspect="1" noChangeArrowheads="1"/>
          </p:cNvPicPr>
          <p:nvPr userDrawn="1"/>
        </p:nvPicPr>
        <p:blipFill>
          <a:blip r:embed="rId19" cstate="print">
            <a:extLst>
              <a:ext uri="{28A0092B-C50C-407E-A947-70E740481C1C}">
                <a14:useLocalDpi xmlns:a14="http://schemas.microsoft.com/office/drawing/2010/main" val="0"/>
              </a:ext>
            </a:extLst>
          </a:blip>
          <a:stretch>
            <a:fillRect/>
          </a:stretch>
        </p:blipFill>
        <p:spPr bwMode="auto">
          <a:xfrm>
            <a:off x="3517644" y="5508039"/>
            <a:ext cx="197752" cy="197481"/>
          </a:xfrm>
          <a:prstGeom prst="rect">
            <a:avLst/>
          </a:prstGeom>
          <a:noFill/>
        </p:spPr>
      </p:pic>
      <p:pic>
        <p:nvPicPr>
          <p:cNvPr id="80" name="Picture 5"/>
          <p:cNvPicPr>
            <a:picLocks noChangeAspect="1" noChangeArrowheads="1"/>
          </p:cNvPicPr>
          <p:nvPr userDrawn="1"/>
        </p:nvPicPr>
        <p:blipFill>
          <a:blip r:embed="rId20" cstate="print">
            <a:extLst>
              <a:ext uri="{28A0092B-C50C-407E-A947-70E740481C1C}">
                <a14:useLocalDpi xmlns:a14="http://schemas.microsoft.com/office/drawing/2010/main" val="0"/>
              </a:ext>
            </a:extLst>
          </a:blip>
          <a:stretch>
            <a:fillRect/>
          </a:stretch>
        </p:blipFill>
        <p:spPr bwMode="auto">
          <a:xfrm>
            <a:off x="6347410" y="5552718"/>
            <a:ext cx="234047" cy="165847"/>
          </a:xfrm>
          <a:prstGeom prst="rect">
            <a:avLst/>
          </a:prstGeom>
          <a:noFill/>
        </p:spPr>
      </p:pic>
      <p:sp>
        <p:nvSpPr>
          <p:cNvPr id="66" name="Footer Placeholder 19"/>
          <p:cNvSpPr>
            <a:spLocks noGrp="1"/>
          </p:cNvSpPr>
          <p:nvPr>
            <p:ph type="ftr" sz="quarter" idx="10"/>
          </p:nvPr>
        </p:nvSpPr>
        <p:spPr>
          <a:xfrm>
            <a:off x="548783" y="6473952"/>
            <a:ext cx="2413972" cy="153888"/>
          </a:xfrm>
          <a:prstGeom prst="rect">
            <a:avLst/>
          </a:prstGeom>
        </p:spPr>
        <p:txBody>
          <a:bodyPr/>
          <a:lstStyle/>
          <a:p>
            <a:r>
              <a:rPr lang="en-US" altLang="zh-CN" sz="1000">
                <a:solidFill>
                  <a:srgbClr val="939598"/>
                </a:solidFill>
                <a:cs typeface="Arial" pitchFamily="34" charset="0"/>
              </a:rPr>
              <a:t>2016 LCFC Internal. All rights reserved.</a:t>
            </a:r>
          </a:p>
          <a:p>
            <a:r>
              <a:rPr lang="en-US" sz="1000">
                <a:solidFill>
                  <a:srgbClr val="939598"/>
                </a:solidFill>
                <a:cs typeface="Arial" pitchFamily="34" charset="0"/>
              </a:rPr>
              <a:t>.</a:t>
            </a:r>
          </a:p>
        </p:txBody>
      </p:sp>
      <p:pic>
        <p:nvPicPr>
          <p:cNvPr id="47" name="图片 46"/>
          <p:cNvPicPr>
            <a:picLocks noChangeAspect="1"/>
          </p:cNvPicPr>
          <p:nvPr userDrawn="1"/>
        </p:nvPicPr>
        <p:blipFill>
          <a:blip r:embed="rId21" cstate="print">
            <a:extLst>
              <a:ext uri="{28A0092B-C50C-407E-A947-70E740481C1C}">
                <a14:useLocalDpi xmlns:a14="http://schemas.microsoft.com/office/drawing/2010/main" val="0"/>
              </a:ext>
            </a:extLst>
          </a:blip>
          <a:stretch>
            <a:fillRect/>
          </a:stretch>
        </p:blipFill>
        <p:spPr>
          <a:xfrm>
            <a:off x="11565110" y="2691925"/>
            <a:ext cx="626890" cy="1972514"/>
          </a:xfrm>
          <a:prstGeom prst="rect">
            <a:avLst/>
          </a:prstGeom>
        </p:spPr>
      </p:pic>
    </p:spTree>
    <p:extLst>
      <p:ext uri="{BB962C8B-B14F-4D97-AF65-F5344CB8AC3E}">
        <p14:creationId xmlns:p14="http://schemas.microsoft.com/office/powerpoint/2010/main" val="1533542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_Picture">
    <p:spTree>
      <p:nvGrpSpPr>
        <p:cNvPr id="1" name=""/>
        <p:cNvGrpSpPr/>
        <p:nvPr/>
      </p:nvGrpSpPr>
      <p:grpSpPr>
        <a:xfrm>
          <a:off x="0" y="0"/>
          <a:ext cx="0" cy="0"/>
          <a:chOff x="0" y="0"/>
          <a:chExt cx="0" cy="0"/>
        </a:xfrm>
      </p:grpSpPr>
      <p:pic>
        <p:nvPicPr>
          <p:cNvPr id="51" name="Picture 5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93"/>
            <a:ext cx="12193587" cy="6857107"/>
          </a:xfrm>
          <a:prstGeom prst="rect">
            <a:avLst/>
          </a:prstGeom>
        </p:spPr>
      </p:pic>
      <p:sp>
        <p:nvSpPr>
          <p:cNvPr id="56" name="Title 16"/>
          <p:cNvSpPr>
            <a:spLocks noGrp="1"/>
          </p:cNvSpPr>
          <p:nvPr>
            <p:ph type="title" hasCustomPrompt="1"/>
          </p:nvPr>
        </p:nvSpPr>
        <p:spPr bwMode="gray">
          <a:xfrm>
            <a:off x="548783" y="2048256"/>
            <a:ext cx="8725648" cy="1581912"/>
          </a:xfrm>
          <a:prstGeom prst="rect">
            <a:avLst/>
          </a:prstGeom>
        </p:spPr>
        <p:txBody>
          <a:bodyPr lIns="0" tIns="60949" rIns="121899" bIns="60949" anchor="b" anchorCtr="0"/>
          <a:lstStyle>
            <a:lvl1pPr marL="0" algn="l" defTabSz="1218987" rtl="0" eaLnBrk="1" latinLnBrk="0" hangingPunct="1">
              <a:lnSpc>
                <a:spcPts val="5800"/>
              </a:lnSpc>
              <a:spcBef>
                <a:spcPct val="0"/>
              </a:spcBef>
              <a:buNone/>
              <a:defRPr lang="en-US" sz="6000" b="0" kern="1200" cap="none" spc="0" baseline="0" dirty="0">
                <a:solidFill>
                  <a:schemeClr val="tx1"/>
                </a:solidFill>
                <a:latin typeface="Arial" pitchFamily="34" charset="0"/>
                <a:ea typeface="+mn-ea"/>
                <a:cs typeface="Arial" pitchFamily="34" charset="0"/>
              </a:defRPr>
            </a:lvl1pPr>
          </a:lstStyle>
          <a:p>
            <a:r>
              <a:rPr lang="en-US"/>
              <a:t>Click to edit text, two lines maximum</a:t>
            </a:r>
          </a:p>
        </p:txBody>
      </p:sp>
      <p:sp>
        <p:nvSpPr>
          <p:cNvPr id="62" name="Footer Placeholder 61"/>
          <p:cNvSpPr>
            <a:spLocks noGrp="1"/>
          </p:cNvSpPr>
          <p:nvPr>
            <p:ph type="ftr" sz="quarter" idx="10"/>
          </p:nvPr>
        </p:nvSpPr>
        <p:spPr>
          <a:xfrm>
            <a:off x="548783" y="6473952"/>
            <a:ext cx="3861806" cy="153888"/>
          </a:xfrm>
          <a:prstGeom prst="rect">
            <a:avLst/>
          </a:prstGeom>
        </p:spPr>
        <p:txBody>
          <a:bodyPr lIns="0"/>
          <a:lstStyle>
            <a:lvl1pPr>
              <a:defRPr cap="none"/>
            </a:lvl1pPr>
          </a:lstStyle>
          <a:p>
            <a:r>
              <a:rPr lang="en-US" sz="1000">
                <a:solidFill>
                  <a:srgbClr val="939598"/>
                </a:solidFill>
                <a:cs typeface="Arial" pitchFamily="34" charset="0"/>
              </a:rPr>
              <a:t>2016 LCFC Internal. All rights reserved.</a:t>
            </a:r>
          </a:p>
        </p:txBody>
      </p:sp>
      <p:sp>
        <p:nvSpPr>
          <p:cNvPr id="55" name="Subtitle 2"/>
          <p:cNvSpPr>
            <a:spLocks noGrp="1"/>
          </p:cNvSpPr>
          <p:nvPr>
            <p:ph type="subTitle" idx="1" hasCustomPrompt="1"/>
          </p:nvPr>
        </p:nvSpPr>
        <p:spPr bwMode="gray">
          <a:xfrm>
            <a:off x="548783" y="4059936"/>
            <a:ext cx="8716502" cy="457200"/>
          </a:xfrm>
          <a:prstGeom prst="rect">
            <a:avLst/>
          </a:prstGeom>
        </p:spPr>
        <p:txBody>
          <a:bodyPr lIns="0" tIns="0" rIns="0" bIns="0" anchor="b" anchorCtr="0"/>
          <a:lstStyle>
            <a:lvl1pPr marL="0" indent="0" algn="l" defTabSz="1218987" rtl="0" eaLnBrk="1" latinLnBrk="0" hangingPunct="1">
              <a:lnSpc>
                <a:spcPct val="90000"/>
              </a:lnSpc>
              <a:spcBef>
                <a:spcPct val="0"/>
              </a:spcBef>
              <a:buNone/>
              <a:defRPr lang="en-US" sz="2400" b="0" kern="1200" cap="none" spc="0" baseline="0" dirty="0">
                <a:solidFill>
                  <a:schemeClr val="tx1"/>
                </a:solidFill>
                <a:latin typeface="Arial" pitchFamily="34" charset="0"/>
                <a:ea typeface="+mn-ea"/>
                <a:cs typeface="Arial" pitchFamily="34" charset="0"/>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subtitle placeholder</a:t>
            </a:r>
          </a:p>
        </p:txBody>
      </p:sp>
      <p:sp>
        <p:nvSpPr>
          <p:cNvPr id="5" name="Text Placeholder 4"/>
          <p:cNvSpPr>
            <a:spLocks noGrp="1"/>
          </p:cNvSpPr>
          <p:nvPr>
            <p:ph type="body" sz="quarter" idx="11"/>
          </p:nvPr>
        </p:nvSpPr>
        <p:spPr>
          <a:xfrm>
            <a:off x="548783" y="4800600"/>
            <a:ext cx="6411614" cy="512064"/>
          </a:xfrm>
          <a:prstGeom prst="rect">
            <a:avLst/>
          </a:prstGeom>
        </p:spPr>
        <p:txBody>
          <a:bodyPr lIns="0" tIns="0" rIns="0" bIns="0"/>
          <a:lstStyle>
            <a:lvl1pPr marL="0" indent="0">
              <a:buFontTx/>
              <a:buNone/>
              <a:defRPr sz="1600"/>
            </a:lvl1pPr>
          </a:lstStyle>
          <a:p>
            <a:pPr lvl="0"/>
            <a:r>
              <a:rPr lang="zh-CN" altLang="en-US"/>
              <a:t>编辑母版文本样式</a:t>
            </a:r>
          </a:p>
          <a:p>
            <a:pPr lvl="1"/>
            <a:r>
              <a:rPr lang="zh-CN" altLang="en-US"/>
              <a:t>第二级</a:t>
            </a:r>
          </a:p>
        </p:txBody>
      </p:sp>
      <p:sp>
        <p:nvSpPr>
          <p:cNvPr id="66" name="Picture Placeholder 4"/>
          <p:cNvSpPr>
            <a:spLocks noGrp="1"/>
          </p:cNvSpPr>
          <p:nvPr>
            <p:ph type="pic" sz="quarter" idx="12"/>
          </p:nvPr>
        </p:nvSpPr>
        <p:spPr>
          <a:xfrm>
            <a:off x="9817677" y="3464892"/>
            <a:ext cx="1200857" cy="1199183"/>
          </a:xfrm>
          <a:prstGeom prst="rect">
            <a:avLst/>
          </a:prstGeom>
          <a:ln w="38100">
            <a:noFill/>
          </a:ln>
          <a:effectLst/>
        </p:spPr>
        <p:txBody>
          <a:bodyPr/>
          <a:lstStyle>
            <a:lvl1pPr>
              <a:defRPr sz="1000"/>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a:ln>
                  <a:noFill/>
                </a:ln>
                <a:solidFill>
                  <a:sysClr val="windowText" lastClr="000000"/>
                </a:solidFill>
                <a:effectLst/>
                <a:uLnTx/>
                <a:uFillTx/>
              </a:rPr>
              <a:t>单击图标添加图片</a:t>
            </a:r>
            <a:endParaRPr kumimoji="0" lang="en-US" sz="1800" b="0" i="0" u="none" strike="noStrike" kern="0" cap="none" spc="0" normalizeH="0" baseline="0" noProof="0">
              <a:ln>
                <a:noFill/>
              </a:ln>
              <a:solidFill>
                <a:sysClr val="windowText" lastClr="000000"/>
              </a:solidFill>
              <a:effectLst/>
              <a:uLnTx/>
              <a:uFillTx/>
            </a:endParaRPr>
          </a:p>
        </p:txBody>
      </p:sp>
      <p:sp>
        <p:nvSpPr>
          <p:cNvPr id="67" name="Text Placeholder 17"/>
          <p:cNvSpPr>
            <a:spLocks noGrp="1"/>
          </p:cNvSpPr>
          <p:nvPr>
            <p:ph type="body" sz="quarter" idx="13" hasCustomPrompt="1"/>
          </p:nvPr>
        </p:nvSpPr>
        <p:spPr>
          <a:xfrm>
            <a:off x="9160674" y="4770439"/>
            <a:ext cx="1689540" cy="198437"/>
          </a:xfrm>
          <a:prstGeom prst="rect">
            <a:avLst/>
          </a:prstGeom>
        </p:spPr>
        <p:txBody>
          <a:bodyPr lIns="0" tIns="45720" rIns="45720"/>
          <a:lstStyle>
            <a:lvl1pPr marL="0" indent="0" algn="r">
              <a:buFontTx/>
              <a:buNone/>
              <a:defRPr sz="1100"/>
            </a:lvl1pPr>
            <a:lvl2pPr marL="341313" indent="0" algn="r">
              <a:buFontTx/>
              <a:buNone/>
              <a:defRPr sz="1100"/>
            </a:lvl2pPr>
            <a:lvl3pPr marL="679450" indent="0" algn="r">
              <a:buFontTx/>
              <a:buNone/>
              <a:defRPr sz="1100"/>
            </a:lvl3pPr>
            <a:lvl4pPr marL="966787" indent="0" algn="r">
              <a:buFontTx/>
              <a:buNone/>
              <a:defRPr sz="1100"/>
            </a:lvl4pPr>
            <a:lvl5pPr marL="1146175" indent="0" algn="r">
              <a:buFontTx/>
              <a:buNone/>
              <a:defRPr sz="1100"/>
            </a:lvl5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ysClr val="windowText" lastClr="000000"/>
                </a:solidFill>
                <a:effectLst/>
                <a:uLnTx/>
                <a:uFillTx/>
              </a:rPr>
              <a:t>@</a:t>
            </a:r>
            <a:r>
              <a:rPr kumimoji="0" lang="en-US" sz="1100" b="0" i="0" u="none" strike="noStrike" kern="0" cap="none" spc="0" normalizeH="0" baseline="0" noProof="0" err="1">
                <a:ln>
                  <a:noFill/>
                </a:ln>
                <a:solidFill>
                  <a:sysClr val="windowText" lastClr="000000"/>
                </a:solidFill>
                <a:effectLst/>
                <a:uLnTx/>
                <a:uFillTx/>
              </a:rPr>
              <a:t>twitterhandle</a:t>
            </a:r>
            <a:endParaRPr kumimoji="0" lang="en-US" sz="1100" b="0" i="0" u="none" strike="noStrike" kern="0" cap="none" spc="0" normalizeH="0" baseline="0" noProof="0">
              <a:ln>
                <a:noFill/>
              </a:ln>
              <a:solidFill>
                <a:sysClr val="windowText" lastClr="000000"/>
              </a:solidFill>
              <a:effectLst/>
              <a:uLnTx/>
              <a:uFillTx/>
            </a:endParaRPr>
          </a:p>
        </p:txBody>
      </p:sp>
      <p:grpSp>
        <p:nvGrpSpPr>
          <p:cNvPr id="68" name="Group 67"/>
          <p:cNvGrpSpPr/>
          <p:nvPr userDrawn="1"/>
        </p:nvGrpSpPr>
        <p:grpSpPr>
          <a:xfrm>
            <a:off x="9817677" y="4664439"/>
            <a:ext cx="1200857" cy="305126"/>
            <a:chOff x="9815120" y="4664439"/>
            <a:chExt cx="1200544" cy="305126"/>
          </a:xfrm>
          <a:solidFill>
            <a:srgbClr val="4AC0E0"/>
          </a:solidFill>
        </p:grpSpPr>
        <p:sp>
          <p:nvSpPr>
            <p:cNvPr id="69" name="Rectangle 68"/>
            <p:cNvSpPr/>
            <p:nvPr userDrawn="1"/>
          </p:nvSpPr>
          <p:spPr bwMode="black">
            <a:xfrm>
              <a:off x="9815120" y="4664439"/>
              <a:ext cx="1200544" cy="106726"/>
            </a:xfrm>
            <a:prstGeom prst="rect">
              <a:avLst/>
            </a:prstGeom>
            <a:grp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Arial"/>
                <a:ea typeface="+mn-ea"/>
                <a:cs typeface="+mn-cs"/>
              </a:endParaRPr>
            </a:p>
          </p:txBody>
        </p:sp>
        <p:sp>
          <p:nvSpPr>
            <p:cNvPr id="70" name="Rectangle 45"/>
            <p:cNvSpPr/>
            <p:nvPr userDrawn="1"/>
          </p:nvSpPr>
          <p:spPr bwMode="black">
            <a:xfrm>
              <a:off x="10853530" y="4771165"/>
              <a:ext cx="162133" cy="198400"/>
            </a:xfrm>
            <a:custGeom>
              <a:avLst/>
              <a:gdLst>
                <a:gd name="connsiteX0" fmla="*/ 0 w 1200544"/>
                <a:gd name="connsiteY0" fmla="*/ 0 h 106726"/>
                <a:gd name="connsiteX1" fmla="*/ 1200544 w 1200544"/>
                <a:gd name="connsiteY1" fmla="*/ 0 h 106726"/>
                <a:gd name="connsiteX2" fmla="*/ 1200544 w 1200544"/>
                <a:gd name="connsiteY2" fmla="*/ 106726 h 106726"/>
                <a:gd name="connsiteX3" fmla="*/ 0 w 1200544"/>
                <a:gd name="connsiteY3" fmla="*/ 106726 h 106726"/>
                <a:gd name="connsiteX4" fmla="*/ 0 w 1200544"/>
                <a:gd name="connsiteY4" fmla="*/ 0 h 106726"/>
                <a:gd name="connsiteX0" fmla="*/ 0 w 1200544"/>
                <a:gd name="connsiteY0" fmla="*/ 0 h 106726"/>
                <a:gd name="connsiteX1" fmla="*/ 1200544 w 1200544"/>
                <a:gd name="connsiteY1" fmla="*/ 0 h 106726"/>
                <a:gd name="connsiteX2" fmla="*/ 0 w 1200544"/>
                <a:gd name="connsiteY2" fmla="*/ 106726 h 106726"/>
                <a:gd name="connsiteX3" fmla="*/ 0 w 1200544"/>
                <a:gd name="connsiteY3" fmla="*/ 0 h 106726"/>
              </a:gdLst>
              <a:ahLst/>
              <a:cxnLst>
                <a:cxn ang="0">
                  <a:pos x="connsiteX0" y="connsiteY0"/>
                </a:cxn>
                <a:cxn ang="0">
                  <a:pos x="connsiteX1" y="connsiteY1"/>
                </a:cxn>
                <a:cxn ang="0">
                  <a:pos x="connsiteX2" y="connsiteY2"/>
                </a:cxn>
                <a:cxn ang="0">
                  <a:pos x="connsiteX3" y="connsiteY3"/>
                </a:cxn>
              </a:cxnLst>
              <a:rect l="l" t="t" r="r" b="b"/>
              <a:pathLst>
                <a:path w="1200544" h="106726">
                  <a:moveTo>
                    <a:pt x="0" y="0"/>
                  </a:moveTo>
                  <a:lnTo>
                    <a:pt x="1200544" y="0"/>
                  </a:lnTo>
                  <a:lnTo>
                    <a:pt x="0" y="106726"/>
                  </a:lnTo>
                  <a:lnTo>
                    <a:pt x="0" y="0"/>
                  </a:lnTo>
                  <a:close/>
                </a:path>
              </a:pathLst>
            </a:custGeom>
            <a:grp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Arial"/>
                <a:ea typeface="+mn-ea"/>
                <a:cs typeface="+mn-cs"/>
              </a:endParaRPr>
            </a:p>
          </p:txBody>
        </p:sp>
      </p:grpSp>
      <p:sp>
        <p:nvSpPr>
          <p:cNvPr id="54" name="Rectangle 53"/>
          <p:cNvSpPr/>
          <p:nvPr userDrawn="1"/>
        </p:nvSpPr>
        <p:spPr bwMode="black">
          <a:xfrm>
            <a:off x="548783" y="4557713"/>
            <a:ext cx="1097969" cy="10672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cxnSp>
        <p:nvCxnSpPr>
          <p:cNvPr id="63" name="Straight Connector 62"/>
          <p:cNvCxnSpPr/>
          <p:nvPr userDrawn="1"/>
        </p:nvCxnSpPr>
        <p:spPr>
          <a:xfrm>
            <a:off x="548783" y="4664439"/>
            <a:ext cx="1042180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pic>
        <p:nvPicPr>
          <p:cNvPr id="65" name="Picture 6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6200000">
            <a:off x="10448039" y="2920476"/>
            <a:ext cx="2616181" cy="871741"/>
          </a:xfrm>
          <a:prstGeom prst="rect">
            <a:avLst/>
          </a:prstGeom>
        </p:spPr>
      </p:pic>
      <p:pic>
        <p:nvPicPr>
          <p:cNvPr id="71" name="Picture 6" descr="C:\Users\kathyp\Documents\00_Brand-Resources\Multimode Elements\Multimode Icons\PNG\Multimode-Icon_STAND-Tablet.png"/>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808565" y="5468108"/>
            <a:ext cx="311967" cy="311886"/>
          </a:xfrm>
          <a:prstGeom prst="rect">
            <a:avLst/>
          </a:prstGeom>
          <a:noFill/>
          <a:extLst>
            <a:ext uri="{909E8E84-426E-40DD-AFC4-6F175D3DCCD1}">
              <a14:hiddenFill xmlns:a14="http://schemas.microsoft.com/office/drawing/2010/main">
                <a:solidFill>
                  <a:srgbClr val="FFFFFF"/>
                </a:solidFill>
              </a14:hiddenFill>
            </a:ext>
          </a:extLst>
        </p:spPr>
      </p:pic>
      <p:sp>
        <p:nvSpPr>
          <p:cNvPr id="72" name="Oval 71"/>
          <p:cNvSpPr/>
          <p:nvPr userDrawn="1"/>
        </p:nvSpPr>
        <p:spPr>
          <a:xfrm>
            <a:off x="3461030" y="5468108"/>
            <a:ext cx="310977" cy="31089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pic>
        <p:nvPicPr>
          <p:cNvPr id="73" name="Picture 3" descr="C:\Users\kathyp\Documents\00_Brand-Resources\Multimode Elements\Multimode Icons\PNG\Multimode-Icon_HOLD.png"/>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6664453" y="5468108"/>
            <a:ext cx="311967" cy="311886"/>
          </a:xfrm>
          <a:prstGeom prst="rect">
            <a:avLst/>
          </a:prstGeom>
          <a:noFill/>
          <a:extLst>
            <a:ext uri="{909E8E84-426E-40DD-AFC4-6F175D3DCCD1}">
              <a14:hiddenFill xmlns:a14="http://schemas.microsoft.com/office/drawing/2010/main">
                <a:solidFill>
                  <a:srgbClr val="FFFFFF"/>
                </a:solidFill>
              </a14:hiddenFill>
            </a:ext>
          </a:extLst>
        </p:spPr>
      </p:pic>
      <p:sp>
        <p:nvSpPr>
          <p:cNvPr id="74" name="Oval 73"/>
          <p:cNvSpPr/>
          <p:nvPr userDrawn="1"/>
        </p:nvSpPr>
        <p:spPr>
          <a:xfrm>
            <a:off x="2364962" y="5468108"/>
            <a:ext cx="310977" cy="31089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pic>
        <p:nvPicPr>
          <p:cNvPr id="75" name="Picture 9" descr="C:\Users\kathyp\Documents\00_Brand-Resources\Multimode Elements\Multimode Icons\PNG\Multimode-Icon_TENT.png"/>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1667645" y="5468108"/>
            <a:ext cx="311967" cy="311886"/>
          </a:xfrm>
          <a:prstGeom prst="rect">
            <a:avLst/>
          </a:prstGeom>
          <a:noFill/>
          <a:extLst>
            <a:ext uri="{909E8E84-426E-40DD-AFC4-6F175D3DCCD1}">
              <a14:hiddenFill xmlns:a14="http://schemas.microsoft.com/office/drawing/2010/main">
                <a:solidFill>
                  <a:srgbClr val="FFFFFF"/>
                </a:solidFill>
              </a14:hiddenFill>
            </a:ext>
          </a:extLst>
        </p:spPr>
      </p:pic>
      <p:sp>
        <p:nvSpPr>
          <p:cNvPr id="76" name="Oval 75"/>
          <p:cNvSpPr/>
          <p:nvPr userDrawn="1"/>
        </p:nvSpPr>
        <p:spPr>
          <a:xfrm>
            <a:off x="6308945" y="5468108"/>
            <a:ext cx="310977" cy="31089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sp>
        <p:nvSpPr>
          <p:cNvPr id="77" name="Oval 76"/>
          <p:cNvSpPr/>
          <p:nvPr userDrawn="1"/>
        </p:nvSpPr>
        <p:spPr>
          <a:xfrm>
            <a:off x="597186" y="5468108"/>
            <a:ext cx="310977" cy="31089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pic>
        <p:nvPicPr>
          <p:cNvPr id="78" name="Picture 5"/>
          <p:cNvPicPr>
            <a:picLocks noChangeAspect="1" noChangeArrowheads="1"/>
          </p:cNvPicPr>
          <p:nvPr userDrawn="1"/>
        </p:nvPicPr>
        <p:blipFill>
          <a:blip r:embed="rId7" cstate="print">
            <a:extLst>
              <a:ext uri="{28A0092B-C50C-407E-A947-70E740481C1C}">
                <a14:useLocalDpi xmlns:a14="http://schemas.microsoft.com/office/drawing/2010/main" val="0"/>
              </a:ext>
            </a:extLst>
          </a:blip>
          <a:stretch>
            <a:fillRect/>
          </a:stretch>
        </p:blipFill>
        <p:spPr bwMode="auto">
          <a:xfrm>
            <a:off x="645381" y="5515987"/>
            <a:ext cx="214589" cy="215141"/>
          </a:xfrm>
          <a:prstGeom prst="rect">
            <a:avLst/>
          </a:prstGeom>
          <a:noFill/>
        </p:spPr>
      </p:pic>
      <p:grpSp>
        <p:nvGrpSpPr>
          <p:cNvPr id="79" name="Group 78"/>
          <p:cNvGrpSpPr/>
          <p:nvPr userDrawn="1"/>
        </p:nvGrpSpPr>
        <p:grpSpPr>
          <a:xfrm>
            <a:off x="5237495" y="5463092"/>
            <a:ext cx="310977" cy="315912"/>
            <a:chOff x="5236131" y="5463092"/>
            <a:chExt cx="310896" cy="315912"/>
          </a:xfrm>
        </p:grpSpPr>
        <p:sp>
          <p:nvSpPr>
            <p:cNvPr id="80" name="Oval 79"/>
            <p:cNvSpPr/>
            <p:nvPr userDrawn="1"/>
          </p:nvSpPr>
          <p:spPr>
            <a:xfrm>
              <a:off x="5236131" y="5468108"/>
              <a:ext cx="310896" cy="31089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pic>
          <p:nvPicPr>
            <p:cNvPr id="81" name="Picture 8" descr="C:\Users\yhwang\Desktop\WW Design\Multimode Icons\think_light-01.png"/>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5236131" y="5463092"/>
              <a:ext cx="310896" cy="310896"/>
            </a:xfrm>
            <a:prstGeom prst="rect">
              <a:avLst/>
            </a:prstGeom>
            <a:noFill/>
          </p:spPr>
        </p:pic>
      </p:grpSp>
      <p:grpSp>
        <p:nvGrpSpPr>
          <p:cNvPr id="82" name="Group 81"/>
          <p:cNvGrpSpPr/>
          <p:nvPr userDrawn="1"/>
        </p:nvGrpSpPr>
        <p:grpSpPr>
          <a:xfrm>
            <a:off x="1305106" y="5468108"/>
            <a:ext cx="310977" cy="310896"/>
            <a:chOff x="4523337" y="5468108"/>
            <a:chExt cx="310896" cy="310896"/>
          </a:xfrm>
        </p:grpSpPr>
        <p:sp>
          <p:nvSpPr>
            <p:cNvPr id="83" name="Oval 82"/>
            <p:cNvSpPr/>
            <p:nvPr userDrawn="1"/>
          </p:nvSpPr>
          <p:spPr>
            <a:xfrm>
              <a:off x="4523337" y="5468108"/>
              <a:ext cx="310896" cy="310896"/>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pic>
          <p:nvPicPr>
            <p:cNvPr id="84" name="Picture 7" descr="C:\Users\yhwang\Desktop\WW Design\Multimode Icons\server-01.png"/>
            <p:cNvPicPr>
              <a:picLocks noChangeAspect="1" noChangeArrowheads="1"/>
            </p:cNvPicPr>
            <p:nvPr userDrawn="1"/>
          </p:nvPicPr>
          <p:blipFill>
            <a:blip r:embed="rId9" cstate="print">
              <a:extLst>
                <a:ext uri="{28A0092B-C50C-407E-A947-70E740481C1C}">
                  <a14:useLocalDpi xmlns:a14="http://schemas.microsoft.com/office/drawing/2010/main" val="0"/>
                </a:ext>
              </a:extLst>
            </a:blip>
            <a:srcRect/>
            <a:stretch>
              <a:fillRect/>
            </a:stretch>
          </p:blipFill>
          <p:spPr bwMode="auto">
            <a:xfrm>
              <a:off x="4523337" y="5468108"/>
              <a:ext cx="310896" cy="310896"/>
            </a:xfrm>
            <a:prstGeom prst="rect">
              <a:avLst/>
            </a:prstGeom>
            <a:noFill/>
          </p:spPr>
        </p:pic>
      </p:grpSp>
      <p:grpSp>
        <p:nvGrpSpPr>
          <p:cNvPr id="85" name="Group 84"/>
          <p:cNvGrpSpPr/>
          <p:nvPr userDrawn="1"/>
        </p:nvGrpSpPr>
        <p:grpSpPr>
          <a:xfrm>
            <a:off x="4497076" y="5442941"/>
            <a:ext cx="365855" cy="365760"/>
            <a:chOff x="2355828" y="5442941"/>
            <a:chExt cx="365760" cy="365760"/>
          </a:xfrm>
        </p:grpSpPr>
        <p:sp>
          <p:nvSpPr>
            <p:cNvPr id="86" name="Oval 85"/>
            <p:cNvSpPr/>
            <p:nvPr userDrawn="1"/>
          </p:nvSpPr>
          <p:spPr>
            <a:xfrm>
              <a:off x="2380995" y="5468108"/>
              <a:ext cx="310896" cy="31089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pic>
          <p:nvPicPr>
            <p:cNvPr id="87" name="Picture 2" descr="C:\Users\yhwang\Desktop\WW Design\Multimode Icons\chain-01.png"/>
            <p:cNvPicPr>
              <a:picLocks noChangeAspect="1" noChangeArrowheads="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2355828" y="5442941"/>
              <a:ext cx="365760" cy="365760"/>
            </a:xfrm>
            <a:prstGeom prst="rect">
              <a:avLst/>
            </a:prstGeom>
            <a:noFill/>
          </p:spPr>
        </p:pic>
      </p:grpSp>
      <p:pic>
        <p:nvPicPr>
          <p:cNvPr id="88" name="Picture 4" descr="C:\Users\kathyp\Documents\00_Brand-Resources\Multimode Elements\Multimode Icons\PNG\Multimode-Icon_LAPTOP.png"/>
          <p:cNvPicPr>
            <a:picLocks noChangeAspect="1" noChangeArrowheads="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5586920" y="5468108"/>
            <a:ext cx="311967" cy="311886"/>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5" descr="C:\Users\kathyp\Documents\00_Brand-Resources\Multimode Elements\Multimode Icons\PNG\Multimode-Icon_STAND.png"/>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2738105" y="5468108"/>
            <a:ext cx="311967" cy="311886"/>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8" descr="C:\Users\kathyp\Documents\00_Brand-Resources\Multimode Elements\Multimode Icons\PNG\Multimode-Icon_TABLET.pn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4167035" y="5468108"/>
            <a:ext cx="311967" cy="311886"/>
          </a:xfrm>
          <a:prstGeom prst="rect">
            <a:avLst/>
          </a:prstGeom>
          <a:noFill/>
          <a:extLst>
            <a:ext uri="{909E8E84-426E-40DD-AFC4-6F175D3DCCD1}">
              <a14:hiddenFill xmlns:a14="http://schemas.microsoft.com/office/drawing/2010/main">
                <a:solidFill>
                  <a:srgbClr val="FFFFFF"/>
                </a:solidFill>
              </a14:hiddenFill>
            </a:ext>
          </a:extLst>
        </p:spPr>
      </p:pic>
      <p:grpSp>
        <p:nvGrpSpPr>
          <p:cNvPr id="91" name="Group 90"/>
          <p:cNvGrpSpPr/>
          <p:nvPr userDrawn="1"/>
        </p:nvGrpSpPr>
        <p:grpSpPr>
          <a:xfrm>
            <a:off x="2025125" y="5468108"/>
            <a:ext cx="310977" cy="310896"/>
            <a:chOff x="2024598" y="5468108"/>
            <a:chExt cx="310896" cy="310896"/>
          </a:xfrm>
        </p:grpSpPr>
        <p:sp>
          <p:nvSpPr>
            <p:cNvPr id="92" name="Oval 91"/>
            <p:cNvSpPr/>
            <p:nvPr userDrawn="1"/>
          </p:nvSpPr>
          <p:spPr>
            <a:xfrm>
              <a:off x="2024598" y="5468108"/>
              <a:ext cx="310896" cy="31089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pic>
          <p:nvPicPr>
            <p:cNvPr id="93" name="Picture 92"/>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2118814" y="5509256"/>
              <a:ext cx="122464" cy="228600"/>
            </a:xfrm>
            <a:prstGeom prst="rect">
              <a:avLst/>
            </a:prstGeom>
          </p:spPr>
        </p:pic>
      </p:grpSp>
      <p:grpSp>
        <p:nvGrpSpPr>
          <p:cNvPr id="94" name="Group 93"/>
          <p:cNvGrpSpPr/>
          <p:nvPr userDrawn="1"/>
        </p:nvGrpSpPr>
        <p:grpSpPr>
          <a:xfrm>
            <a:off x="4881005" y="5468108"/>
            <a:ext cx="310977" cy="310896"/>
            <a:chOff x="4879734" y="5468108"/>
            <a:chExt cx="310896" cy="310896"/>
          </a:xfrm>
        </p:grpSpPr>
        <p:sp>
          <p:nvSpPr>
            <p:cNvPr id="95" name="Oval 94"/>
            <p:cNvSpPr/>
            <p:nvPr userDrawn="1"/>
          </p:nvSpPr>
          <p:spPr>
            <a:xfrm>
              <a:off x="4879734" y="5468108"/>
              <a:ext cx="310896" cy="31089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pic>
          <p:nvPicPr>
            <p:cNvPr id="96" name="Picture 6"/>
            <p:cNvPicPr>
              <a:picLocks noChangeAspect="1" noChangeArrowheads="1"/>
            </p:cNvPicPr>
            <p:nvPr userDrawn="1"/>
          </p:nvPicPr>
          <p:blipFill>
            <a:blip r:embed="rId15" cstate="print">
              <a:extLst>
                <a:ext uri="{28A0092B-C50C-407E-A947-70E740481C1C}">
                  <a14:useLocalDpi xmlns:a14="http://schemas.microsoft.com/office/drawing/2010/main" val="0"/>
                </a:ext>
              </a:extLst>
            </a:blip>
            <a:stretch>
              <a:fillRect/>
            </a:stretch>
          </p:blipFill>
          <p:spPr bwMode="auto">
            <a:xfrm>
              <a:off x="4935867" y="5521169"/>
              <a:ext cx="196609" cy="194742"/>
            </a:xfrm>
            <a:prstGeom prst="rect">
              <a:avLst/>
            </a:prstGeom>
            <a:noFill/>
          </p:spPr>
        </p:pic>
      </p:grpSp>
      <p:grpSp>
        <p:nvGrpSpPr>
          <p:cNvPr id="97" name="Group 96"/>
          <p:cNvGrpSpPr/>
          <p:nvPr userDrawn="1"/>
        </p:nvGrpSpPr>
        <p:grpSpPr>
          <a:xfrm>
            <a:off x="5951465" y="5468108"/>
            <a:ext cx="310977" cy="310896"/>
            <a:chOff x="5949915" y="5468108"/>
            <a:chExt cx="310896" cy="310896"/>
          </a:xfrm>
        </p:grpSpPr>
        <p:sp>
          <p:nvSpPr>
            <p:cNvPr id="98" name="Oval 97"/>
            <p:cNvSpPr/>
            <p:nvPr userDrawn="1"/>
          </p:nvSpPr>
          <p:spPr>
            <a:xfrm>
              <a:off x="5949915" y="5468108"/>
              <a:ext cx="310896" cy="310896"/>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pic>
          <p:nvPicPr>
            <p:cNvPr id="99" name="Picture 8"/>
            <p:cNvPicPr>
              <a:picLocks noChangeAspect="1" noChangeArrowheads="1"/>
            </p:cNvPicPr>
            <p:nvPr userDrawn="1"/>
          </p:nvPicPr>
          <p:blipFill>
            <a:blip r:embed="rId16" cstate="print">
              <a:extLst>
                <a:ext uri="{28A0092B-C50C-407E-A947-70E740481C1C}">
                  <a14:useLocalDpi xmlns:a14="http://schemas.microsoft.com/office/drawing/2010/main" val="0"/>
                </a:ext>
              </a:extLst>
            </a:blip>
            <a:stretch>
              <a:fillRect/>
            </a:stretch>
          </p:blipFill>
          <p:spPr bwMode="auto">
            <a:xfrm>
              <a:off x="6007100" y="5527072"/>
              <a:ext cx="185758" cy="188431"/>
            </a:xfrm>
            <a:prstGeom prst="rect">
              <a:avLst/>
            </a:prstGeom>
            <a:noFill/>
          </p:spPr>
        </p:pic>
      </p:grpSp>
      <p:grpSp>
        <p:nvGrpSpPr>
          <p:cNvPr id="100" name="Group 99"/>
          <p:cNvGrpSpPr/>
          <p:nvPr userDrawn="1"/>
        </p:nvGrpSpPr>
        <p:grpSpPr>
          <a:xfrm>
            <a:off x="3095586" y="5468109"/>
            <a:ext cx="311604" cy="315559"/>
            <a:chOff x="3094779" y="5468108"/>
            <a:chExt cx="311523" cy="315559"/>
          </a:xfrm>
        </p:grpSpPr>
        <p:sp>
          <p:nvSpPr>
            <p:cNvPr id="101" name="Oval 100"/>
            <p:cNvSpPr/>
            <p:nvPr userDrawn="1"/>
          </p:nvSpPr>
          <p:spPr>
            <a:xfrm>
              <a:off x="3094779" y="5468108"/>
              <a:ext cx="310896" cy="31089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pic>
          <p:nvPicPr>
            <p:cNvPr id="102" name="Picture 6" descr="C:\Users\yhwang\Desktop\WW Design\Multimode Icons\network-01.png"/>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3095406" y="5472771"/>
              <a:ext cx="310896" cy="310896"/>
            </a:xfrm>
            <a:prstGeom prst="rect">
              <a:avLst/>
            </a:prstGeom>
            <a:noFill/>
          </p:spPr>
        </p:pic>
      </p:grpSp>
      <p:sp>
        <p:nvSpPr>
          <p:cNvPr id="125" name="Oval 124"/>
          <p:cNvSpPr/>
          <p:nvPr userDrawn="1"/>
        </p:nvSpPr>
        <p:spPr>
          <a:xfrm>
            <a:off x="953675" y="5468108"/>
            <a:ext cx="310977" cy="31089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pic>
        <p:nvPicPr>
          <p:cNvPr id="126" name="Picture 5"/>
          <p:cNvPicPr>
            <a:picLocks noChangeAspect="1" noChangeArrowheads="1"/>
          </p:cNvPicPr>
          <p:nvPr userDrawn="1"/>
        </p:nvPicPr>
        <p:blipFill>
          <a:blip r:embed="rId18" cstate="print">
            <a:extLst>
              <a:ext uri="{28A0092B-C50C-407E-A947-70E740481C1C}">
                <a14:useLocalDpi xmlns:a14="http://schemas.microsoft.com/office/drawing/2010/main" val="0"/>
              </a:ext>
            </a:extLst>
          </a:blip>
          <a:stretch>
            <a:fillRect/>
          </a:stretch>
        </p:blipFill>
        <p:spPr bwMode="auto">
          <a:xfrm>
            <a:off x="1007039" y="5515987"/>
            <a:ext cx="204249" cy="215141"/>
          </a:xfrm>
          <a:prstGeom prst="rect">
            <a:avLst/>
          </a:prstGeom>
          <a:noFill/>
        </p:spPr>
      </p:pic>
      <p:pic>
        <p:nvPicPr>
          <p:cNvPr id="127" name="Picture 5"/>
          <p:cNvPicPr>
            <a:picLocks noChangeAspect="1" noChangeArrowheads="1"/>
          </p:cNvPicPr>
          <p:nvPr userDrawn="1"/>
        </p:nvPicPr>
        <p:blipFill>
          <a:blip r:embed="rId19" cstate="print">
            <a:extLst>
              <a:ext uri="{28A0092B-C50C-407E-A947-70E740481C1C}">
                <a14:useLocalDpi xmlns:a14="http://schemas.microsoft.com/office/drawing/2010/main" val="0"/>
              </a:ext>
            </a:extLst>
          </a:blip>
          <a:stretch>
            <a:fillRect/>
          </a:stretch>
        </p:blipFill>
        <p:spPr bwMode="auto">
          <a:xfrm>
            <a:off x="2398483" y="5540156"/>
            <a:ext cx="238492" cy="145035"/>
          </a:xfrm>
          <a:prstGeom prst="rect">
            <a:avLst/>
          </a:prstGeom>
          <a:noFill/>
        </p:spPr>
      </p:pic>
      <p:pic>
        <p:nvPicPr>
          <p:cNvPr id="128" name="Picture 5"/>
          <p:cNvPicPr>
            <a:picLocks noChangeAspect="1" noChangeArrowheads="1"/>
          </p:cNvPicPr>
          <p:nvPr userDrawn="1"/>
        </p:nvPicPr>
        <p:blipFill>
          <a:blip r:embed="rId20" cstate="print">
            <a:extLst>
              <a:ext uri="{28A0092B-C50C-407E-A947-70E740481C1C}">
                <a14:useLocalDpi xmlns:a14="http://schemas.microsoft.com/office/drawing/2010/main" val="0"/>
              </a:ext>
            </a:extLst>
          </a:blip>
          <a:stretch>
            <a:fillRect/>
          </a:stretch>
        </p:blipFill>
        <p:spPr bwMode="auto">
          <a:xfrm>
            <a:off x="3517644" y="5508039"/>
            <a:ext cx="197752" cy="197481"/>
          </a:xfrm>
          <a:prstGeom prst="rect">
            <a:avLst/>
          </a:prstGeom>
          <a:noFill/>
        </p:spPr>
      </p:pic>
      <p:pic>
        <p:nvPicPr>
          <p:cNvPr id="129" name="Picture 5"/>
          <p:cNvPicPr>
            <a:picLocks noChangeAspect="1" noChangeArrowheads="1"/>
          </p:cNvPicPr>
          <p:nvPr userDrawn="1"/>
        </p:nvPicPr>
        <p:blipFill>
          <a:blip r:embed="rId21" cstate="print">
            <a:extLst>
              <a:ext uri="{28A0092B-C50C-407E-A947-70E740481C1C}">
                <a14:useLocalDpi xmlns:a14="http://schemas.microsoft.com/office/drawing/2010/main" val="0"/>
              </a:ext>
            </a:extLst>
          </a:blip>
          <a:stretch>
            <a:fillRect/>
          </a:stretch>
        </p:blipFill>
        <p:spPr bwMode="auto">
          <a:xfrm>
            <a:off x="6347410" y="5552718"/>
            <a:ext cx="234047" cy="165847"/>
          </a:xfrm>
          <a:prstGeom prst="rect">
            <a:avLst/>
          </a:prstGeom>
          <a:noFill/>
        </p:spPr>
      </p:pic>
    </p:spTree>
    <p:extLst>
      <p:ext uri="{BB962C8B-B14F-4D97-AF65-F5344CB8AC3E}">
        <p14:creationId xmlns:p14="http://schemas.microsoft.com/office/powerpoint/2010/main" val="1066580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_RED">
    <p:bg>
      <p:bgPr>
        <a:solidFill>
          <a:schemeClr val="bg2">
            <a:lumMod val="50000"/>
            <a:lumOff val="50000"/>
            <a:alpha val="0"/>
          </a:schemeClr>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93"/>
            <a:ext cx="12193587" cy="6857106"/>
          </a:xfrm>
          <a:prstGeom prst="rect">
            <a:avLst/>
          </a:prstGeom>
        </p:spPr>
      </p:pic>
      <p:sp>
        <p:nvSpPr>
          <p:cNvPr id="17" name="Rectangle 16"/>
          <p:cNvSpPr/>
          <p:nvPr userDrawn="1"/>
        </p:nvSpPr>
        <p:spPr bwMode="black">
          <a:xfrm>
            <a:off x="0" y="6384632"/>
            <a:ext cx="12195176" cy="47336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cxnSp>
        <p:nvCxnSpPr>
          <p:cNvPr id="18" name="Straight Connector 17"/>
          <p:cNvCxnSpPr/>
          <p:nvPr userDrawn="1"/>
        </p:nvCxnSpPr>
        <p:spPr>
          <a:xfrm>
            <a:off x="0" y="6384631"/>
            <a:ext cx="12192127" cy="0"/>
          </a:xfrm>
          <a:prstGeom prst="line">
            <a:avLst/>
          </a:prstGeom>
          <a:ln w="38100">
            <a:solidFill>
              <a:schemeClr val="bg1"/>
            </a:solidFill>
          </a:ln>
          <a:effectLst>
            <a:outerShdw blurRad="25400" dist="12700" dir="16200000"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1" name="Footer Placeholder 50"/>
          <p:cNvSpPr>
            <a:spLocks noGrp="1"/>
          </p:cNvSpPr>
          <p:nvPr>
            <p:ph type="ftr" sz="quarter" idx="10"/>
          </p:nvPr>
        </p:nvSpPr>
        <p:spPr>
          <a:xfrm>
            <a:off x="548783" y="6473952"/>
            <a:ext cx="3861806" cy="153888"/>
          </a:xfrm>
          <a:prstGeom prst="rect">
            <a:avLst/>
          </a:prstGeom>
        </p:spPr>
        <p:txBody>
          <a:bodyPr/>
          <a:lstStyle>
            <a:lvl1pPr>
              <a:defRPr>
                <a:solidFill>
                  <a:schemeClr val="bg1"/>
                </a:solidFill>
              </a:defRPr>
            </a:lvl1pPr>
          </a:lstStyle>
          <a:p>
            <a:r>
              <a:rPr lang="en-US" sz="1000">
                <a:cs typeface="Arial" pitchFamily="34" charset="0"/>
              </a:rPr>
              <a:t>2016 LCFC Internal. All rights reserved.</a:t>
            </a:r>
          </a:p>
        </p:txBody>
      </p:sp>
      <p:sp>
        <p:nvSpPr>
          <p:cNvPr id="46" name="Title 16"/>
          <p:cNvSpPr>
            <a:spLocks noGrp="1"/>
          </p:cNvSpPr>
          <p:nvPr>
            <p:ph type="title" hasCustomPrompt="1"/>
          </p:nvPr>
        </p:nvSpPr>
        <p:spPr bwMode="gray">
          <a:xfrm>
            <a:off x="1765252" y="1709928"/>
            <a:ext cx="9585408" cy="2852928"/>
          </a:xfrm>
          <a:prstGeom prst="rect">
            <a:avLst/>
          </a:prstGeom>
        </p:spPr>
        <p:txBody>
          <a:bodyPr lIns="0" tIns="0" rIns="0" bIns="0" anchor="b" anchorCtr="0"/>
          <a:lstStyle>
            <a:lvl1pPr marL="0" algn="l" defTabSz="1218987" rtl="0" eaLnBrk="1" latinLnBrk="0" hangingPunct="1">
              <a:lnSpc>
                <a:spcPts val="6480"/>
              </a:lnSpc>
              <a:spcBef>
                <a:spcPct val="0"/>
              </a:spcBef>
              <a:buNone/>
              <a:defRPr lang="en-US" sz="4800" b="0" kern="1200" cap="none" spc="0" baseline="0" dirty="0">
                <a:solidFill>
                  <a:schemeClr val="bg1"/>
                </a:solidFill>
                <a:latin typeface="Arial" pitchFamily="34" charset="0"/>
                <a:ea typeface="+mn-ea"/>
                <a:cs typeface="Arial" pitchFamily="34" charset="0"/>
              </a:defRPr>
            </a:lvl1pPr>
          </a:lstStyle>
          <a:p>
            <a:r>
              <a:rPr lang="en-US"/>
              <a:t>Click to edit section header title</a:t>
            </a:r>
          </a:p>
        </p:txBody>
      </p:sp>
      <p:sp>
        <p:nvSpPr>
          <p:cNvPr id="11" name="Text Placeholder 2"/>
          <p:cNvSpPr>
            <a:spLocks noGrp="1"/>
          </p:cNvSpPr>
          <p:nvPr>
            <p:ph type="body" idx="1" hasCustomPrompt="1"/>
          </p:nvPr>
        </p:nvSpPr>
        <p:spPr bwMode="white">
          <a:xfrm>
            <a:off x="1765252" y="4589464"/>
            <a:ext cx="9585154" cy="1500187"/>
          </a:xfrm>
          <a:prstGeom prst="rect">
            <a:avLst/>
          </a:prstGeo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subtitle text</a:t>
            </a:r>
          </a:p>
        </p:txBody>
      </p:sp>
      <p:cxnSp>
        <p:nvCxnSpPr>
          <p:cNvPr id="12" name="Straight Connector 11"/>
          <p:cNvCxnSpPr/>
          <p:nvPr userDrawn="1"/>
        </p:nvCxnSpPr>
        <p:spPr bwMode="white">
          <a:xfrm>
            <a:off x="1652211" y="4563269"/>
            <a:ext cx="0" cy="1816894"/>
          </a:xfrm>
          <a:prstGeom prst="line">
            <a:avLst/>
          </a:prstGeom>
          <a:ln w="12700">
            <a:solidFill>
              <a:schemeClr val="bg1"/>
            </a:solidFill>
            <a:tailEnd type="oval" w="lg" len="lg"/>
          </a:ln>
        </p:spPr>
        <p:style>
          <a:lnRef idx="1">
            <a:schemeClr val="accent1"/>
          </a:lnRef>
          <a:fillRef idx="0">
            <a:schemeClr val="accent1"/>
          </a:fillRef>
          <a:effectRef idx="0">
            <a:schemeClr val="accent1"/>
          </a:effectRef>
          <a:fontRef idx="minor">
            <a:schemeClr val="tx1"/>
          </a:fontRef>
        </p:style>
      </p:cxnSp>
      <p:sp>
        <p:nvSpPr>
          <p:cNvPr id="14" name="Oval 13"/>
          <p:cNvSpPr/>
          <p:nvPr userDrawn="1"/>
        </p:nvSpPr>
        <p:spPr bwMode="gray">
          <a:xfrm>
            <a:off x="1592760" y="6329604"/>
            <a:ext cx="118903" cy="118872"/>
          </a:xfrm>
          <a:prstGeom prst="ellipse">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sp>
        <p:nvSpPr>
          <p:cNvPr id="16" name="Freeform 5"/>
          <p:cNvSpPr>
            <a:spLocks noEditPoints="1"/>
          </p:cNvSpPr>
          <p:nvPr userDrawn="1"/>
        </p:nvSpPr>
        <p:spPr bwMode="white">
          <a:xfrm>
            <a:off x="1172296" y="4087550"/>
            <a:ext cx="347680" cy="346881"/>
          </a:xfrm>
          <a:custGeom>
            <a:avLst/>
            <a:gdLst>
              <a:gd name="T0" fmla="*/ 206 w 412"/>
              <a:gd name="T1" fmla="*/ 0 h 412"/>
              <a:gd name="T2" fmla="*/ 0 w 412"/>
              <a:gd name="T3" fmla="*/ 206 h 412"/>
              <a:gd name="T4" fmla="*/ 206 w 412"/>
              <a:gd name="T5" fmla="*/ 412 h 412"/>
              <a:gd name="T6" fmla="*/ 412 w 412"/>
              <a:gd name="T7" fmla="*/ 206 h 412"/>
              <a:gd name="T8" fmla="*/ 206 w 412"/>
              <a:gd name="T9" fmla="*/ 0 h 412"/>
              <a:gd name="T10" fmla="*/ 206 w 412"/>
              <a:gd name="T11" fmla="*/ 376 h 412"/>
              <a:gd name="T12" fmla="*/ 36 w 412"/>
              <a:gd name="T13" fmla="*/ 206 h 412"/>
              <a:gd name="T14" fmla="*/ 206 w 412"/>
              <a:gd name="T15" fmla="*/ 36 h 412"/>
              <a:gd name="T16" fmla="*/ 376 w 412"/>
              <a:gd name="T17" fmla="*/ 206 h 412"/>
              <a:gd name="T18" fmla="*/ 206 w 412"/>
              <a:gd name="T19" fmla="*/ 376 h 412"/>
              <a:gd name="T20" fmla="*/ 328 w 412"/>
              <a:gd name="T21" fmla="*/ 206 h 412"/>
              <a:gd name="T22" fmla="*/ 260 w 412"/>
              <a:gd name="T23" fmla="*/ 274 h 412"/>
              <a:gd name="T24" fmla="*/ 222 w 412"/>
              <a:gd name="T25" fmla="*/ 274 h 412"/>
              <a:gd name="T26" fmla="*/ 271 w 412"/>
              <a:gd name="T27" fmla="*/ 225 h 412"/>
              <a:gd name="T28" fmla="*/ 90 w 412"/>
              <a:gd name="T29" fmla="*/ 225 h 412"/>
              <a:gd name="T30" fmla="*/ 90 w 412"/>
              <a:gd name="T31" fmla="*/ 218 h 412"/>
              <a:gd name="T32" fmla="*/ 90 w 412"/>
              <a:gd name="T33" fmla="*/ 194 h 412"/>
              <a:gd name="T34" fmla="*/ 90 w 412"/>
              <a:gd name="T35" fmla="*/ 187 h 412"/>
              <a:gd name="T36" fmla="*/ 271 w 412"/>
              <a:gd name="T37" fmla="*/ 187 h 412"/>
              <a:gd name="T38" fmla="*/ 222 w 412"/>
              <a:gd name="T39" fmla="*/ 138 h 412"/>
              <a:gd name="T40" fmla="*/ 260 w 412"/>
              <a:gd name="T41" fmla="*/ 138 h 412"/>
              <a:gd name="T42" fmla="*/ 328 w 412"/>
              <a:gd name="T43" fmla="*/ 206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2" h="412">
                <a:moveTo>
                  <a:pt x="206" y="0"/>
                </a:moveTo>
                <a:cubicBezTo>
                  <a:pt x="92" y="0"/>
                  <a:pt x="0" y="92"/>
                  <a:pt x="0" y="206"/>
                </a:cubicBezTo>
                <a:cubicBezTo>
                  <a:pt x="0" y="319"/>
                  <a:pt x="92" y="412"/>
                  <a:pt x="206" y="412"/>
                </a:cubicBezTo>
                <a:cubicBezTo>
                  <a:pt x="320" y="412"/>
                  <a:pt x="412" y="319"/>
                  <a:pt x="412" y="206"/>
                </a:cubicBezTo>
                <a:cubicBezTo>
                  <a:pt x="412" y="92"/>
                  <a:pt x="320" y="0"/>
                  <a:pt x="206" y="0"/>
                </a:cubicBezTo>
                <a:close/>
                <a:moveTo>
                  <a:pt x="206" y="376"/>
                </a:moveTo>
                <a:cubicBezTo>
                  <a:pt x="112" y="376"/>
                  <a:pt x="36" y="300"/>
                  <a:pt x="36" y="206"/>
                </a:cubicBezTo>
                <a:cubicBezTo>
                  <a:pt x="36" y="112"/>
                  <a:pt x="112" y="36"/>
                  <a:pt x="206" y="36"/>
                </a:cubicBezTo>
                <a:cubicBezTo>
                  <a:pt x="300" y="36"/>
                  <a:pt x="376" y="112"/>
                  <a:pt x="376" y="206"/>
                </a:cubicBezTo>
                <a:cubicBezTo>
                  <a:pt x="376" y="300"/>
                  <a:pt x="300" y="376"/>
                  <a:pt x="206" y="376"/>
                </a:cubicBezTo>
                <a:close/>
                <a:moveTo>
                  <a:pt x="328" y="206"/>
                </a:moveTo>
                <a:cubicBezTo>
                  <a:pt x="260" y="274"/>
                  <a:pt x="260" y="274"/>
                  <a:pt x="260" y="274"/>
                </a:cubicBezTo>
                <a:cubicBezTo>
                  <a:pt x="222" y="274"/>
                  <a:pt x="222" y="274"/>
                  <a:pt x="222" y="274"/>
                </a:cubicBezTo>
                <a:cubicBezTo>
                  <a:pt x="271" y="225"/>
                  <a:pt x="271" y="225"/>
                  <a:pt x="271" y="225"/>
                </a:cubicBezTo>
                <a:cubicBezTo>
                  <a:pt x="90" y="225"/>
                  <a:pt x="90" y="225"/>
                  <a:pt x="90" y="225"/>
                </a:cubicBezTo>
                <a:cubicBezTo>
                  <a:pt x="90" y="218"/>
                  <a:pt x="90" y="218"/>
                  <a:pt x="90" y="218"/>
                </a:cubicBezTo>
                <a:cubicBezTo>
                  <a:pt x="90" y="194"/>
                  <a:pt x="90" y="194"/>
                  <a:pt x="90" y="194"/>
                </a:cubicBezTo>
                <a:cubicBezTo>
                  <a:pt x="90" y="187"/>
                  <a:pt x="90" y="187"/>
                  <a:pt x="90" y="187"/>
                </a:cubicBezTo>
                <a:cubicBezTo>
                  <a:pt x="271" y="187"/>
                  <a:pt x="271" y="187"/>
                  <a:pt x="271" y="187"/>
                </a:cubicBezTo>
                <a:cubicBezTo>
                  <a:pt x="222" y="138"/>
                  <a:pt x="222" y="138"/>
                  <a:pt x="222" y="138"/>
                </a:cubicBezTo>
                <a:cubicBezTo>
                  <a:pt x="260" y="138"/>
                  <a:pt x="260" y="138"/>
                  <a:pt x="260" y="138"/>
                </a:cubicBezTo>
                <a:lnTo>
                  <a:pt x="328" y="20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1800"/>
          </a:p>
        </p:txBody>
      </p:sp>
    </p:spTree>
    <p:extLst>
      <p:ext uri="{BB962C8B-B14F-4D97-AF65-F5344CB8AC3E}">
        <p14:creationId xmlns:p14="http://schemas.microsoft.com/office/powerpoint/2010/main" val="1323889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 No Background">
    <p:spTree>
      <p:nvGrpSpPr>
        <p:cNvPr id="1" name=""/>
        <p:cNvGrpSpPr/>
        <p:nvPr/>
      </p:nvGrpSpPr>
      <p:grpSpPr>
        <a:xfrm>
          <a:off x="0" y="0"/>
          <a:ext cx="0" cy="0"/>
          <a:chOff x="0" y="0"/>
          <a:chExt cx="0" cy="0"/>
        </a:xfrm>
      </p:grpSpPr>
      <p:sp>
        <p:nvSpPr>
          <p:cNvPr id="21" name="Title 28"/>
          <p:cNvSpPr>
            <a:spLocks noGrp="1"/>
          </p:cNvSpPr>
          <p:nvPr>
            <p:ph type="title" hasCustomPrompt="1"/>
          </p:nvPr>
        </p:nvSpPr>
        <p:spPr bwMode="gray">
          <a:xfrm>
            <a:off x="548783" y="274320"/>
            <a:ext cx="11076268" cy="521208"/>
          </a:xfrm>
          <a:prstGeom prst="rect">
            <a:avLst/>
          </a:prstGeom>
        </p:spPr>
        <p:txBody>
          <a:bodyPr wrap="square" lIns="0" tIns="0" rIns="0" bIns="0" anchor="ctr" anchorCtr="0"/>
          <a:lstStyle>
            <a:lvl1pPr marL="0" algn="l" defTabSz="1218987" rtl="0" eaLnBrk="1" latinLnBrk="0" hangingPunct="1">
              <a:lnSpc>
                <a:spcPct val="100000"/>
              </a:lnSpc>
              <a:spcBef>
                <a:spcPct val="0"/>
              </a:spcBef>
              <a:buNone/>
              <a:tabLst>
                <a:tab pos="1218987" algn="l"/>
              </a:tabLst>
              <a:defRPr lang="en-US" sz="3600" kern="1200" cap="none" spc="0" baseline="0" dirty="0">
                <a:solidFill>
                  <a:schemeClr val="tx1"/>
                </a:solidFill>
                <a:latin typeface="Arial" pitchFamily="34" charset="0"/>
                <a:ea typeface="+mn-ea"/>
                <a:cs typeface="Arial" pitchFamily="34" charset="0"/>
              </a:defRPr>
            </a:lvl1pPr>
          </a:lstStyle>
          <a:p>
            <a:r>
              <a:rPr lang="en-US"/>
              <a:t>Click To Edit Master Title</a:t>
            </a:r>
          </a:p>
        </p:txBody>
      </p:sp>
      <p:sp>
        <p:nvSpPr>
          <p:cNvPr id="9" name="Freeform 5"/>
          <p:cNvSpPr>
            <a:spLocks noChangeAspect="1" noEditPoints="1"/>
          </p:cNvSpPr>
          <p:nvPr userDrawn="1"/>
        </p:nvSpPr>
        <p:spPr bwMode="black">
          <a:xfrm>
            <a:off x="205408" y="423407"/>
            <a:ext cx="200639" cy="200587"/>
          </a:xfrm>
          <a:custGeom>
            <a:avLst/>
            <a:gdLst>
              <a:gd name="T0" fmla="*/ 684 w 1368"/>
              <a:gd name="T1" fmla="*/ 0 h 1368"/>
              <a:gd name="T2" fmla="*/ 0 w 1368"/>
              <a:gd name="T3" fmla="*/ 684 h 1368"/>
              <a:gd name="T4" fmla="*/ 684 w 1368"/>
              <a:gd name="T5" fmla="*/ 1368 h 1368"/>
              <a:gd name="T6" fmla="*/ 1368 w 1368"/>
              <a:gd name="T7" fmla="*/ 684 h 1368"/>
              <a:gd name="T8" fmla="*/ 684 w 1368"/>
              <a:gd name="T9" fmla="*/ 0 h 1368"/>
              <a:gd name="T10" fmla="*/ 1068 w 1368"/>
              <a:gd name="T11" fmla="*/ 698 h 1368"/>
              <a:gd name="T12" fmla="*/ 973 w 1368"/>
              <a:gd name="T13" fmla="*/ 793 h 1368"/>
              <a:gd name="T14" fmla="*/ 793 w 1368"/>
              <a:gd name="T15" fmla="*/ 793 h 1368"/>
              <a:gd name="T16" fmla="*/ 793 w 1368"/>
              <a:gd name="T17" fmla="*/ 973 h 1368"/>
              <a:gd name="T18" fmla="*/ 698 w 1368"/>
              <a:gd name="T19" fmla="*/ 1068 h 1368"/>
              <a:gd name="T20" fmla="*/ 670 w 1368"/>
              <a:gd name="T21" fmla="*/ 1068 h 1368"/>
              <a:gd name="T22" fmla="*/ 576 w 1368"/>
              <a:gd name="T23" fmla="*/ 973 h 1368"/>
              <a:gd name="T24" fmla="*/ 576 w 1368"/>
              <a:gd name="T25" fmla="*/ 793 h 1368"/>
              <a:gd name="T26" fmla="*/ 396 w 1368"/>
              <a:gd name="T27" fmla="*/ 793 h 1368"/>
              <a:gd name="T28" fmla="*/ 301 w 1368"/>
              <a:gd name="T29" fmla="*/ 698 h 1368"/>
              <a:gd name="T30" fmla="*/ 301 w 1368"/>
              <a:gd name="T31" fmla="*/ 671 h 1368"/>
              <a:gd name="T32" fmla="*/ 396 w 1368"/>
              <a:gd name="T33" fmla="*/ 576 h 1368"/>
              <a:gd name="T34" fmla="*/ 576 w 1368"/>
              <a:gd name="T35" fmla="*/ 576 h 1368"/>
              <a:gd name="T36" fmla="*/ 576 w 1368"/>
              <a:gd name="T37" fmla="*/ 396 h 1368"/>
              <a:gd name="T38" fmla="*/ 670 w 1368"/>
              <a:gd name="T39" fmla="*/ 301 h 1368"/>
              <a:gd name="T40" fmla="*/ 698 w 1368"/>
              <a:gd name="T41" fmla="*/ 301 h 1368"/>
              <a:gd name="T42" fmla="*/ 793 w 1368"/>
              <a:gd name="T43" fmla="*/ 396 h 1368"/>
              <a:gd name="T44" fmla="*/ 793 w 1368"/>
              <a:gd name="T45" fmla="*/ 576 h 1368"/>
              <a:gd name="T46" fmla="*/ 973 w 1368"/>
              <a:gd name="T47" fmla="*/ 576 h 1368"/>
              <a:gd name="T48" fmla="*/ 1068 w 1368"/>
              <a:gd name="T49" fmla="*/ 671 h 1368"/>
              <a:gd name="T50" fmla="*/ 1068 w 1368"/>
              <a:gd name="T51" fmla="*/ 698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68" h="1368">
                <a:moveTo>
                  <a:pt x="684" y="0"/>
                </a:moveTo>
                <a:cubicBezTo>
                  <a:pt x="307" y="0"/>
                  <a:pt x="0" y="307"/>
                  <a:pt x="0" y="684"/>
                </a:cubicBezTo>
                <a:cubicBezTo>
                  <a:pt x="0" y="1062"/>
                  <a:pt x="307" y="1368"/>
                  <a:pt x="684" y="1368"/>
                </a:cubicBezTo>
                <a:cubicBezTo>
                  <a:pt x="1062" y="1368"/>
                  <a:pt x="1368" y="1062"/>
                  <a:pt x="1368" y="684"/>
                </a:cubicBezTo>
                <a:cubicBezTo>
                  <a:pt x="1368" y="307"/>
                  <a:pt x="1062" y="0"/>
                  <a:pt x="684" y="0"/>
                </a:cubicBezTo>
                <a:close/>
                <a:moveTo>
                  <a:pt x="1068" y="698"/>
                </a:moveTo>
                <a:cubicBezTo>
                  <a:pt x="1068" y="751"/>
                  <a:pt x="1025" y="793"/>
                  <a:pt x="973" y="793"/>
                </a:cubicBezTo>
                <a:cubicBezTo>
                  <a:pt x="793" y="793"/>
                  <a:pt x="793" y="793"/>
                  <a:pt x="793" y="793"/>
                </a:cubicBezTo>
                <a:cubicBezTo>
                  <a:pt x="793" y="973"/>
                  <a:pt x="793" y="973"/>
                  <a:pt x="793" y="973"/>
                </a:cubicBezTo>
                <a:cubicBezTo>
                  <a:pt x="793" y="1025"/>
                  <a:pt x="750" y="1068"/>
                  <a:pt x="698" y="1068"/>
                </a:cubicBezTo>
                <a:cubicBezTo>
                  <a:pt x="670" y="1068"/>
                  <a:pt x="670" y="1068"/>
                  <a:pt x="670" y="1068"/>
                </a:cubicBezTo>
                <a:cubicBezTo>
                  <a:pt x="618" y="1068"/>
                  <a:pt x="576" y="1025"/>
                  <a:pt x="576" y="973"/>
                </a:cubicBezTo>
                <a:cubicBezTo>
                  <a:pt x="576" y="793"/>
                  <a:pt x="576" y="793"/>
                  <a:pt x="576" y="793"/>
                </a:cubicBezTo>
                <a:cubicBezTo>
                  <a:pt x="396" y="793"/>
                  <a:pt x="396" y="793"/>
                  <a:pt x="396" y="793"/>
                </a:cubicBezTo>
                <a:cubicBezTo>
                  <a:pt x="344" y="793"/>
                  <a:pt x="301" y="751"/>
                  <a:pt x="301" y="698"/>
                </a:cubicBezTo>
                <a:cubicBezTo>
                  <a:pt x="301" y="671"/>
                  <a:pt x="301" y="671"/>
                  <a:pt x="301" y="671"/>
                </a:cubicBezTo>
                <a:cubicBezTo>
                  <a:pt x="301" y="618"/>
                  <a:pt x="344" y="576"/>
                  <a:pt x="396" y="576"/>
                </a:cubicBezTo>
                <a:cubicBezTo>
                  <a:pt x="576" y="576"/>
                  <a:pt x="576" y="576"/>
                  <a:pt x="576" y="576"/>
                </a:cubicBezTo>
                <a:cubicBezTo>
                  <a:pt x="576" y="396"/>
                  <a:pt x="576" y="396"/>
                  <a:pt x="576" y="396"/>
                </a:cubicBezTo>
                <a:cubicBezTo>
                  <a:pt x="576" y="344"/>
                  <a:pt x="618" y="301"/>
                  <a:pt x="670" y="301"/>
                </a:cubicBezTo>
                <a:cubicBezTo>
                  <a:pt x="698" y="301"/>
                  <a:pt x="698" y="301"/>
                  <a:pt x="698" y="301"/>
                </a:cubicBezTo>
                <a:cubicBezTo>
                  <a:pt x="750" y="301"/>
                  <a:pt x="793" y="344"/>
                  <a:pt x="793" y="396"/>
                </a:cubicBezTo>
                <a:cubicBezTo>
                  <a:pt x="793" y="576"/>
                  <a:pt x="793" y="576"/>
                  <a:pt x="793" y="576"/>
                </a:cubicBezTo>
                <a:cubicBezTo>
                  <a:pt x="973" y="576"/>
                  <a:pt x="973" y="576"/>
                  <a:pt x="973" y="576"/>
                </a:cubicBezTo>
                <a:cubicBezTo>
                  <a:pt x="1025" y="576"/>
                  <a:pt x="1068" y="618"/>
                  <a:pt x="1068" y="671"/>
                </a:cubicBezTo>
                <a:lnTo>
                  <a:pt x="1068" y="69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1800"/>
          </a:p>
        </p:txBody>
      </p:sp>
      <p:sp>
        <p:nvSpPr>
          <p:cNvPr id="12" name="Rectangle 11"/>
          <p:cNvSpPr/>
          <p:nvPr userDrawn="1"/>
        </p:nvSpPr>
        <p:spPr bwMode="gray">
          <a:xfrm>
            <a:off x="11751760" y="6395715"/>
            <a:ext cx="443416" cy="322249"/>
          </a:xfrm>
          <a:prstGeom prst="rect">
            <a:avLst/>
          </a:prstGeom>
          <a:no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14" name="Footer Placeholder 19"/>
          <p:cNvSpPr>
            <a:spLocks noGrp="1"/>
          </p:cNvSpPr>
          <p:nvPr>
            <p:ph type="ftr" sz="quarter" idx="10"/>
          </p:nvPr>
        </p:nvSpPr>
        <p:spPr>
          <a:xfrm>
            <a:off x="548783" y="6473952"/>
            <a:ext cx="2413972" cy="153888"/>
          </a:xfrm>
        </p:spPr>
        <p:txBody>
          <a:bodyPr/>
          <a:lstStyle/>
          <a:p>
            <a:r>
              <a:rPr lang="en-US" altLang="zh-CN" sz="1000">
                <a:solidFill>
                  <a:srgbClr val="939598"/>
                </a:solidFill>
                <a:cs typeface="Arial" pitchFamily="34" charset="0"/>
              </a:rPr>
              <a:t>2016 LCFC Internal. All rights reserved.</a:t>
            </a:r>
          </a:p>
          <a:p>
            <a:r>
              <a:rPr lang="en-US" sz="1000">
                <a:solidFill>
                  <a:srgbClr val="939598"/>
                </a:solidFill>
                <a:cs typeface="Arial" pitchFamily="34" charset="0"/>
              </a:rPr>
              <a:t>.</a:t>
            </a:r>
          </a:p>
        </p:txBody>
      </p:sp>
      <p:pic>
        <p:nvPicPr>
          <p:cNvPr id="10" name="图片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16200000">
            <a:off x="11562876" y="5800424"/>
            <a:ext cx="974339" cy="318995"/>
          </a:xfrm>
          <a:prstGeom prst="rect">
            <a:avLst/>
          </a:prstGeom>
        </p:spPr>
      </p:pic>
      <p:sp>
        <p:nvSpPr>
          <p:cNvPr id="11" name="Rectangle 6"/>
          <p:cNvSpPr/>
          <p:nvPr userDrawn="1"/>
        </p:nvSpPr>
        <p:spPr bwMode="gray">
          <a:xfrm flipH="1">
            <a:off x="11890545" y="6446656"/>
            <a:ext cx="311676" cy="182166"/>
          </a:xfrm>
          <a:prstGeom prst="rect">
            <a:avLst/>
          </a:prstGeom>
          <a:solidFill>
            <a:schemeClr val="tx1"/>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TextBox slide number"/>
          <p:cNvSpPr txBox="1"/>
          <p:nvPr userDrawn="1"/>
        </p:nvSpPr>
        <p:spPr bwMode="white">
          <a:xfrm>
            <a:off x="11907627" y="6491082"/>
            <a:ext cx="311675" cy="123111"/>
          </a:xfrm>
          <a:prstGeom prst="rect">
            <a:avLst/>
          </a:prstGeom>
        </p:spPr>
        <p:txBody>
          <a:bodyPr vert="horz" lIns="0" tIns="0" rIns="0" bIns="0" rtlCol="0" anchor="b"/>
          <a:lstStyle>
            <a:defPPr>
              <a:defRPr lang="en-US"/>
            </a:defPPr>
            <a:lvl1pPr algn="ctr">
              <a:defRPr sz="1000">
                <a:solidFill>
                  <a:schemeClr val="bg1"/>
                </a:solidFill>
              </a:defRPr>
            </a:lvl1pPr>
          </a:lstStyle>
          <a:p>
            <a:pPr lvl="0" algn="ctr"/>
            <a:fld id="{6EA5B71A-1B18-4E34-A48F-65DC4937AA99}" type="slidenum">
              <a:rPr lang="en-US" sz="1000" smtClean="0"/>
              <a:pPr lvl="0" algn="ctr"/>
              <a:t>‹#›</a:t>
            </a:fld>
            <a:endParaRPr lang="en-US" sz="1000"/>
          </a:p>
        </p:txBody>
      </p:sp>
    </p:spTree>
    <p:extLst>
      <p:ext uri="{BB962C8B-B14F-4D97-AF65-F5344CB8AC3E}">
        <p14:creationId xmlns:p14="http://schemas.microsoft.com/office/powerpoint/2010/main" val="4105841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 With Background">
    <p:spTree>
      <p:nvGrpSpPr>
        <p:cNvPr id="1" name=""/>
        <p:cNvGrpSpPr/>
        <p:nvPr/>
      </p:nvGrpSpPr>
      <p:grpSpPr>
        <a:xfrm>
          <a:off x="0" y="0"/>
          <a:ext cx="0" cy="0"/>
          <a:chOff x="0" y="0"/>
          <a:chExt cx="0" cy="0"/>
        </a:xfrm>
      </p:grpSpPr>
      <p:sp>
        <p:nvSpPr>
          <p:cNvPr id="12" name="Footer Placeholder 11"/>
          <p:cNvSpPr>
            <a:spLocks noGrp="1"/>
          </p:cNvSpPr>
          <p:nvPr>
            <p:ph type="ftr" sz="quarter" idx="10"/>
          </p:nvPr>
        </p:nvSpPr>
        <p:spPr>
          <a:xfrm>
            <a:off x="548783" y="6473952"/>
            <a:ext cx="3287237" cy="153888"/>
          </a:xfrm>
          <a:prstGeom prst="rect">
            <a:avLst/>
          </a:prstGeom>
        </p:spPr>
        <p:txBody>
          <a:bodyPr/>
          <a:lstStyle>
            <a:lvl1pPr>
              <a:defRPr cap="none"/>
            </a:lvl1pPr>
          </a:lstStyle>
          <a:p>
            <a:r>
              <a:rPr lang="en-US" sz="1000">
                <a:solidFill>
                  <a:srgbClr val="939598"/>
                </a:solidFill>
                <a:cs typeface="Arial" pitchFamily="34" charset="0"/>
              </a:rPr>
              <a:t>2016 LCFC Internal. All rights reserved.</a:t>
            </a:r>
          </a:p>
        </p:txBody>
      </p:sp>
      <p:sp>
        <p:nvSpPr>
          <p:cNvPr id="9" name="Title 28"/>
          <p:cNvSpPr>
            <a:spLocks noGrp="1"/>
          </p:cNvSpPr>
          <p:nvPr>
            <p:ph type="title" hasCustomPrompt="1"/>
          </p:nvPr>
        </p:nvSpPr>
        <p:spPr bwMode="gray">
          <a:xfrm>
            <a:off x="548783" y="274320"/>
            <a:ext cx="11076268" cy="521208"/>
          </a:xfrm>
          <a:prstGeom prst="rect">
            <a:avLst/>
          </a:prstGeom>
        </p:spPr>
        <p:txBody>
          <a:bodyPr wrap="square" lIns="0" tIns="0" rIns="0" bIns="0" anchor="ctr" anchorCtr="0"/>
          <a:lstStyle>
            <a:lvl1pPr marL="0" algn="l" defTabSz="1218987" rtl="0" eaLnBrk="1" latinLnBrk="0" hangingPunct="1">
              <a:lnSpc>
                <a:spcPct val="100000"/>
              </a:lnSpc>
              <a:spcBef>
                <a:spcPct val="0"/>
              </a:spcBef>
              <a:buNone/>
              <a:tabLst>
                <a:tab pos="1218987" algn="l"/>
              </a:tabLst>
              <a:defRPr lang="en-US" sz="3600" kern="1200" cap="none" spc="0" baseline="0" dirty="0">
                <a:solidFill>
                  <a:schemeClr val="tx1"/>
                </a:solidFill>
                <a:latin typeface="Arial" pitchFamily="34" charset="0"/>
                <a:ea typeface="+mn-ea"/>
                <a:cs typeface="Arial" pitchFamily="34" charset="0"/>
              </a:defRPr>
            </a:lvl1pPr>
          </a:lstStyle>
          <a:p>
            <a:r>
              <a:rPr lang="en-US"/>
              <a:t>Click To Edit Master Title</a:t>
            </a:r>
          </a:p>
        </p:txBody>
      </p:sp>
      <p:sp>
        <p:nvSpPr>
          <p:cNvPr id="14" name="Freeform 5"/>
          <p:cNvSpPr>
            <a:spLocks noChangeAspect="1" noEditPoints="1"/>
          </p:cNvSpPr>
          <p:nvPr userDrawn="1"/>
        </p:nvSpPr>
        <p:spPr bwMode="black">
          <a:xfrm>
            <a:off x="205408" y="423407"/>
            <a:ext cx="200639" cy="200587"/>
          </a:xfrm>
          <a:custGeom>
            <a:avLst/>
            <a:gdLst>
              <a:gd name="T0" fmla="*/ 684 w 1368"/>
              <a:gd name="T1" fmla="*/ 0 h 1368"/>
              <a:gd name="T2" fmla="*/ 0 w 1368"/>
              <a:gd name="T3" fmla="*/ 684 h 1368"/>
              <a:gd name="T4" fmla="*/ 684 w 1368"/>
              <a:gd name="T5" fmla="*/ 1368 h 1368"/>
              <a:gd name="T6" fmla="*/ 1368 w 1368"/>
              <a:gd name="T7" fmla="*/ 684 h 1368"/>
              <a:gd name="T8" fmla="*/ 684 w 1368"/>
              <a:gd name="T9" fmla="*/ 0 h 1368"/>
              <a:gd name="T10" fmla="*/ 1068 w 1368"/>
              <a:gd name="T11" fmla="*/ 698 h 1368"/>
              <a:gd name="T12" fmla="*/ 973 w 1368"/>
              <a:gd name="T13" fmla="*/ 793 h 1368"/>
              <a:gd name="T14" fmla="*/ 793 w 1368"/>
              <a:gd name="T15" fmla="*/ 793 h 1368"/>
              <a:gd name="T16" fmla="*/ 793 w 1368"/>
              <a:gd name="T17" fmla="*/ 973 h 1368"/>
              <a:gd name="T18" fmla="*/ 698 w 1368"/>
              <a:gd name="T19" fmla="*/ 1068 h 1368"/>
              <a:gd name="T20" fmla="*/ 670 w 1368"/>
              <a:gd name="T21" fmla="*/ 1068 h 1368"/>
              <a:gd name="T22" fmla="*/ 576 w 1368"/>
              <a:gd name="T23" fmla="*/ 973 h 1368"/>
              <a:gd name="T24" fmla="*/ 576 w 1368"/>
              <a:gd name="T25" fmla="*/ 793 h 1368"/>
              <a:gd name="T26" fmla="*/ 396 w 1368"/>
              <a:gd name="T27" fmla="*/ 793 h 1368"/>
              <a:gd name="T28" fmla="*/ 301 w 1368"/>
              <a:gd name="T29" fmla="*/ 698 h 1368"/>
              <a:gd name="T30" fmla="*/ 301 w 1368"/>
              <a:gd name="T31" fmla="*/ 671 h 1368"/>
              <a:gd name="T32" fmla="*/ 396 w 1368"/>
              <a:gd name="T33" fmla="*/ 576 h 1368"/>
              <a:gd name="T34" fmla="*/ 576 w 1368"/>
              <a:gd name="T35" fmla="*/ 576 h 1368"/>
              <a:gd name="T36" fmla="*/ 576 w 1368"/>
              <a:gd name="T37" fmla="*/ 396 h 1368"/>
              <a:gd name="T38" fmla="*/ 670 w 1368"/>
              <a:gd name="T39" fmla="*/ 301 h 1368"/>
              <a:gd name="T40" fmla="*/ 698 w 1368"/>
              <a:gd name="T41" fmla="*/ 301 h 1368"/>
              <a:gd name="T42" fmla="*/ 793 w 1368"/>
              <a:gd name="T43" fmla="*/ 396 h 1368"/>
              <a:gd name="T44" fmla="*/ 793 w 1368"/>
              <a:gd name="T45" fmla="*/ 576 h 1368"/>
              <a:gd name="T46" fmla="*/ 973 w 1368"/>
              <a:gd name="T47" fmla="*/ 576 h 1368"/>
              <a:gd name="T48" fmla="*/ 1068 w 1368"/>
              <a:gd name="T49" fmla="*/ 671 h 1368"/>
              <a:gd name="T50" fmla="*/ 1068 w 1368"/>
              <a:gd name="T51" fmla="*/ 698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68" h="1368">
                <a:moveTo>
                  <a:pt x="684" y="0"/>
                </a:moveTo>
                <a:cubicBezTo>
                  <a:pt x="307" y="0"/>
                  <a:pt x="0" y="307"/>
                  <a:pt x="0" y="684"/>
                </a:cubicBezTo>
                <a:cubicBezTo>
                  <a:pt x="0" y="1062"/>
                  <a:pt x="307" y="1368"/>
                  <a:pt x="684" y="1368"/>
                </a:cubicBezTo>
                <a:cubicBezTo>
                  <a:pt x="1062" y="1368"/>
                  <a:pt x="1368" y="1062"/>
                  <a:pt x="1368" y="684"/>
                </a:cubicBezTo>
                <a:cubicBezTo>
                  <a:pt x="1368" y="307"/>
                  <a:pt x="1062" y="0"/>
                  <a:pt x="684" y="0"/>
                </a:cubicBezTo>
                <a:close/>
                <a:moveTo>
                  <a:pt x="1068" y="698"/>
                </a:moveTo>
                <a:cubicBezTo>
                  <a:pt x="1068" y="751"/>
                  <a:pt x="1025" y="793"/>
                  <a:pt x="973" y="793"/>
                </a:cubicBezTo>
                <a:cubicBezTo>
                  <a:pt x="793" y="793"/>
                  <a:pt x="793" y="793"/>
                  <a:pt x="793" y="793"/>
                </a:cubicBezTo>
                <a:cubicBezTo>
                  <a:pt x="793" y="973"/>
                  <a:pt x="793" y="973"/>
                  <a:pt x="793" y="973"/>
                </a:cubicBezTo>
                <a:cubicBezTo>
                  <a:pt x="793" y="1025"/>
                  <a:pt x="750" y="1068"/>
                  <a:pt x="698" y="1068"/>
                </a:cubicBezTo>
                <a:cubicBezTo>
                  <a:pt x="670" y="1068"/>
                  <a:pt x="670" y="1068"/>
                  <a:pt x="670" y="1068"/>
                </a:cubicBezTo>
                <a:cubicBezTo>
                  <a:pt x="618" y="1068"/>
                  <a:pt x="576" y="1025"/>
                  <a:pt x="576" y="973"/>
                </a:cubicBezTo>
                <a:cubicBezTo>
                  <a:pt x="576" y="793"/>
                  <a:pt x="576" y="793"/>
                  <a:pt x="576" y="793"/>
                </a:cubicBezTo>
                <a:cubicBezTo>
                  <a:pt x="396" y="793"/>
                  <a:pt x="396" y="793"/>
                  <a:pt x="396" y="793"/>
                </a:cubicBezTo>
                <a:cubicBezTo>
                  <a:pt x="344" y="793"/>
                  <a:pt x="301" y="751"/>
                  <a:pt x="301" y="698"/>
                </a:cubicBezTo>
                <a:cubicBezTo>
                  <a:pt x="301" y="671"/>
                  <a:pt x="301" y="671"/>
                  <a:pt x="301" y="671"/>
                </a:cubicBezTo>
                <a:cubicBezTo>
                  <a:pt x="301" y="618"/>
                  <a:pt x="344" y="576"/>
                  <a:pt x="396" y="576"/>
                </a:cubicBezTo>
                <a:cubicBezTo>
                  <a:pt x="576" y="576"/>
                  <a:pt x="576" y="576"/>
                  <a:pt x="576" y="576"/>
                </a:cubicBezTo>
                <a:cubicBezTo>
                  <a:pt x="576" y="396"/>
                  <a:pt x="576" y="396"/>
                  <a:pt x="576" y="396"/>
                </a:cubicBezTo>
                <a:cubicBezTo>
                  <a:pt x="576" y="344"/>
                  <a:pt x="618" y="301"/>
                  <a:pt x="670" y="301"/>
                </a:cubicBezTo>
                <a:cubicBezTo>
                  <a:pt x="698" y="301"/>
                  <a:pt x="698" y="301"/>
                  <a:pt x="698" y="301"/>
                </a:cubicBezTo>
                <a:cubicBezTo>
                  <a:pt x="750" y="301"/>
                  <a:pt x="793" y="344"/>
                  <a:pt x="793" y="396"/>
                </a:cubicBezTo>
                <a:cubicBezTo>
                  <a:pt x="793" y="576"/>
                  <a:pt x="793" y="576"/>
                  <a:pt x="793" y="576"/>
                </a:cubicBezTo>
                <a:cubicBezTo>
                  <a:pt x="973" y="576"/>
                  <a:pt x="973" y="576"/>
                  <a:pt x="973" y="576"/>
                </a:cubicBezTo>
                <a:cubicBezTo>
                  <a:pt x="1025" y="576"/>
                  <a:pt x="1068" y="618"/>
                  <a:pt x="1068" y="671"/>
                </a:cubicBezTo>
                <a:lnTo>
                  <a:pt x="1068" y="69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1800"/>
          </a:p>
        </p:txBody>
      </p:sp>
    </p:spTree>
    <p:extLst>
      <p:ext uri="{BB962C8B-B14F-4D97-AF65-F5344CB8AC3E}">
        <p14:creationId xmlns:p14="http://schemas.microsoft.com/office/powerpoint/2010/main" val="3595414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and Content - No Background">
    <p:spTree>
      <p:nvGrpSpPr>
        <p:cNvPr id="1" name=""/>
        <p:cNvGrpSpPr/>
        <p:nvPr/>
      </p:nvGrpSpPr>
      <p:grpSpPr>
        <a:xfrm>
          <a:off x="0" y="0"/>
          <a:ext cx="0" cy="0"/>
          <a:chOff x="0" y="0"/>
          <a:chExt cx="0" cy="0"/>
        </a:xfrm>
      </p:grpSpPr>
      <p:sp>
        <p:nvSpPr>
          <p:cNvPr id="15" name="Footer Placeholder 14"/>
          <p:cNvSpPr>
            <a:spLocks noGrp="1"/>
          </p:cNvSpPr>
          <p:nvPr>
            <p:ph type="ftr" sz="quarter" idx="10"/>
          </p:nvPr>
        </p:nvSpPr>
        <p:spPr>
          <a:xfrm>
            <a:off x="548783" y="6473952"/>
            <a:ext cx="2413972" cy="153888"/>
          </a:xfrm>
          <a:prstGeom prst="rect">
            <a:avLst/>
          </a:prstGeom>
        </p:spPr>
        <p:txBody>
          <a:bodyPr/>
          <a:lstStyle/>
          <a:p>
            <a:r>
              <a:rPr lang="en-US" sz="1000">
                <a:solidFill>
                  <a:srgbClr val="939598"/>
                </a:solidFill>
                <a:cs typeface="Arial" pitchFamily="34" charset="0"/>
              </a:rPr>
              <a:t>2016 LCFC Internal. All rights reserved.</a:t>
            </a:r>
          </a:p>
        </p:txBody>
      </p:sp>
      <p:sp>
        <p:nvSpPr>
          <p:cNvPr id="10" name="Title 28"/>
          <p:cNvSpPr>
            <a:spLocks noGrp="1"/>
          </p:cNvSpPr>
          <p:nvPr>
            <p:ph type="title" hasCustomPrompt="1"/>
          </p:nvPr>
        </p:nvSpPr>
        <p:spPr bwMode="gray">
          <a:xfrm>
            <a:off x="548783" y="274320"/>
            <a:ext cx="11076268" cy="521208"/>
          </a:xfrm>
          <a:prstGeom prst="rect">
            <a:avLst/>
          </a:prstGeom>
        </p:spPr>
        <p:txBody>
          <a:bodyPr wrap="square" lIns="0" tIns="0" rIns="0" bIns="0" anchor="ctr" anchorCtr="0"/>
          <a:lstStyle>
            <a:lvl1pPr marL="0" algn="l" defTabSz="1218987" rtl="0" eaLnBrk="1" latinLnBrk="0" hangingPunct="1">
              <a:lnSpc>
                <a:spcPct val="100000"/>
              </a:lnSpc>
              <a:spcBef>
                <a:spcPct val="0"/>
              </a:spcBef>
              <a:buNone/>
              <a:tabLst>
                <a:tab pos="1218987" algn="l"/>
              </a:tabLst>
              <a:defRPr lang="en-US" sz="3600" kern="1200" cap="none" spc="0" baseline="0" dirty="0">
                <a:solidFill>
                  <a:schemeClr val="tx1"/>
                </a:solidFill>
                <a:latin typeface="Arial" pitchFamily="34" charset="0"/>
                <a:ea typeface="+mn-ea"/>
                <a:cs typeface="Arial" pitchFamily="34" charset="0"/>
              </a:defRPr>
            </a:lvl1pPr>
          </a:lstStyle>
          <a:p>
            <a:r>
              <a:rPr lang="en-US"/>
              <a:t>Click To Edit Master Title</a:t>
            </a:r>
          </a:p>
        </p:txBody>
      </p:sp>
      <p:sp>
        <p:nvSpPr>
          <p:cNvPr id="11" name="Freeform 5"/>
          <p:cNvSpPr>
            <a:spLocks noChangeAspect="1" noEditPoints="1"/>
          </p:cNvSpPr>
          <p:nvPr userDrawn="1"/>
        </p:nvSpPr>
        <p:spPr bwMode="black">
          <a:xfrm>
            <a:off x="205408" y="423407"/>
            <a:ext cx="200639" cy="200587"/>
          </a:xfrm>
          <a:custGeom>
            <a:avLst/>
            <a:gdLst>
              <a:gd name="T0" fmla="*/ 684 w 1368"/>
              <a:gd name="T1" fmla="*/ 0 h 1368"/>
              <a:gd name="T2" fmla="*/ 0 w 1368"/>
              <a:gd name="T3" fmla="*/ 684 h 1368"/>
              <a:gd name="T4" fmla="*/ 684 w 1368"/>
              <a:gd name="T5" fmla="*/ 1368 h 1368"/>
              <a:gd name="T6" fmla="*/ 1368 w 1368"/>
              <a:gd name="T7" fmla="*/ 684 h 1368"/>
              <a:gd name="T8" fmla="*/ 684 w 1368"/>
              <a:gd name="T9" fmla="*/ 0 h 1368"/>
              <a:gd name="T10" fmla="*/ 1068 w 1368"/>
              <a:gd name="T11" fmla="*/ 698 h 1368"/>
              <a:gd name="T12" fmla="*/ 973 w 1368"/>
              <a:gd name="T13" fmla="*/ 793 h 1368"/>
              <a:gd name="T14" fmla="*/ 793 w 1368"/>
              <a:gd name="T15" fmla="*/ 793 h 1368"/>
              <a:gd name="T16" fmla="*/ 793 w 1368"/>
              <a:gd name="T17" fmla="*/ 973 h 1368"/>
              <a:gd name="T18" fmla="*/ 698 w 1368"/>
              <a:gd name="T19" fmla="*/ 1068 h 1368"/>
              <a:gd name="T20" fmla="*/ 670 w 1368"/>
              <a:gd name="T21" fmla="*/ 1068 h 1368"/>
              <a:gd name="T22" fmla="*/ 576 w 1368"/>
              <a:gd name="T23" fmla="*/ 973 h 1368"/>
              <a:gd name="T24" fmla="*/ 576 w 1368"/>
              <a:gd name="T25" fmla="*/ 793 h 1368"/>
              <a:gd name="T26" fmla="*/ 396 w 1368"/>
              <a:gd name="T27" fmla="*/ 793 h 1368"/>
              <a:gd name="T28" fmla="*/ 301 w 1368"/>
              <a:gd name="T29" fmla="*/ 698 h 1368"/>
              <a:gd name="T30" fmla="*/ 301 w 1368"/>
              <a:gd name="T31" fmla="*/ 671 h 1368"/>
              <a:gd name="T32" fmla="*/ 396 w 1368"/>
              <a:gd name="T33" fmla="*/ 576 h 1368"/>
              <a:gd name="T34" fmla="*/ 576 w 1368"/>
              <a:gd name="T35" fmla="*/ 576 h 1368"/>
              <a:gd name="T36" fmla="*/ 576 w 1368"/>
              <a:gd name="T37" fmla="*/ 396 h 1368"/>
              <a:gd name="T38" fmla="*/ 670 w 1368"/>
              <a:gd name="T39" fmla="*/ 301 h 1368"/>
              <a:gd name="T40" fmla="*/ 698 w 1368"/>
              <a:gd name="T41" fmla="*/ 301 h 1368"/>
              <a:gd name="T42" fmla="*/ 793 w 1368"/>
              <a:gd name="T43" fmla="*/ 396 h 1368"/>
              <a:gd name="T44" fmla="*/ 793 w 1368"/>
              <a:gd name="T45" fmla="*/ 576 h 1368"/>
              <a:gd name="T46" fmla="*/ 973 w 1368"/>
              <a:gd name="T47" fmla="*/ 576 h 1368"/>
              <a:gd name="T48" fmla="*/ 1068 w 1368"/>
              <a:gd name="T49" fmla="*/ 671 h 1368"/>
              <a:gd name="T50" fmla="*/ 1068 w 1368"/>
              <a:gd name="T51" fmla="*/ 698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68" h="1368">
                <a:moveTo>
                  <a:pt x="684" y="0"/>
                </a:moveTo>
                <a:cubicBezTo>
                  <a:pt x="307" y="0"/>
                  <a:pt x="0" y="307"/>
                  <a:pt x="0" y="684"/>
                </a:cubicBezTo>
                <a:cubicBezTo>
                  <a:pt x="0" y="1062"/>
                  <a:pt x="307" y="1368"/>
                  <a:pt x="684" y="1368"/>
                </a:cubicBezTo>
                <a:cubicBezTo>
                  <a:pt x="1062" y="1368"/>
                  <a:pt x="1368" y="1062"/>
                  <a:pt x="1368" y="684"/>
                </a:cubicBezTo>
                <a:cubicBezTo>
                  <a:pt x="1368" y="307"/>
                  <a:pt x="1062" y="0"/>
                  <a:pt x="684" y="0"/>
                </a:cubicBezTo>
                <a:close/>
                <a:moveTo>
                  <a:pt x="1068" y="698"/>
                </a:moveTo>
                <a:cubicBezTo>
                  <a:pt x="1068" y="751"/>
                  <a:pt x="1025" y="793"/>
                  <a:pt x="973" y="793"/>
                </a:cubicBezTo>
                <a:cubicBezTo>
                  <a:pt x="793" y="793"/>
                  <a:pt x="793" y="793"/>
                  <a:pt x="793" y="793"/>
                </a:cubicBezTo>
                <a:cubicBezTo>
                  <a:pt x="793" y="973"/>
                  <a:pt x="793" y="973"/>
                  <a:pt x="793" y="973"/>
                </a:cubicBezTo>
                <a:cubicBezTo>
                  <a:pt x="793" y="1025"/>
                  <a:pt x="750" y="1068"/>
                  <a:pt x="698" y="1068"/>
                </a:cubicBezTo>
                <a:cubicBezTo>
                  <a:pt x="670" y="1068"/>
                  <a:pt x="670" y="1068"/>
                  <a:pt x="670" y="1068"/>
                </a:cubicBezTo>
                <a:cubicBezTo>
                  <a:pt x="618" y="1068"/>
                  <a:pt x="576" y="1025"/>
                  <a:pt x="576" y="973"/>
                </a:cubicBezTo>
                <a:cubicBezTo>
                  <a:pt x="576" y="793"/>
                  <a:pt x="576" y="793"/>
                  <a:pt x="576" y="793"/>
                </a:cubicBezTo>
                <a:cubicBezTo>
                  <a:pt x="396" y="793"/>
                  <a:pt x="396" y="793"/>
                  <a:pt x="396" y="793"/>
                </a:cubicBezTo>
                <a:cubicBezTo>
                  <a:pt x="344" y="793"/>
                  <a:pt x="301" y="751"/>
                  <a:pt x="301" y="698"/>
                </a:cubicBezTo>
                <a:cubicBezTo>
                  <a:pt x="301" y="671"/>
                  <a:pt x="301" y="671"/>
                  <a:pt x="301" y="671"/>
                </a:cubicBezTo>
                <a:cubicBezTo>
                  <a:pt x="301" y="618"/>
                  <a:pt x="344" y="576"/>
                  <a:pt x="396" y="576"/>
                </a:cubicBezTo>
                <a:cubicBezTo>
                  <a:pt x="576" y="576"/>
                  <a:pt x="576" y="576"/>
                  <a:pt x="576" y="576"/>
                </a:cubicBezTo>
                <a:cubicBezTo>
                  <a:pt x="576" y="396"/>
                  <a:pt x="576" y="396"/>
                  <a:pt x="576" y="396"/>
                </a:cubicBezTo>
                <a:cubicBezTo>
                  <a:pt x="576" y="344"/>
                  <a:pt x="618" y="301"/>
                  <a:pt x="670" y="301"/>
                </a:cubicBezTo>
                <a:cubicBezTo>
                  <a:pt x="698" y="301"/>
                  <a:pt x="698" y="301"/>
                  <a:pt x="698" y="301"/>
                </a:cubicBezTo>
                <a:cubicBezTo>
                  <a:pt x="750" y="301"/>
                  <a:pt x="793" y="344"/>
                  <a:pt x="793" y="396"/>
                </a:cubicBezTo>
                <a:cubicBezTo>
                  <a:pt x="793" y="576"/>
                  <a:pt x="793" y="576"/>
                  <a:pt x="793" y="576"/>
                </a:cubicBezTo>
                <a:cubicBezTo>
                  <a:pt x="973" y="576"/>
                  <a:pt x="973" y="576"/>
                  <a:pt x="973" y="576"/>
                </a:cubicBezTo>
                <a:cubicBezTo>
                  <a:pt x="1025" y="576"/>
                  <a:pt x="1068" y="618"/>
                  <a:pt x="1068" y="671"/>
                </a:cubicBezTo>
                <a:lnTo>
                  <a:pt x="1068" y="69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1800"/>
          </a:p>
        </p:txBody>
      </p:sp>
      <p:sp>
        <p:nvSpPr>
          <p:cNvPr id="22" name="Content Placeholder 2"/>
          <p:cNvSpPr>
            <a:spLocks noGrp="1"/>
          </p:cNvSpPr>
          <p:nvPr>
            <p:ph sz="half" idx="1"/>
          </p:nvPr>
        </p:nvSpPr>
        <p:spPr bwMode="gray">
          <a:xfrm>
            <a:off x="548783" y="1179576"/>
            <a:ext cx="11076268" cy="5211699"/>
          </a:xfrm>
          <a:prstGeom prst="rect">
            <a:avLst/>
          </a:prstGeom>
        </p:spPr>
        <p:txBody>
          <a:bodyPr lIns="0" tIns="0" rIns="0" bIns="0"/>
          <a:lstStyle>
            <a:lvl1pPr marL="171450" indent="-171450">
              <a:lnSpc>
                <a:spcPct val="90000"/>
              </a:lnSpc>
              <a:spcBef>
                <a:spcPts val="500"/>
              </a:spcBef>
              <a:buClrTx/>
              <a:buFont typeface="Arial" panose="020B0604020202020204" pitchFamily="34" charset="0"/>
              <a:buChar char="•"/>
              <a:defRPr sz="24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20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16200000">
            <a:off x="11562876" y="5800424"/>
            <a:ext cx="974339" cy="318995"/>
          </a:xfrm>
          <a:prstGeom prst="rect">
            <a:avLst/>
          </a:prstGeom>
        </p:spPr>
      </p:pic>
      <p:sp>
        <p:nvSpPr>
          <p:cNvPr id="13" name="Rectangle 6"/>
          <p:cNvSpPr/>
          <p:nvPr userDrawn="1"/>
        </p:nvSpPr>
        <p:spPr bwMode="gray">
          <a:xfrm flipH="1">
            <a:off x="11890545" y="6446656"/>
            <a:ext cx="311676" cy="182166"/>
          </a:xfrm>
          <a:prstGeom prst="rect">
            <a:avLst/>
          </a:prstGeom>
          <a:solidFill>
            <a:schemeClr val="tx1"/>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TextBox slide number"/>
          <p:cNvSpPr txBox="1"/>
          <p:nvPr userDrawn="1"/>
        </p:nvSpPr>
        <p:spPr bwMode="white">
          <a:xfrm>
            <a:off x="11907627" y="6491082"/>
            <a:ext cx="311675" cy="123111"/>
          </a:xfrm>
          <a:prstGeom prst="rect">
            <a:avLst/>
          </a:prstGeom>
        </p:spPr>
        <p:txBody>
          <a:bodyPr vert="horz" lIns="0" tIns="0" rIns="0" bIns="0" rtlCol="0" anchor="b"/>
          <a:lstStyle>
            <a:defPPr>
              <a:defRPr lang="en-US"/>
            </a:defPPr>
            <a:lvl1pPr algn="ctr">
              <a:defRPr sz="1000">
                <a:solidFill>
                  <a:schemeClr val="bg1"/>
                </a:solidFill>
              </a:defRPr>
            </a:lvl1pPr>
          </a:lstStyle>
          <a:p>
            <a:pPr lvl="0" algn="ctr"/>
            <a:fld id="{6EA5B71A-1B18-4E34-A48F-65DC4937AA99}" type="slidenum">
              <a:rPr lang="en-US" sz="1000" smtClean="0"/>
              <a:pPr lvl="0" algn="ctr"/>
              <a:t>‹#›</a:t>
            </a:fld>
            <a:endParaRPr lang="en-US" sz="1000"/>
          </a:p>
        </p:txBody>
      </p:sp>
    </p:spTree>
    <p:extLst>
      <p:ext uri="{BB962C8B-B14F-4D97-AF65-F5344CB8AC3E}">
        <p14:creationId xmlns:p14="http://schemas.microsoft.com/office/powerpoint/2010/main" val="3938246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 With Background">
    <p:spTree>
      <p:nvGrpSpPr>
        <p:cNvPr id="1" name=""/>
        <p:cNvGrpSpPr/>
        <p:nvPr/>
      </p:nvGrpSpPr>
      <p:grpSpPr>
        <a:xfrm>
          <a:off x="0" y="0"/>
          <a:ext cx="0" cy="0"/>
          <a:chOff x="0" y="0"/>
          <a:chExt cx="0" cy="0"/>
        </a:xfrm>
      </p:grpSpPr>
      <p:sp>
        <p:nvSpPr>
          <p:cNvPr id="15" name="Footer Placeholder 14"/>
          <p:cNvSpPr>
            <a:spLocks noGrp="1"/>
          </p:cNvSpPr>
          <p:nvPr>
            <p:ph type="ftr" sz="quarter" idx="10"/>
          </p:nvPr>
        </p:nvSpPr>
        <p:spPr>
          <a:xfrm>
            <a:off x="548783" y="6473952"/>
            <a:ext cx="2413972" cy="153888"/>
          </a:xfrm>
          <a:prstGeom prst="rect">
            <a:avLst/>
          </a:prstGeom>
        </p:spPr>
        <p:txBody>
          <a:bodyPr/>
          <a:lstStyle/>
          <a:p>
            <a:r>
              <a:rPr lang="en-US" sz="1000">
                <a:solidFill>
                  <a:srgbClr val="939598"/>
                </a:solidFill>
                <a:cs typeface="Arial" pitchFamily="34" charset="0"/>
              </a:rPr>
              <a:t>2016 LCFC Internal. All rights reserved.</a:t>
            </a:r>
          </a:p>
        </p:txBody>
      </p:sp>
      <p:sp>
        <p:nvSpPr>
          <p:cNvPr id="10" name="Title 28"/>
          <p:cNvSpPr>
            <a:spLocks noGrp="1"/>
          </p:cNvSpPr>
          <p:nvPr>
            <p:ph type="title" hasCustomPrompt="1"/>
          </p:nvPr>
        </p:nvSpPr>
        <p:spPr bwMode="gray">
          <a:xfrm>
            <a:off x="548783" y="274320"/>
            <a:ext cx="11076268" cy="521208"/>
          </a:xfrm>
          <a:prstGeom prst="rect">
            <a:avLst/>
          </a:prstGeom>
        </p:spPr>
        <p:txBody>
          <a:bodyPr wrap="square" lIns="0" tIns="0" rIns="0" bIns="0" anchor="ctr" anchorCtr="0"/>
          <a:lstStyle>
            <a:lvl1pPr marL="0" algn="l" defTabSz="1218987" rtl="0" eaLnBrk="1" latinLnBrk="0" hangingPunct="1">
              <a:lnSpc>
                <a:spcPct val="100000"/>
              </a:lnSpc>
              <a:spcBef>
                <a:spcPct val="0"/>
              </a:spcBef>
              <a:buNone/>
              <a:tabLst>
                <a:tab pos="1218987" algn="l"/>
              </a:tabLst>
              <a:defRPr lang="en-US" sz="3600" kern="1200" cap="none" spc="0" baseline="0" dirty="0">
                <a:solidFill>
                  <a:schemeClr val="tx1"/>
                </a:solidFill>
                <a:latin typeface="Arial" pitchFamily="34" charset="0"/>
                <a:ea typeface="+mn-ea"/>
                <a:cs typeface="Arial" pitchFamily="34" charset="0"/>
              </a:defRPr>
            </a:lvl1pPr>
          </a:lstStyle>
          <a:p>
            <a:r>
              <a:rPr lang="en-US"/>
              <a:t>Click To Edit Master Title</a:t>
            </a:r>
          </a:p>
        </p:txBody>
      </p:sp>
      <p:sp>
        <p:nvSpPr>
          <p:cNvPr id="12" name="Freeform 5"/>
          <p:cNvSpPr>
            <a:spLocks noChangeAspect="1" noEditPoints="1"/>
          </p:cNvSpPr>
          <p:nvPr userDrawn="1"/>
        </p:nvSpPr>
        <p:spPr bwMode="black">
          <a:xfrm>
            <a:off x="205408" y="423407"/>
            <a:ext cx="200639" cy="200587"/>
          </a:xfrm>
          <a:custGeom>
            <a:avLst/>
            <a:gdLst>
              <a:gd name="T0" fmla="*/ 684 w 1368"/>
              <a:gd name="T1" fmla="*/ 0 h 1368"/>
              <a:gd name="T2" fmla="*/ 0 w 1368"/>
              <a:gd name="T3" fmla="*/ 684 h 1368"/>
              <a:gd name="T4" fmla="*/ 684 w 1368"/>
              <a:gd name="T5" fmla="*/ 1368 h 1368"/>
              <a:gd name="T6" fmla="*/ 1368 w 1368"/>
              <a:gd name="T7" fmla="*/ 684 h 1368"/>
              <a:gd name="T8" fmla="*/ 684 w 1368"/>
              <a:gd name="T9" fmla="*/ 0 h 1368"/>
              <a:gd name="T10" fmla="*/ 1068 w 1368"/>
              <a:gd name="T11" fmla="*/ 698 h 1368"/>
              <a:gd name="T12" fmla="*/ 973 w 1368"/>
              <a:gd name="T13" fmla="*/ 793 h 1368"/>
              <a:gd name="T14" fmla="*/ 793 w 1368"/>
              <a:gd name="T15" fmla="*/ 793 h 1368"/>
              <a:gd name="T16" fmla="*/ 793 w 1368"/>
              <a:gd name="T17" fmla="*/ 973 h 1368"/>
              <a:gd name="T18" fmla="*/ 698 w 1368"/>
              <a:gd name="T19" fmla="*/ 1068 h 1368"/>
              <a:gd name="T20" fmla="*/ 670 w 1368"/>
              <a:gd name="T21" fmla="*/ 1068 h 1368"/>
              <a:gd name="T22" fmla="*/ 576 w 1368"/>
              <a:gd name="T23" fmla="*/ 973 h 1368"/>
              <a:gd name="T24" fmla="*/ 576 w 1368"/>
              <a:gd name="T25" fmla="*/ 793 h 1368"/>
              <a:gd name="T26" fmla="*/ 396 w 1368"/>
              <a:gd name="T27" fmla="*/ 793 h 1368"/>
              <a:gd name="T28" fmla="*/ 301 w 1368"/>
              <a:gd name="T29" fmla="*/ 698 h 1368"/>
              <a:gd name="T30" fmla="*/ 301 w 1368"/>
              <a:gd name="T31" fmla="*/ 671 h 1368"/>
              <a:gd name="T32" fmla="*/ 396 w 1368"/>
              <a:gd name="T33" fmla="*/ 576 h 1368"/>
              <a:gd name="T34" fmla="*/ 576 w 1368"/>
              <a:gd name="T35" fmla="*/ 576 h 1368"/>
              <a:gd name="T36" fmla="*/ 576 w 1368"/>
              <a:gd name="T37" fmla="*/ 396 h 1368"/>
              <a:gd name="T38" fmla="*/ 670 w 1368"/>
              <a:gd name="T39" fmla="*/ 301 h 1368"/>
              <a:gd name="T40" fmla="*/ 698 w 1368"/>
              <a:gd name="T41" fmla="*/ 301 h 1368"/>
              <a:gd name="T42" fmla="*/ 793 w 1368"/>
              <a:gd name="T43" fmla="*/ 396 h 1368"/>
              <a:gd name="T44" fmla="*/ 793 w 1368"/>
              <a:gd name="T45" fmla="*/ 576 h 1368"/>
              <a:gd name="T46" fmla="*/ 973 w 1368"/>
              <a:gd name="T47" fmla="*/ 576 h 1368"/>
              <a:gd name="T48" fmla="*/ 1068 w 1368"/>
              <a:gd name="T49" fmla="*/ 671 h 1368"/>
              <a:gd name="T50" fmla="*/ 1068 w 1368"/>
              <a:gd name="T51" fmla="*/ 698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68" h="1368">
                <a:moveTo>
                  <a:pt x="684" y="0"/>
                </a:moveTo>
                <a:cubicBezTo>
                  <a:pt x="307" y="0"/>
                  <a:pt x="0" y="307"/>
                  <a:pt x="0" y="684"/>
                </a:cubicBezTo>
                <a:cubicBezTo>
                  <a:pt x="0" y="1062"/>
                  <a:pt x="307" y="1368"/>
                  <a:pt x="684" y="1368"/>
                </a:cubicBezTo>
                <a:cubicBezTo>
                  <a:pt x="1062" y="1368"/>
                  <a:pt x="1368" y="1062"/>
                  <a:pt x="1368" y="684"/>
                </a:cubicBezTo>
                <a:cubicBezTo>
                  <a:pt x="1368" y="307"/>
                  <a:pt x="1062" y="0"/>
                  <a:pt x="684" y="0"/>
                </a:cubicBezTo>
                <a:close/>
                <a:moveTo>
                  <a:pt x="1068" y="698"/>
                </a:moveTo>
                <a:cubicBezTo>
                  <a:pt x="1068" y="751"/>
                  <a:pt x="1025" y="793"/>
                  <a:pt x="973" y="793"/>
                </a:cubicBezTo>
                <a:cubicBezTo>
                  <a:pt x="793" y="793"/>
                  <a:pt x="793" y="793"/>
                  <a:pt x="793" y="793"/>
                </a:cubicBezTo>
                <a:cubicBezTo>
                  <a:pt x="793" y="973"/>
                  <a:pt x="793" y="973"/>
                  <a:pt x="793" y="973"/>
                </a:cubicBezTo>
                <a:cubicBezTo>
                  <a:pt x="793" y="1025"/>
                  <a:pt x="750" y="1068"/>
                  <a:pt x="698" y="1068"/>
                </a:cubicBezTo>
                <a:cubicBezTo>
                  <a:pt x="670" y="1068"/>
                  <a:pt x="670" y="1068"/>
                  <a:pt x="670" y="1068"/>
                </a:cubicBezTo>
                <a:cubicBezTo>
                  <a:pt x="618" y="1068"/>
                  <a:pt x="576" y="1025"/>
                  <a:pt x="576" y="973"/>
                </a:cubicBezTo>
                <a:cubicBezTo>
                  <a:pt x="576" y="793"/>
                  <a:pt x="576" y="793"/>
                  <a:pt x="576" y="793"/>
                </a:cubicBezTo>
                <a:cubicBezTo>
                  <a:pt x="396" y="793"/>
                  <a:pt x="396" y="793"/>
                  <a:pt x="396" y="793"/>
                </a:cubicBezTo>
                <a:cubicBezTo>
                  <a:pt x="344" y="793"/>
                  <a:pt x="301" y="751"/>
                  <a:pt x="301" y="698"/>
                </a:cubicBezTo>
                <a:cubicBezTo>
                  <a:pt x="301" y="671"/>
                  <a:pt x="301" y="671"/>
                  <a:pt x="301" y="671"/>
                </a:cubicBezTo>
                <a:cubicBezTo>
                  <a:pt x="301" y="618"/>
                  <a:pt x="344" y="576"/>
                  <a:pt x="396" y="576"/>
                </a:cubicBezTo>
                <a:cubicBezTo>
                  <a:pt x="576" y="576"/>
                  <a:pt x="576" y="576"/>
                  <a:pt x="576" y="576"/>
                </a:cubicBezTo>
                <a:cubicBezTo>
                  <a:pt x="576" y="396"/>
                  <a:pt x="576" y="396"/>
                  <a:pt x="576" y="396"/>
                </a:cubicBezTo>
                <a:cubicBezTo>
                  <a:pt x="576" y="344"/>
                  <a:pt x="618" y="301"/>
                  <a:pt x="670" y="301"/>
                </a:cubicBezTo>
                <a:cubicBezTo>
                  <a:pt x="698" y="301"/>
                  <a:pt x="698" y="301"/>
                  <a:pt x="698" y="301"/>
                </a:cubicBezTo>
                <a:cubicBezTo>
                  <a:pt x="750" y="301"/>
                  <a:pt x="793" y="344"/>
                  <a:pt x="793" y="396"/>
                </a:cubicBezTo>
                <a:cubicBezTo>
                  <a:pt x="793" y="576"/>
                  <a:pt x="793" y="576"/>
                  <a:pt x="793" y="576"/>
                </a:cubicBezTo>
                <a:cubicBezTo>
                  <a:pt x="973" y="576"/>
                  <a:pt x="973" y="576"/>
                  <a:pt x="973" y="576"/>
                </a:cubicBezTo>
                <a:cubicBezTo>
                  <a:pt x="1025" y="576"/>
                  <a:pt x="1068" y="618"/>
                  <a:pt x="1068" y="671"/>
                </a:cubicBezTo>
                <a:lnTo>
                  <a:pt x="1068" y="69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1800"/>
          </a:p>
        </p:txBody>
      </p:sp>
      <p:sp>
        <p:nvSpPr>
          <p:cNvPr id="16" name="Content Placeholder 2"/>
          <p:cNvSpPr>
            <a:spLocks noGrp="1"/>
          </p:cNvSpPr>
          <p:nvPr>
            <p:ph sz="half" idx="1"/>
          </p:nvPr>
        </p:nvSpPr>
        <p:spPr bwMode="gray">
          <a:xfrm>
            <a:off x="548783" y="1179576"/>
            <a:ext cx="11076268" cy="5211699"/>
          </a:xfrm>
          <a:prstGeom prst="rect">
            <a:avLst/>
          </a:prstGeom>
        </p:spPr>
        <p:txBody>
          <a:bodyPr lIns="0" tIns="0" rIns="0" bIns="0"/>
          <a:lstStyle>
            <a:lvl1pPr marL="171450" indent="-171450">
              <a:lnSpc>
                <a:spcPct val="90000"/>
              </a:lnSpc>
              <a:spcBef>
                <a:spcPts val="500"/>
              </a:spcBef>
              <a:buClrTx/>
              <a:buFont typeface="Arial" panose="020B0604020202020204" pitchFamily="34" charset="0"/>
              <a:buChar char="•"/>
              <a:defRPr sz="24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20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Tree>
    <p:extLst>
      <p:ext uri="{BB962C8B-B14F-4D97-AF65-F5344CB8AC3E}">
        <p14:creationId xmlns:p14="http://schemas.microsoft.com/office/powerpoint/2010/main" val="938274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with Subtitle Content - No Background">
    <p:bg>
      <p:bgPr>
        <a:solidFill>
          <a:schemeClr val="bg1"/>
        </a:solidFill>
        <a:effectLst/>
      </p:bgPr>
    </p:bg>
    <p:spTree>
      <p:nvGrpSpPr>
        <p:cNvPr id="1" name=""/>
        <p:cNvGrpSpPr/>
        <p:nvPr/>
      </p:nvGrpSpPr>
      <p:grpSpPr>
        <a:xfrm>
          <a:off x="0" y="0"/>
          <a:ext cx="0" cy="0"/>
          <a:chOff x="0" y="0"/>
          <a:chExt cx="0" cy="0"/>
        </a:xfrm>
      </p:grpSpPr>
      <p:sp>
        <p:nvSpPr>
          <p:cNvPr id="22" name="Content Placeholder 2"/>
          <p:cNvSpPr>
            <a:spLocks noGrp="1"/>
          </p:cNvSpPr>
          <p:nvPr>
            <p:ph sz="half" idx="1"/>
          </p:nvPr>
        </p:nvSpPr>
        <p:spPr bwMode="gray">
          <a:xfrm>
            <a:off x="548783" y="1591056"/>
            <a:ext cx="11076268" cy="4798202"/>
          </a:xfrm>
          <a:prstGeom prst="rect">
            <a:avLst/>
          </a:prstGeom>
        </p:spPr>
        <p:txBody>
          <a:bodyPr lIns="0" tIns="0" rIns="0" bIns="0"/>
          <a:lstStyle>
            <a:lvl1pPr marL="171450" indent="-171450">
              <a:lnSpc>
                <a:spcPct val="90000"/>
              </a:lnSpc>
              <a:spcBef>
                <a:spcPts val="500"/>
              </a:spcBef>
              <a:buClrTx/>
              <a:buFont typeface="Arial" panose="020B0604020202020204" pitchFamily="34" charset="0"/>
              <a:buChar char="•"/>
              <a:defRPr sz="24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20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23" name="Text Placeholder 2"/>
          <p:cNvSpPr>
            <a:spLocks noGrp="1"/>
          </p:cNvSpPr>
          <p:nvPr>
            <p:ph type="body" idx="10"/>
          </p:nvPr>
        </p:nvSpPr>
        <p:spPr bwMode="gray">
          <a:xfrm>
            <a:off x="557930" y="914400"/>
            <a:ext cx="11076268" cy="292608"/>
          </a:xfrm>
          <a:prstGeom prst="rect">
            <a:avLst/>
          </a:prstGeom>
        </p:spPr>
        <p:txBody>
          <a:bodyPr lIns="0" tIns="0" rIns="0" bIns="0" anchor="ctr" anchorCtr="0">
            <a:normAutofit/>
          </a:bodyPr>
          <a:lstStyle>
            <a:lvl1pPr marL="0" indent="0">
              <a:buNone/>
              <a:defRPr sz="2400" b="0">
                <a:solidFill>
                  <a:schemeClr val="tx1"/>
                </a:solidFill>
                <a:latin typeface="Arial" pitchFamily="34" charset="0"/>
                <a:cs typeface="Arial" pitchFamily="34" charset="0"/>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zh-CN" altLang="en-US"/>
              <a:t>编辑母版文本样式</a:t>
            </a:r>
          </a:p>
        </p:txBody>
      </p:sp>
      <p:sp>
        <p:nvSpPr>
          <p:cNvPr id="15" name="Footer Placeholder 14"/>
          <p:cNvSpPr>
            <a:spLocks noGrp="1"/>
          </p:cNvSpPr>
          <p:nvPr>
            <p:ph type="ftr" sz="quarter" idx="11"/>
          </p:nvPr>
        </p:nvSpPr>
        <p:spPr>
          <a:xfrm>
            <a:off x="548783" y="6473952"/>
            <a:ext cx="2413972" cy="153888"/>
          </a:xfrm>
          <a:prstGeom prst="rect">
            <a:avLst/>
          </a:prstGeom>
        </p:spPr>
        <p:txBody>
          <a:bodyPr/>
          <a:lstStyle/>
          <a:p>
            <a:r>
              <a:rPr lang="en-US" sz="1000">
                <a:solidFill>
                  <a:srgbClr val="939598"/>
                </a:solidFill>
                <a:cs typeface="Arial" pitchFamily="34" charset="0"/>
              </a:rPr>
              <a:t>2016 LCFC Internal. All rights reserved.</a:t>
            </a:r>
          </a:p>
        </p:txBody>
      </p:sp>
      <p:sp>
        <p:nvSpPr>
          <p:cNvPr id="11" name="Title 28"/>
          <p:cNvSpPr>
            <a:spLocks noGrp="1"/>
          </p:cNvSpPr>
          <p:nvPr>
            <p:ph type="title" hasCustomPrompt="1"/>
          </p:nvPr>
        </p:nvSpPr>
        <p:spPr bwMode="gray">
          <a:xfrm>
            <a:off x="548783" y="274320"/>
            <a:ext cx="11076268" cy="521208"/>
          </a:xfrm>
          <a:prstGeom prst="rect">
            <a:avLst/>
          </a:prstGeom>
        </p:spPr>
        <p:txBody>
          <a:bodyPr wrap="square" lIns="0" tIns="0" rIns="0" bIns="0" anchor="ctr" anchorCtr="0"/>
          <a:lstStyle>
            <a:lvl1pPr marL="0" algn="l" defTabSz="1218987" rtl="0" eaLnBrk="1" latinLnBrk="0" hangingPunct="1">
              <a:lnSpc>
                <a:spcPct val="100000"/>
              </a:lnSpc>
              <a:spcBef>
                <a:spcPct val="0"/>
              </a:spcBef>
              <a:buNone/>
              <a:tabLst>
                <a:tab pos="1218987" algn="l"/>
              </a:tabLst>
              <a:defRPr lang="en-US" sz="3600" kern="1200" cap="none" spc="0" baseline="0" dirty="0">
                <a:solidFill>
                  <a:schemeClr val="tx1"/>
                </a:solidFill>
                <a:latin typeface="Arial" pitchFamily="34" charset="0"/>
                <a:ea typeface="+mn-ea"/>
                <a:cs typeface="Arial" pitchFamily="34" charset="0"/>
              </a:defRPr>
            </a:lvl1pPr>
          </a:lstStyle>
          <a:p>
            <a:r>
              <a:rPr lang="en-US"/>
              <a:t>Click To Edit Master Title</a:t>
            </a:r>
          </a:p>
        </p:txBody>
      </p:sp>
      <p:sp>
        <p:nvSpPr>
          <p:cNvPr id="12" name="Freeform 5"/>
          <p:cNvSpPr>
            <a:spLocks noChangeAspect="1" noEditPoints="1"/>
          </p:cNvSpPr>
          <p:nvPr userDrawn="1"/>
        </p:nvSpPr>
        <p:spPr bwMode="black">
          <a:xfrm>
            <a:off x="205408" y="423407"/>
            <a:ext cx="200639" cy="200587"/>
          </a:xfrm>
          <a:custGeom>
            <a:avLst/>
            <a:gdLst>
              <a:gd name="T0" fmla="*/ 684 w 1368"/>
              <a:gd name="T1" fmla="*/ 0 h 1368"/>
              <a:gd name="T2" fmla="*/ 0 w 1368"/>
              <a:gd name="T3" fmla="*/ 684 h 1368"/>
              <a:gd name="T4" fmla="*/ 684 w 1368"/>
              <a:gd name="T5" fmla="*/ 1368 h 1368"/>
              <a:gd name="T6" fmla="*/ 1368 w 1368"/>
              <a:gd name="T7" fmla="*/ 684 h 1368"/>
              <a:gd name="T8" fmla="*/ 684 w 1368"/>
              <a:gd name="T9" fmla="*/ 0 h 1368"/>
              <a:gd name="T10" fmla="*/ 1068 w 1368"/>
              <a:gd name="T11" fmla="*/ 698 h 1368"/>
              <a:gd name="T12" fmla="*/ 973 w 1368"/>
              <a:gd name="T13" fmla="*/ 793 h 1368"/>
              <a:gd name="T14" fmla="*/ 793 w 1368"/>
              <a:gd name="T15" fmla="*/ 793 h 1368"/>
              <a:gd name="T16" fmla="*/ 793 w 1368"/>
              <a:gd name="T17" fmla="*/ 973 h 1368"/>
              <a:gd name="T18" fmla="*/ 698 w 1368"/>
              <a:gd name="T19" fmla="*/ 1068 h 1368"/>
              <a:gd name="T20" fmla="*/ 670 w 1368"/>
              <a:gd name="T21" fmla="*/ 1068 h 1368"/>
              <a:gd name="T22" fmla="*/ 576 w 1368"/>
              <a:gd name="T23" fmla="*/ 973 h 1368"/>
              <a:gd name="T24" fmla="*/ 576 w 1368"/>
              <a:gd name="T25" fmla="*/ 793 h 1368"/>
              <a:gd name="T26" fmla="*/ 396 w 1368"/>
              <a:gd name="T27" fmla="*/ 793 h 1368"/>
              <a:gd name="T28" fmla="*/ 301 w 1368"/>
              <a:gd name="T29" fmla="*/ 698 h 1368"/>
              <a:gd name="T30" fmla="*/ 301 w 1368"/>
              <a:gd name="T31" fmla="*/ 671 h 1368"/>
              <a:gd name="T32" fmla="*/ 396 w 1368"/>
              <a:gd name="T33" fmla="*/ 576 h 1368"/>
              <a:gd name="T34" fmla="*/ 576 w 1368"/>
              <a:gd name="T35" fmla="*/ 576 h 1368"/>
              <a:gd name="T36" fmla="*/ 576 w 1368"/>
              <a:gd name="T37" fmla="*/ 396 h 1368"/>
              <a:gd name="T38" fmla="*/ 670 w 1368"/>
              <a:gd name="T39" fmla="*/ 301 h 1368"/>
              <a:gd name="T40" fmla="*/ 698 w 1368"/>
              <a:gd name="T41" fmla="*/ 301 h 1368"/>
              <a:gd name="T42" fmla="*/ 793 w 1368"/>
              <a:gd name="T43" fmla="*/ 396 h 1368"/>
              <a:gd name="T44" fmla="*/ 793 w 1368"/>
              <a:gd name="T45" fmla="*/ 576 h 1368"/>
              <a:gd name="T46" fmla="*/ 973 w 1368"/>
              <a:gd name="T47" fmla="*/ 576 h 1368"/>
              <a:gd name="T48" fmla="*/ 1068 w 1368"/>
              <a:gd name="T49" fmla="*/ 671 h 1368"/>
              <a:gd name="T50" fmla="*/ 1068 w 1368"/>
              <a:gd name="T51" fmla="*/ 698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68" h="1368">
                <a:moveTo>
                  <a:pt x="684" y="0"/>
                </a:moveTo>
                <a:cubicBezTo>
                  <a:pt x="307" y="0"/>
                  <a:pt x="0" y="307"/>
                  <a:pt x="0" y="684"/>
                </a:cubicBezTo>
                <a:cubicBezTo>
                  <a:pt x="0" y="1062"/>
                  <a:pt x="307" y="1368"/>
                  <a:pt x="684" y="1368"/>
                </a:cubicBezTo>
                <a:cubicBezTo>
                  <a:pt x="1062" y="1368"/>
                  <a:pt x="1368" y="1062"/>
                  <a:pt x="1368" y="684"/>
                </a:cubicBezTo>
                <a:cubicBezTo>
                  <a:pt x="1368" y="307"/>
                  <a:pt x="1062" y="0"/>
                  <a:pt x="684" y="0"/>
                </a:cubicBezTo>
                <a:close/>
                <a:moveTo>
                  <a:pt x="1068" y="698"/>
                </a:moveTo>
                <a:cubicBezTo>
                  <a:pt x="1068" y="751"/>
                  <a:pt x="1025" y="793"/>
                  <a:pt x="973" y="793"/>
                </a:cubicBezTo>
                <a:cubicBezTo>
                  <a:pt x="793" y="793"/>
                  <a:pt x="793" y="793"/>
                  <a:pt x="793" y="793"/>
                </a:cubicBezTo>
                <a:cubicBezTo>
                  <a:pt x="793" y="973"/>
                  <a:pt x="793" y="973"/>
                  <a:pt x="793" y="973"/>
                </a:cubicBezTo>
                <a:cubicBezTo>
                  <a:pt x="793" y="1025"/>
                  <a:pt x="750" y="1068"/>
                  <a:pt x="698" y="1068"/>
                </a:cubicBezTo>
                <a:cubicBezTo>
                  <a:pt x="670" y="1068"/>
                  <a:pt x="670" y="1068"/>
                  <a:pt x="670" y="1068"/>
                </a:cubicBezTo>
                <a:cubicBezTo>
                  <a:pt x="618" y="1068"/>
                  <a:pt x="576" y="1025"/>
                  <a:pt x="576" y="973"/>
                </a:cubicBezTo>
                <a:cubicBezTo>
                  <a:pt x="576" y="793"/>
                  <a:pt x="576" y="793"/>
                  <a:pt x="576" y="793"/>
                </a:cubicBezTo>
                <a:cubicBezTo>
                  <a:pt x="396" y="793"/>
                  <a:pt x="396" y="793"/>
                  <a:pt x="396" y="793"/>
                </a:cubicBezTo>
                <a:cubicBezTo>
                  <a:pt x="344" y="793"/>
                  <a:pt x="301" y="751"/>
                  <a:pt x="301" y="698"/>
                </a:cubicBezTo>
                <a:cubicBezTo>
                  <a:pt x="301" y="671"/>
                  <a:pt x="301" y="671"/>
                  <a:pt x="301" y="671"/>
                </a:cubicBezTo>
                <a:cubicBezTo>
                  <a:pt x="301" y="618"/>
                  <a:pt x="344" y="576"/>
                  <a:pt x="396" y="576"/>
                </a:cubicBezTo>
                <a:cubicBezTo>
                  <a:pt x="576" y="576"/>
                  <a:pt x="576" y="576"/>
                  <a:pt x="576" y="576"/>
                </a:cubicBezTo>
                <a:cubicBezTo>
                  <a:pt x="576" y="396"/>
                  <a:pt x="576" y="396"/>
                  <a:pt x="576" y="396"/>
                </a:cubicBezTo>
                <a:cubicBezTo>
                  <a:pt x="576" y="344"/>
                  <a:pt x="618" y="301"/>
                  <a:pt x="670" y="301"/>
                </a:cubicBezTo>
                <a:cubicBezTo>
                  <a:pt x="698" y="301"/>
                  <a:pt x="698" y="301"/>
                  <a:pt x="698" y="301"/>
                </a:cubicBezTo>
                <a:cubicBezTo>
                  <a:pt x="750" y="301"/>
                  <a:pt x="793" y="344"/>
                  <a:pt x="793" y="396"/>
                </a:cubicBezTo>
                <a:cubicBezTo>
                  <a:pt x="793" y="576"/>
                  <a:pt x="793" y="576"/>
                  <a:pt x="793" y="576"/>
                </a:cubicBezTo>
                <a:cubicBezTo>
                  <a:pt x="973" y="576"/>
                  <a:pt x="973" y="576"/>
                  <a:pt x="973" y="576"/>
                </a:cubicBezTo>
                <a:cubicBezTo>
                  <a:pt x="1025" y="576"/>
                  <a:pt x="1068" y="618"/>
                  <a:pt x="1068" y="671"/>
                </a:cubicBezTo>
                <a:lnTo>
                  <a:pt x="1068" y="69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1800"/>
          </a:p>
        </p:txBody>
      </p:sp>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16200000">
            <a:off x="11562876" y="5800424"/>
            <a:ext cx="974339" cy="318995"/>
          </a:xfrm>
          <a:prstGeom prst="rect">
            <a:avLst/>
          </a:prstGeom>
        </p:spPr>
      </p:pic>
      <p:sp>
        <p:nvSpPr>
          <p:cNvPr id="14" name="Rectangle 6"/>
          <p:cNvSpPr/>
          <p:nvPr userDrawn="1"/>
        </p:nvSpPr>
        <p:spPr bwMode="gray">
          <a:xfrm flipH="1">
            <a:off x="11890545" y="6446656"/>
            <a:ext cx="311676" cy="182166"/>
          </a:xfrm>
          <a:prstGeom prst="rect">
            <a:avLst/>
          </a:prstGeom>
          <a:solidFill>
            <a:schemeClr val="tx1"/>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TextBox slide number"/>
          <p:cNvSpPr txBox="1"/>
          <p:nvPr userDrawn="1"/>
        </p:nvSpPr>
        <p:spPr bwMode="white">
          <a:xfrm>
            <a:off x="11907627" y="6491082"/>
            <a:ext cx="311675" cy="123111"/>
          </a:xfrm>
          <a:prstGeom prst="rect">
            <a:avLst/>
          </a:prstGeom>
        </p:spPr>
        <p:txBody>
          <a:bodyPr vert="horz" lIns="0" tIns="0" rIns="0" bIns="0" rtlCol="0" anchor="b"/>
          <a:lstStyle>
            <a:defPPr>
              <a:defRPr lang="en-US"/>
            </a:defPPr>
            <a:lvl1pPr algn="ctr">
              <a:defRPr sz="1000">
                <a:solidFill>
                  <a:schemeClr val="bg1"/>
                </a:solidFill>
              </a:defRPr>
            </a:lvl1pPr>
          </a:lstStyle>
          <a:p>
            <a:pPr lvl="0" algn="ctr"/>
            <a:fld id="{6EA5B71A-1B18-4E34-A48F-65DC4937AA99}" type="slidenum">
              <a:rPr lang="en-US" sz="1000" smtClean="0"/>
              <a:pPr lvl="0" algn="ctr"/>
              <a:t>‹#›</a:t>
            </a:fld>
            <a:endParaRPr lang="en-US" sz="1000"/>
          </a:p>
        </p:txBody>
      </p:sp>
    </p:spTree>
    <p:extLst>
      <p:ext uri="{BB962C8B-B14F-4D97-AF65-F5344CB8AC3E}">
        <p14:creationId xmlns:p14="http://schemas.microsoft.com/office/powerpoint/2010/main" val="3911900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Subtitle Content - With Background">
    <p:bg>
      <p:bgPr>
        <a:solidFill>
          <a:schemeClr val="bg1"/>
        </a:solidFill>
        <a:effectLst/>
      </p:bgPr>
    </p:bg>
    <p:spTree>
      <p:nvGrpSpPr>
        <p:cNvPr id="1" name=""/>
        <p:cNvGrpSpPr/>
        <p:nvPr/>
      </p:nvGrpSpPr>
      <p:grpSpPr>
        <a:xfrm>
          <a:off x="0" y="0"/>
          <a:ext cx="0" cy="0"/>
          <a:chOff x="0" y="0"/>
          <a:chExt cx="0" cy="0"/>
        </a:xfrm>
      </p:grpSpPr>
      <p:sp>
        <p:nvSpPr>
          <p:cNvPr id="15" name="Footer Placeholder 14"/>
          <p:cNvSpPr>
            <a:spLocks noGrp="1"/>
          </p:cNvSpPr>
          <p:nvPr>
            <p:ph type="ftr" sz="quarter" idx="11"/>
          </p:nvPr>
        </p:nvSpPr>
        <p:spPr>
          <a:xfrm>
            <a:off x="548783" y="6473952"/>
            <a:ext cx="2413972" cy="153888"/>
          </a:xfrm>
          <a:prstGeom prst="rect">
            <a:avLst/>
          </a:prstGeom>
        </p:spPr>
        <p:txBody>
          <a:bodyPr/>
          <a:lstStyle/>
          <a:p>
            <a:r>
              <a:rPr lang="en-US" sz="1000">
                <a:solidFill>
                  <a:srgbClr val="939598"/>
                </a:solidFill>
                <a:cs typeface="Arial" pitchFamily="34" charset="0"/>
              </a:rPr>
              <a:t>2016 LCFC Internal. All rights reserved.</a:t>
            </a:r>
          </a:p>
        </p:txBody>
      </p:sp>
      <p:sp>
        <p:nvSpPr>
          <p:cNvPr id="11" name="Title 28"/>
          <p:cNvSpPr>
            <a:spLocks noGrp="1"/>
          </p:cNvSpPr>
          <p:nvPr>
            <p:ph type="title" hasCustomPrompt="1"/>
          </p:nvPr>
        </p:nvSpPr>
        <p:spPr bwMode="gray">
          <a:xfrm>
            <a:off x="548783" y="274320"/>
            <a:ext cx="11076268" cy="521208"/>
          </a:xfrm>
          <a:prstGeom prst="rect">
            <a:avLst/>
          </a:prstGeom>
        </p:spPr>
        <p:txBody>
          <a:bodyPr wrap="square" lIns="0" tIns="0" rIns="0" bIns="0" anchor="ctr" anchorCtr="0"/>
          <a:lstStyle>
            <a:lvl1pPr marL="0" algn="l" defTabSz="1218987" rtl="0" eaLnBrk="1" latinLnBrk="0" hangingPunct="1">
              <a:lnSpc>
                <a:spcPct val="100000"/>
              </a:lnSpc>
              <a:spcBef>
                <a:spcPct val="0"/>
              </a:spcBef>
              <a:buNone/>
              <a:tabLst>
                <a:tab pos="1218987" algn="l"/>
              </a:tabLst>
              <a:defRPr lang="en-US" sz="3600" kern="1200" cap="none" spc="0" baseline="0" dirty="0">
                <a:solidFill>
                  <a:schemeClr val="tx1"/>
                </a:solidFill>
                <a:latin typeface="Arial" pitchFamily="34" charset="0"/>
                <a:ea typeface="+mn-ea"/>
                <a:cs typeface="Arial" pitchFamily="34" charset="0"/>
              </a:defRPr>
            </a:lvl1pPr>
          </a:lstStyle>
          <a:p>
            <a:r>
              <a:rPr lang="en-US"/>
              <a:t>Click To Edit Master Title</a:t>
            </a:r>
          </a:p>
        </p:txBody>
      </p:sp>
      <p:sp>
        <p:nvSpPr>
          <p:cNvPr id="12" name="Freeform 5"/>
          <p:cNvSpPr>
            <a:spLocks noChangeAspect="1" noEditPoints="1"/>
          </p:cNvSpPr>
          <p:nvPr userDrawn="1"/>
        </p:nvSpPr>
        <p:spPr bwMode="black">
          <a:xfrm>
            <a:off x="205408" y="423407"/>
            <a:ext cx="200639" cy="200587"/>
          </a:xfrm>
          <a:custGeom>
            <a:avLst/>
            <a:gdLst>
              <a:gd name="T0" fmla="*/ 684 w 1368"/>
              <a:gd name="T1" fmla="*/ 0 h 1368"/>
              <a:gd name="T2" fmla="*/ 0 w 1368"/>
              <a:gd name="T3" fmla="*/ 684 h 1368"/>
              <a:gd name="T4" fmla="*/ 684 w 1368"/>
              <a:gd name="T5" fmla="*/ 1368 h 1368"/>
              <a:gd name="T6" fmla="*/ 1368 w 1368"/>
              <a:gd name="T7" fmla="*/ 684 h 1368"/>
              <a:gd name="T8" fmla="*/ 684 w 1368"/>
              <a:gd name="T9" fmla="*/ 0 h 1368"/>
              <a:gd name="T10" fmla="*/ 1068 w 1368"/>
              <a:gd name="T11" fmla="*/ 698 h 1368"/>
              <a:gd name="T12" fmla="*/ 973 w 1368"/>
              <a:gd name="T13" fmla="*/ 793 h 1368"/>
              <a:gd name="T14" fmla="*/ 793 w 1368"/>
              <a:gd name="T15" fmla="*/ 793 h 1368"/>
              <a:gd name="T16" fmla="*/ 793 w 1368"/>
              <a:gd name="T17" fmla="*/ 973 h 1368"/>
              <a:gd name="T18" fmla="*/ 698 w 1368"/>
              <a:gd name="T19" fmla="*/ 1068 h 1368"/>
              <a:gd name="T20" fmla="*/ 670 w 1368"/>
              <a:gd name="T21" fmla="*/ 1068 h 1368"/>
              <a:gd name="T22" fmla="*/ 576 w 1368"/>
              <a:gd name="T23" fmla="*/ 973 h 1368"/>
              <a:gd name="T24" fmla="*/ 576 w 1368"/>
              <a:gd name="T25" fmla="*/ 793 h 1368"/>
              <a:gd name="T26" fmla="*/ 396 w 1368"/>
              <a:gd name="T27" fmla="*/ 793 h 1368"/>
              <a:gd name="T28" fmla="*/ 301 w 1368"/>
              <a:gd name="T29" fmla="*/ 698 h 1368"/>
              <a:gd name="T30" fmla="*/ 301 w 1368"/>
              <a:gd name="T31" fmla="*/ 671 h 1368"/>
              <a:gd name="T32" fmla="*/ 396 w 1368"/>
              <a:gd name="T33" fmla="*/ 576 h 1368"/>
              <a:gd name="T34" fmla="*/ 576 w 1368"/>
              <a:gd name="T35" fmla="*/ 576 h 1368"/>
              <a:gd name="T36" fmla="*/ 576 w 1368"/>
              <a:gd name="T37" fmla="*/ 396 h 1368"/>
              <a:gd name="T38" fmla="*/ 670 w 1368"/>
              <a:gd name="T39" fmla="*/ 301 h 1368"/>
              <a:gd name="T40" fmla="*/ 698 w 1368"/>
              <a:gd name="T41" fmla="*/ 301 h 1368"/>
              <a:gd name="T42" fmla="*/ 793 w 1368"/>
              <a:gd name="T43" fmla="*/ 396 h 1368"/>
              <a:gd name="T44" fmla="*/ 793 w 1368"/>
              <a:gd name="T45" fmla="*/ 576 h 1368"/>
              <a:gd name="T46" fmla="*/ 973 w 1368"/>
              <a:gd name="T47" fmla="*/ 576 h 1368"/>
              <a:gd name="T48" fmla="*/ 1068 w 1368"/>
              <a:gd name="T49" fmla="*/ 671 h 1368"/>
              <a:gd name="T50" fmla="*/ 1068 w 1368"/>
              <a:gd name="T51" fmla="*/ 698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68" h="1368">
                <a:moveTo>
                  <a:pt x="684" y="0"/>
                </a:moveTo>
                <a:cubicBezTo>
                  <a:pt x="307" y="0"/>
                  <a:pt x="0" y="307"/>
                  <a:pt x="0" y="684"/>
                </a:cubicBezTo>
                <a:cubicBezTo>
                  <a:pt x="0" y="1062"/>
                  <a:pt x="307" y="1368"/>
                  <a:pt x="684" y="1368"/>
                </a:cubicBezTo>
                <a:cubicBezTo>
                  <a:pt x="1062" y="1368"/>
                  <a:pt x="1368" y="1062"/>
                  <a:pt x="1368" y="684"/>
                </a:cubicBezTo>
                <a:cubicBezTo>
                  <a:pt x="1368" y="307"/>
                  <a:pt x="1062" y="0"/>
                  <a:pt x="684" y="0"/>
                </a:cubicBezTo>
                <a:close/>
                <a:moveTo>
                  <a:pt x="1068" y="698"/>
                </a:moveTo>
                <a:cubicBezTo>
                  <a:pt x="1068" y="751"/>
                  <a:pt x="1025" y="793"/>
                  <a:pt x="973" y="793"/>
                </a:cubicBezTo>
                <a:cubicBezTo>
                  <a:pt x="793" y="793"/>
                  <a:pt x="793" y="793"/>
                  <a:pt x="793" y="793"/>
                </a:cubicBezTo>
                <a:cubicBezTo>
                  <a:pt x="793" y="973"/>
                  <a:pt x="793" y="973"/>
                  <a:pt x="793" y="973"/>
                </a:cubicBezTo>
                <a:cubicBezTo>
                  <a:pt x="793" y="1025"/>
                  <a:pt x="750" y="1068"/>
                  <a:pt x="698" y="1068"/>
                </a:cubicBezTo>
                <a:cubicBezTo>
                  <a:pt x="670" y="1068"/>
                  <a:pt x="670" y="1068"/>
                  <a:pt x="670" y="1068"/>
                </a:cubicBezTo>
                <a:cubicBezTo>
                  <a:pt x="618" y="1068"/>
                  <a:pt x="576" y="1025"/>
                  <a:pt x="576" y="973"/>
                </a:cubicBezTo>
                <a:cubicBezTo>
                  <a:pt x="576" y="793"/>
                  <a:pt x="576" y="793"/>
                  <a:pt x="576" y="793"/>
                </a:cubicBezTo>
                <a:cubicBezTo>
                  <a:pt x="396" y="793"/>
                  <a:pt x="396" y="793"/>
                  <a:pt x="396" y="793"/>
                </a:cubicBezTo>
                <a:cubicBezTo>
                  <a:pt x="344" y="793"/>
                  <a:pt x="301" y="751"/>
                  <a:pt x="301" y="698"/>
                </a:cubicBezTo>
                <a:cubicBezTo>
                  <a:pt x="301" y="671"/>
                  <a:pt x="301" y="671"/>
                  <a:pt x="301" y="671"/>
                </a:cubicBezTo>
                <a:cubicBezTo>
                  <a:pt x="301" y="618"/>
                  <a:pt x="344" y="576"/>
                  <a:pt x="396" y="576"/>
                </a:cubicBezTo>
                <a:cubicBezTo>
                  <a:pt x="576" y="576"/>
                  <a:pt x="576" y="576"/>
                  <a:pt x="576" y="576"/>
                </a:cubicBezTo>
                <a:cubicBezTo>
                  <a:pt x="576" y="396"/>
                  <a:pt x="576" y="396"/>
                  <a:pt x="576" y="396"/>
                </a:cubicBezTo>
                <a:cubicBezTo>
                  <a:pt x="576" y="344"/>
                  <a:pt x="618" y="301"/>
                  <a:pt x="670" y="301"/>
                </a:cubicBezTo>
                <a:cubicBezTo>
                  <a:pt x="698" y="301"/>
                  <a:pt x="698" y="301"/>
                  <a:pt x="698" y="301"/>
                </a:cubicBezTo>
                <a:cubicBezTo>
                  <a:pt x="750" y="301"/>
                  <a:pt x="793" y="344"/>
                  <a:pt x="793" y="396"/>
                </a:cubicBezTo>
                <a:cubicBezTo>
                  <a:pt x="793" y="576"/>
                  <a:pt x="793" y="576"/>
                  <a:pt x="793" y="576"/>
                </a:cubicBezTo>
                <a:cubicBezTo>
                  <a:pt x="973" y="576"/>
                  <a:pt x="973" y="576"/>
                  <a:pt x="973" y="576"/>
                </a:cubicBezTo>
                <a:cubicBezTo>
                  <a:pt x="1025" y="576"/>
                  <a:pt x="1068" y="618"/>
                  <a:pt x="1068" y="671"/>
                </a:cubicBezTo>
                <a:lnTo>
                  <a:pt x="1068" y="69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1800"/>
          </a:p>
        </p:txBody>
      </p:sp>
      <p:sp>
        <p:nvSpPr>
          <p:cNvPr id="19" name="Text Placeholder 2"/>
          <p:cNvSpPr>
            <a:spLocks noGrp="1"/>
          </p:cNvSpPr>
          <p:nvPr>
            <p:ph type="body" idx="10"/>
          </p:nvPr>
        </p:nvSpPr>
        <p:spPr bwMode="gray">
          <a:xfrm>
            <a:off x="557930" y="914400"/>
            <a:ext cx="11076268" cy="292608"/>
          </a:xfrm>
          <a:prstGeom prst="rect">
            <a:avLst/>
          </a:prstGeom>
        </p:spPr>
        <p:txBody>
          <a:bodyPr lIns="0" tIns="0" rIns="0" bIns="0" anchor="ctr" anchorCtr="0">
            <a:normAutofit/>
          </a:bodyPr>
          <a:lstStyle>
            <a:lvl1pPr marL="0" indent="0">
              <a:buNone/>
              <a:defRPr sz="2400" b="0">
                <a:solidFill>
                  <a:schemeClr val="tx1"/>
                </a:solidFill>
                <a:latin typeface="Arial" pitchFamily="34" charset="0"/>
                <a:cs typeface="Arial" pitchFamily="34" charset="0"/>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zh-CN" altLang="en-US"/>
              <a:t>编辑母版文本样式</a:t>
            </a:r>
          </a:p>
        </p:txBody>
      </p:sp>
      <p:sp>
        <p:nvSpPr>
          <p:cNvPr id="7" name="Content Placeholder 2"/>
          <p:cNvSpPr>
            <a:spLocks noGrp="1"/>
          </p:cNvSpPr>
          <p:nvPr>
            <p:ph sz="half" idx="1"/>
          </p:nvPr>
        </p:nvSpPr>
        <p:spPr bwMode="gray">
          <a:xfrm>
            <a:off x="548783" y="1591056"/>
            <a:ext cx="11076268" cy="4798202"/>
          </a:xfrm>
          <a:prstGeom prst="rect">
            <a:avLst/>
          </a:prstGeom>
        </p:spPr>
        <p:txBody>
          <a:bodyPr lIns="0" tIns="0" rIns="0" bIns="0"/>
          <a:lstStyle>
            <a:lvl1pPr marL="171450" indent="-171450">
              <a:lnSpc>
                <a:spcPct val="90000"/>
              </a:lnSpc>
              <a:spcBef>
                <a:spcPts val="500"/>
              </a:spcBef>
              <a:buClrTx/>
              <a:buFont typeface="Arial" panose="020B0604020202020204" pitchFamily="34" charset="0"/>
              <a:buChar char="•"/>
              <a:defRPr sz="24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20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Tree>
    <p:extLst>
      <p:ext uri="{BB962C8B-B14F-4D97-AF65-F5344CB8AC3E}">
        <p14:creationId xmlns:p14="http://schemas.microsoft.com/office/powerpoint/2010/main" val="2982542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wo Column Slide - No Background">
    <p:bg>
      <p:bgPr>
        <a:solidFill>
          <a:schemeClr val="bg1"/>
        </a:solidFill>
        <a:effectLst/>
      </p:bgPr>
    </p:bg>
    <p:spTree>
      <p:nvGrpSpPr>
        <p:cNvPr id="1" name=""/>
        <p:cNvGrpSpPr/>
        <p:nvPr/>
      </p:nvGrpSpPr>
      <p:grpSpPr>
        <a:xfrm>
          <a:off x="0" y="0"/>
          <a:ext cx="0" cy="0"/>
          <a:chOff x="0" y="0"/>
          <a:chExt cx="0" cy="0"/>
        </a:xfrm>
      </p:grpSpPr>
      <p:sp>
        <p:nvSpPr>
          <p:cNvPr id="26" name="Footer Placeholder 25"/>
          <p:cNvSpPr>
            <a:spLocks noGrp="1"/>
          </p:cNvSpPr>
          <p:nvPr>
            <p:ph type="ftr" sz="quarter" idx="13"/>
          </p:nvPr>
        </p:nvSpPr>
        <p:spPr>
          <a:xfrm>
            <a:off x="548783" y="6473952"/>
            <a:ext cx="2413972" cy="153888"/>
          </a:xfrm>
          <a:prstGeom prst="rect">
            <a:avLst/>
          </a:prstGeom>
        </p:spPr>
        <p:txBody>
          <a:bodyPr/>
          <a:lstStyle/>
          <a:p>
            <a:r>
              <a:rPr lang="en-US" sz="1000">
                <a:solidFill>
                  <a:srgbClr val="939598"/>
                </a:solidFill>
                <a:cs typeface="Arial" pitchFamily="34" charset="0"/>
              </a:rPr>
              <a:t>2016 LCFC Internal. All rights reserved.</a:t>
            </a:r>
          </a:p>
        </p:txBody>
      </p:sp>
      <p:sp>
        <p:nvSpPr>
          <p:cNvPr id="11" name="Title 28"/>
          <p:cNvSpPr>
            <a:spLocks noGrp="1"/>
          </p:cNvSpPr>
          <p:nvPr>
            <p:ph type="title" hasCustomPrompt="1"/>
          </p:nvPr>
        </p:nvSpPr>
        <p:spPr bwMode="gray">
          <a:xfrm>
            <a:off x="548783" y="274320"/>
            <a:ext cx="11076268" cy="521208"/>
          </a:xfrm>
          <a:prstGeom prst="rect">
            <a:avLst/>
          </a:prstGeom>
        </p:spPr>
        <p:txBody>
          <a:bodyPr wrap="square" lIns="0" tIns="0" rIns="0" bIns="0" anchor="ctr" anchorCtr="0"/>
          <a:lstStyle>
            <a:lvl1pPr marL="0" algn="l" defTabSz="1218987" rtl="0" eaLnBrk="1" latinLnBrk="0" hangingPunct="1">
              <a:lnSpc>
                <a:spcPct val="100000"/>
              </a:lnSpc>
              <a:spcBef>
                <a:spcPct val="0"/>
              </a:spcBef>
              <a:buNone/>
              <a:tabLst>
                <a:tab pos="1218987" algn="l"/>
              </a:tabLst>
              <a:defRPr lang="en-US" sz="3600" kern="1200" cap="none" spc="0" baseline="0" dirty="0">
                <a:solidFill>
                  <a:schemeClr val="tx1"/>
                </a:solidFill>
                <a:latin typeface="Arial" pitchFamily="34" charset="0"/>
                <a:ea typeface="+mn-ea"/>
                <a:cs typeface="Arial" pitchFamily="34" charset="0"/>
              </a:defRPr>
            </a:lvl1pPr>
          </a:lstStyle>
          <a:p>
            <a:r>
              <a:rPr lang="en-US"/>
              <a:t>Click To Edit Master Title</a:t>
            </a:r>
          </a:p>
        </p:txBody>
      </p:sp>
      <p:sp>
        <p:nvSpPr>
          <p:cNvPr id="12" name="Freeform 5"/>
          <p:cNvSpPr>
            <a:spLocks noChangeAspect="1" noEditPoints="1"/>
          </p:cNvSpPr>
          <p:nvPr userDrawn="1"/>
        </p:nvSpPr>
        <p:spPr bwMode="black">
          <a:xfrm>
            <a:off x="205408" y="423407"/>
            <a:ext cx="200639" cy="200587"/>
          </a:xfrm>
          <a:custGeom>
            <a:avLst/>
            <a:gdLst>
              <a:gd name="T0" fmla="*/ 684 w 1368"/>
              <a:gd name="T1" fmla="*/ 0 h 1368"/>
              <a:gd name="T2" fmla="*/ 0 w 1368"/>
              <a:gd name="T3" fmla="*/ 684 h 1368"/>
              <a:gd name="T4" fmla="*/ 684 w 1368"/>
              <a:gd name="T5" fmla="*/ 1368 h 1368"/>
              <a:gd name="T6" fmla="*/ 1368 w 1368"/>
              <a:gd name="T7" fmla="*/ 684 h 1368"/>
              <a:gd name="T8" fmla="*/ 684 w 1368"/>
              <a:gd name="T9" fmla="*/ 0 h 1368"/>
              <a:gd name="T10" fmla="*/ 1068 w 1368"/>
              <a:gd name="T11" fmla="*/ 698 h 1368"/>
              <a:gd name="T12" fmla="*/ 973 w 1368"/>
              <a:gd name="T13" fmla="*/ 793 h 1368"/>
              <a:gd name="T14" fmla="*/ 793 w 1368"/>
              <a:gd name="T15" fmla="*/ 793 h 1368"/>
              <a:gd name="T16" fmla="*/ 793 w 1368"/>
              <a:gd name="T17" fmla="*/ 973 h 1368"/>
              <a:gd name="T18" fmla="*/ 698 w 1368"/>
              <a:gd name="T19" fmla="*/ 1068 h 1368"/>
              <a:gd name="T20" fmla="*/ 670 w 1368"/>
              <a:gd name="T21" fmla="*/ 1068 h 1368"/>
              <a:gd name="T22" fmla="*/ 576 w 1368"/>
              <a:gd name="T23" fmla="*/ 973 h 1368"/>
              <a:gd name="T24" fmla="*/ 576 w 1368"/>
              <a:gd name="T25" fmla="*/ 793 h 1368"/>
              <a:gd name="T26" fmla="*/ 396 w 1368"/>
              <a:gd name="T27" fmla="*/ 793 h 1368"/>
              <a:gd name="T28" fmla="*/ 301 w 1368"/>
              <a:gd name="T29" fmla="*/ 698 h 1368"/>
              <a:gd name="T30" fmla="*/ 301 w 1368"/>
              <a:gd name="T31" fmla="*/ 671 h 1368"/>
              <a:gd name="T32" fmla="*/ 396 w 1368"/>
              <a:gd name="T33" fmla="*/ 576 h 1368"/>
              <a:gd name="T34" fmla="*/ 576 w 1368"/>
              <a:gd name="T35" fmla="*/ 576 h 1368"/>
              <a:gd name="T36" fmla="*/ 576 w 1368"/>
              <a:gd name="T37" fmla="*/ 396 h 1368"/>
              <a:gd name="T38" fmla="*/ 670 w 1368"/>
              <a:gd name="T39" fmla="*/ 301 h 1368"/>
              <a:gd name="T40" fmla="*/ 698 w 1368"/>
              <a:gd name="T41" fmla="*/ 301 h 1368"/>
              <a:gd name="T42" fmla="*/ 793 w 1368"/>
              <a:gd name="T43" fmla="*/ 396 h 1368"/>
              <a:gd name="T44" fmla="*/ 793 w 1368"/>
              <a:gd name="T45" fmla="*/ 576 h 1368"/>
              <a:gd name="T46" fmla="*/ 973 w 1368"/>
              <a:gd name="T47" fmla="*/ 576 h 1368"/>
              <a:gd name="T48" fmla="*/ 1068 w 1368"/>
              <a:gd name="T49" fmla="*/ 671 h 1368"/>
              <a:gd name="T50" fmla="*/ 1068 w 1368"/>
              <a:gd name="T51" fmla="*/ 698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68" h="1368">
                <a:moveTo>
                  <a:pt x="684" y="0"/>
                </a:moveTo>
                <a:cubicBezTo>
                  <a:pt x="307" y="0"/>
                  <a:pt x="0" y="307"/>
                  <a:pt x="0" y="684"/>
                </a:cubicBezTo>
                <a:cubicBezTo>
                  <a:pt x="0" y="1062"/>
                  <a:pt x="307" y="1368"/>
                  <a:pt x="684" y="1368"/>
                </a:cubicBezTo>
                <a:cubicBezTo>
                  <a:pt x="1062" y="1368"/>
                  <a:pt x="1368" y="1062"/>
                  <a:pt x="1368" y="684"/>
                </a:cubicBezTo>
                <a:cubicBezTo>
                  <a:pt x="1368" y="307"/>
                  <a:pt x="1062" y="0"/>
                  <a:pt x="684" y="0"/>
                </a:cubicBezTo>
                <a:close/>
                <a:moveTo>
                  <a:pt x="1068" y="698"/>
                </a:moveTo>
                <a:cubicBezTo>
                  <a:pt x="1068" y="751"/>
                  <a:pt x="1025" y="793"/>
                  <a:pt x="973" y="793"/>
                </a:cubicBezTo>
                <a:cubicBezTo>
                  <a:pt x="793" y="793"/>
                  <a:pt x="793" y="793"/>
                  <a:pt x="793" y="793"/>
                </a:cubicBezTo>
                <a:cubicBezTo>
                  <a:pt x="793" y="973"/>
                  <a:pt x="793" y="973"/>
                  <a:pt x="793" y="973"/>
                </a:cubicBezTo>
                <a:cubicBezTo>
                  <a:pt x="793" y="1025"/>
                  <a:pt x="750" y="1068"/>
                  <a:pt x="698" y="1068"/>
                </a:cubicBezTo>
                <a:cubicBezTo>
                  <a:pt x="670" y="1068"/>
                  <a:pt x="670" y="1068"/>
                  <a:pt x="670" y="1068"/>
                </a:cubicBezTo>
                <a:cubicBezTo>
                  <a:pt x="618" y="1068"/>
                  <a:pt x="576" y="1025"/>
                  <a:pt x="576" y="973"/>
                </a:cubicBezTo>
                <a:cubicBezTo>
                  <a:pt x="576" y="793"/>
                  <a:pt x="576" y="793"/>
                  <a:pt x="576" y="793"/>
                </a:cubicBezTo>
                <a:cubicBezTo>
                  <a:pt x="396" y="793"/>
                  <a:pt x="396" y="793"/>
                  <a:pt x="396" y="793"/>
                </a:cubicBezTo>
                <a:cubicBezTo>
                  <a:pt x="344" y="793"/>
                  <a:pt x="301" y="751"/>
                  <a:pt x="301" y="698"/>
                </a:cubicBezTo>
                <a:cubicBezTo>
                  <a:pt x="301" y="671"/>
                  <a:pt x="301" y="671"/>
                  <a:pt x="301" y="671"/>
                </a:cubicBezTo>
                <a:cubicBezTo>
                  <a:pt x="301" y="618"/>
                  <a:pt x="344" y="576"/>
                  <a:pt x="396" y="576"/>
                </a:cubicBezTo>
                <a:cubicBezTo>
                  <a:pt x="576" y="576"/>
                  <a:pt x="576" y="576"/>
                  <a:pt x="576" y="576"/>
                </a:cubicBezTo>
                <a:cubicBezTo>
                  <a:pt x="576" y="396"/>
                  <a:pt x="576" y="396"/>
                  <a:pt x="576" y="396"/>
                </a:cubicBezTo>
                <a:cubicBezTo>
                  <a:pt x="576" y="344"/>
                  <a:pt x="618" y="301"/>
                  <a:pt x="670" y="301"/>
                </a:cubicBezTo>
                <a:cubicBezTo>
                  <a:pt x="698" y="301"/>
                  <a:pt x="698" y="301"/>
                  <a:pt x="698" y="301"/>
                </a:cubicBezTo>
                <a:cubicBezTo>
                  <a:pt x="750" y="301"/>
                  <a:pt x="793" y="344"/>
                  <a:pt x="793" y="396"/>
                </a:cubicBezTo>
                <a:cubicBezTo>
                  <a:pt x="793" y="576"/>
                  <a:pt x="793" y="576"/>
                  <a:pt x="793" y="576"/>
                </a:cubicBezTo>
                <a:cubicBezTo>
                  <a:pt x="973" y="576"/>
                  <a:pt x="973" y="576"/>
                  <a:pt x="973" y="576"/>
                </a:cubicBezTo>
                <a:cubicBezTo>
                  <a:pt x="1025" y="576"/>
                  <a:pt x="1068" y="618"/>
                  <a:pt x="1068" y="671"/>
                </a:cubicBezTo>
                <a:lnTo>
                  <a:pt x="1068" y="69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1800"/>
          </a:p>
        </p:txBody>
      </p:sp>
      <p:sp>
        <p:nvSpPr>
          <p:cNvPr id="16" name="Content Placeholder 2"/>
          <p:cNvSpPr>
            <a:spLocks noGrp="1"/>
          </p:cNvSpPr>
          <p:nvPr>
            <p:ph sz="half" idx="1"/>
          </p:nvPr>
        </p:nvSpPr>
        <p:spPr bwMode="gray">
          <a:xfrm>
            <a:off x="548783" y="1179576"/>
            <a:ext cx="5380359" cy="5211699"/>
          </a:xfrm>
          <a:prstGeom prst="rect">
            <a:avLst/>
          </a:prstGeom>
        </p:spPr>
        <p:txBody>
          <a:bodyPr lIns="0" tIns="0" rIns="0" bIns="0"/>
          <a:lstStyle>
            <a:lvl1pPr marL="171450" indent="-171450">
              <a:lnSpc>
                <a:spcPct val="90000"/>
              </a:lnSpc>
              <a:spcBef>
                <a:spcPts val="500"/>
              </a:spcBef>
              <a:buClrTx/>
              <a:buFont typeface="Arial" panose="020B0604020202020204" pitchFamily="34" charset="0"/>
              <a:buChar char="•"/>
              <a:defRPr sz="24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20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20" name="Content Placeholder 2"/>
          <p:cNvSpPr>
            <a:spLocks noGrp="1"/>
          </p:cNvSpPr>
          <p:nvPr>
            <p:ph sz="half" idx="14"/>
          </p:nvPr>
        </p:nvSpPr>
        <p:spPr bwMode="gray">
          <a:xfrm>
            <a:off x="6244692" y="1188762"/>
            <a:ext cx="5380359" cy="5211699"/>
          </a:xfrm>
          <a:prstGeom prst="rect">
            <a:avLst/>
          </a:prstGeom>
        </p:spPr>
        <p:txBody>
          <a:bodyPr lIns="0" tIns="0" rIns="0" bIns="0"/>
          <a:lstStyle>
            <a:lvl1pPr marL="171450" indent="-171450">
              <a:lnSpc>
                <a:spcPct val="90000"/>
              </a:lnSpc>
              <a:spcBef>
                <a:spcPts val="500"/>
              </a:spcBef>
              <a:buClrTx/>
              <a:buFont typeface="Arial" panose="020B0604020202020204" pitchFamily="34" charset="0"/>
              <a:buChar char="•"/>
              <a:defRPr sz="24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20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pic>
        <p:nvPicPr>
          <p:cNvPr id="13" name="图片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16200000">
            <a:off x="11562876" y="5800424"/>
            <a:ext cx="974339" cy="318995"/>
          </a:xfrm>
          <a:prstGeom prst="rect">
            <a:avLst/>
          </a:prstGeom>
        </p:spPr>
      </p:pic>
      <p:sp>
        <p:nvSpPr>
          <p:cNvPr id="14" name="Rectangle 6"/>
          <p:cNvSpPr/>
          <p:nvPr userDrawn="1"/>
        </p:nvSpPr>
        <p:spPr bwMode="gray">
          <a:xfrm flipH="1">
            <a:off x="11890545" y="6446656"/>
            <a:ext cx="311676" cy="182166"/>
          </a:xfrm>
          <a:prstGeom prst="rect">
            <a:avLst/>
          </a:prstGeom>
          <a:solidFill>
            <a:schemeClr val="tx1"/>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TextBox slide number"/>
          <p:cNvSpPr txBox="1"/>
          <p:nvPr userDrawn="1"/>
        </p:nvSpPr>
        <p:spPr bwMode="white">
          <a:xfrm>
            <a:off x="11907627" y="6491082"/>
            <a:ext cx="311675" cy="123111"/>
          </a:xfrm>
          <a:prstGeom prst="rect">
            <a:avLst/>
          </a:prstGeom>
        </p:spPr>
        <p:txBody>
          <a:bodyPr vert="horz" lIns="0" tIns="0" rIns="0" bIns="0" rtlCol="0" anchor="b"/>
          <a:lstStyle>
            <a:defPPr>
              <a:defRPr lang="en-US"/>
            </a:defPPr>
            <a:lvl1pPr algn="ctr">
              <a:defRPr sz="1000">
                <a:solidFill>
                  <a:schemeClr val="bg1"/>
                </a:solidFill>
              </a:defRPr>
            </a:lvl1pPr>
          </a:lstStyle>
          <a:p>
            <a:pPr lvl="0" algn="ctr"/>
            <a:fld id="{6EA5B71A-1B18-4E34-A48F-65DC4937AA99}" type="slidenum">
              <a:rPr lang="en-US" sz="1000" smtClean="0"/>
              <a:pPr lvl="0" algn="ctr"/>
              <a:t>‹#›</a:t>
            </a:fld>
            <a:endParaRPr lang="en-US" sz="1000"/>
          </a:p>
        </p:txBody>
      </p:sp>
    </p:spTree>
    <p:extLst>
      <p:ext uri="{BB962C8B-B14F-4D97-AF65-F5344CB8AC3E}">
        <p14:creationId xmlns:p14="http://schemas.microsoft.com/office/powerpoint/2010/main" val="3238535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Slide - With Background">
    <p:bg>
      <p:bgPr>
        <a:solidFill>
          <a:schemeClr val="bg1"/>
        </a:solidFill>
        <a:effectLst/>
      </p:bgPr>
    </p:bg>
    <p:spTree>
      <p:nvGrpSpPr>
        <p:cNvPr id="1" name=""/>
        <p:cNvGrpSpPr/>
        <p:nvPr/>
      </p:nvGrpSpPr>
      <p:grpSpPr>
        <a:xfrm>
          <a:off x="0" y="0"/>
          <a:ext cx="0" cy="0"/>
          <a:chOff x="0" y="0"/>
          <a:chExt cx="0" cy="0"/>
        </a:xfrm>
      </p:grpSpPr>
      <p:sp>
        <p:nvSpPr>
          <p:cNvPr id="20" name="Footer Placeholder 19"/>
          <p:cNvSpPr>
            <a:spLocks noGrp="1"/>
          </p:cNvSpPr>
          <p:nvPr>
            <p:ph type="ftr" sz="quarter" idx="13"/>
          </p:nvPr>
        </p:nvSpPr>
        <p:spPr>
          <a:xfrm>
            <a:off x="548783" y="6473952"/>
            <a:ext cx="2413972" cy="153888"/>
          </a:xfrm>
          <a:prstGeom prst="rect">
            <a:avLst/>
          </a:prstGeom>
        </p:spPr>
        <p:txBody>
          <a:bodyPr/>
          <a:lstStyle/>
          <a:p>
            <a:r>
              <a:rPr lang="en-US" sz="1000">
                <a:solidFill>
                  <a:srgbClr val="939598"/>
                </a:solidFill>
                <a:cs typeface="Arial" pitchFamily="34" charset="0"/>
              </a:rPr>
              <a:t>2016 LCFC Internal. All rights reserved.</a:t>
            </a:r>
          </a:p>
        </p:txBody>
      </p:sp>
      <p:sp>
        <p:nvSpPr>
          <p:cNvPr id="11" name="Title 28"/>
          <p:cNvSpPr>
            <a:spLocks noGrp="1"/>
          </p:cNvSpPr>
          <p:nvPr>
            <p:ph type="title" hasCustomPrompt="1"/>
          </p:nvPr>
        </p:nvSpPr>
        <p:spPr bwMode="gray">
          <a:xfrm>
            <a:off x="548783" y="274320"/>
            <a:ext cx="11076268" cy="521208"/>
          </a:xfrm>
          <a:prstGeom prst="rect">
            <a:avLst/>
          </a:prstGeom>
        </p:spPr>
        <p:txBody>
          <a:bodyPr wrap="square" lIns="0" tIns="0" rIns="0" bIns="0" anchor="ctr" anchorCtr="0"/>
          <a:lstStyle>
            <a:lvl1pPr marL="0" algn="l" defTabSz="1218987" rtl="0" eaLnBrk="1" latinLnBrk="0" hangingPunct="1">
              <a:lnSpc>
                <a:spcPct val="100000"/>
              </a:lnSpc>
              <a:spcBef>
                <a:spcPct val="0"/>
              </a:spcBef>
              <a:buNone/>
              <a:tabLst>
                <a:tab pos="1218987" algn="l"/>
              </a:tabLst>
              <a:defRPr lang="en-US" sz="3600" kern="1200" cap="none" spc="0" baseline="0" dirty="0">
                <a:solidFill>
                  <a:schemeClr val="tx1"/>
                </a:solidFill>
                <a:latin typeface="Arial" pitchFamily="34" charset="0"/>
                <a:ea typeface="+mn-ea"/>
                <a:cs typeface="Arial" pitchFamily="34" charset="0"/>
              </a:defRPr>
            </a:lvl1pPr>
          </a:lstStyle>
          <a:p>
            <a:r>
              <a:rPr lang="en-US"/>
              <a:t>Click To Edit Master Title</a:t>
            </a:r>
          </a:p>
        </p:txBody>
      </p:sp>
      <p:sp>
        <p:nvSpPr>
          <p:cNvPr id="12" name="Freeform 5"/>
          <p:cNvSpPr>
            <a:spLocks noChangeAspect="1" noEditPoints="1"/>
          </p:cNvSpPr>
          <p:nvPr userDrawn="1"/>
        </p:nvSpPr>
        <p:spPr bwMode="black">
          <a:xfrm>
            <a:off x="205408" y="423407"/>
            <a:ext cx="200639" cy="200587"/>
          </a:xfrm>
          <a:custGeom>
            <a:avLst/>
            <a:gdLst>
              <a:gd name="T0" fmla="*/ 684 w 1368"/>
              <a:gd name="T1" fmla="*/ 0 h 1368"/>
              <a:gd name="T2" fmla="*/ 0 w 1368"/>
              <a:gd name="T3" fmla="*/ 684 h 1368"/>
              <a:gd name="T4" fmla="*/ 684 w 1368"/>
              <a:gd name="T5" fmla="*/ 1368 h 1368"/>
              <a:gd name="T6" fmla="*/ 1368 w 1368"/>
              <a:gd name="T7" fmla="*/ 684 h 1368"/>
              <a:gd name="T8" fmla="*/ 684 w 1368"/>
              <a:gd name="T9" fmla="*/ 0 h 1368"/>
              <a:gd name="T10" fmla="*/ 1068 w 1368"/>
              <a:gd name="T11" fmla="*/ 698 h 1368"/>
              <a:gd name="T12" fmla="*/ 973 w 1368"/>
              <a:gd name="T13" fmla="*/ 793 h 1368"/>
              <a:gd name="T14" fmla="*/ 793 w 1368"/>
              <a:gd name="T15" fmla="*/ 793 h 1368"/>
              <a:gd name="T16" fmla="*/ 793 w 1368"/>
              <a:gd name="T17" fmla="*/ 973 h 1368"/>
              <a:gd name="T18" fmla="*/ 698 w 1368"/>
              <a:gd name="T19" fmla="*/ 1068 h 1368"/>
              <a:gd name="T20" fmla="*/ 670 w 1368"/>
              <a:gd name="T21" fmla="*/ 1068 h 1368"/>
              <a:gd name="T22" fmla="*/ 576 w 1368"/>
              <a:gd name="T23" fmla="*/ 973 h 1368"/>
              <a:gd name="T24" fmla="*/ 576 w 1368"/>
              <a:gd name="T25" fmla="*/ 793 h 1368"/>
              <a:gd name="T26" fmla="*/ 396 w 1368"/>
              <a:gd name="T27" fmla="*/ 793 h 1368"/>
              <a:gd name="T28" fmla="*/ 301 w 1368"/>
              <a:gd name="T29" fmla="*/ 698 h 1368"/>
              <a:gd name="T30" fmla="*/ 301 w 1368"/>
              <a:gd name="T31" fmla="*/ 671 h 1368"/>
              <a:gd name="T32" fmla="*/ 396 w 1368"/>
              <a:gd name="T33" fmla="*/ 576 h 1368"/>
              <a:gd name="T34" fmla="*/ 576 w 1368"/>
              <a:gd name="T35" fmla="*/ 576 h 1368"/>
              <a:gd name="T36" fmla="*/ 576 w 1368"/>
              <a:gd name="T37" fmla="*/ 396 h 1368"/>
              <a:gd name="T38" fmla="*/ 670 w 1368"/>
              <a:gd name="T39" fmla="*/ 301 h 1368"/>
              <a:gd name="T40" fmla="*/ 698 w 1368"/>
              <a:gd name="T41" fmla="*/ 301 h 1368"/>
              <a:gd name="T42" fmla="*/ 793 w 1368"/>
              <a:gd name="T43" fmla="*/ 396 h 1368"/>
              <a:gd name="T44" fmla="*/ 793 w 1368"/>
              <a:gd name="T45" fmla="*/ 576 h 1368"/>
              <a:gd name="T46" fmla="*/ 973 w 1368"/>
              <a:gd name="T47" fmla="*/ 576 h 1368"/>
              <a:gd name="T48" fmla="*/ 1068 w 1368"/>
              <a:gd name="T49" fmla="*/ 671 h 1368"/>
              <a:gd name="T50" fmla="*/ 1068 w 1368"/>
              <a:gd name="T51" fmla="*/ 698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68" h="1368">
                <a:moveTo>
                  <a:pt x="684" y="0"/>
                </a:moveTo>
                <a:cubicBezTo>
                  <a:pt x="307" y="0"/>
                  <a:pt x="0" y="307"/>
                  <a:pt x="0" y="684"/>
                </a:cubicBezTo>
                <a:cubicBezTo>
                  <a:pt x="0" y="1062"/>
                  <a:pt x="307" y="1368"/>
                  <a:pt x="684" y="1368"/>
                </a:cubicBezTo>
                <a:cubicBezTo>
                  <a:pt x="1062" y="1368"/>
                  <a:pt x="1368" y="1062"/>
                  <a:pt x="1368" y="684"/>
                </a:cubicBezTo>
                <a:cubicBezTo>
                  <a:pt x="1368" y="307"/>
                  <a:pt x="1062" y="0"/>
                  <a:pt x="684" y="0"/>
                </a:cubicBezTo>
                <a:close/>
                <a:moveTo>
                  <a:pt x="1068" y="698"/>
                </a:moveTo>
                <a:cubicBezTo>
                  <a:pt x="1068" y="751"/>
                  <a:pt x="1025" y="793"/>
                  <a:pt x="973" y="793"/>
                </a:cubicBezTo>
                <a:cubicBezTo>
                  <a:pt x="793" y="793"/>
                  <a:pt x="793" y="793"/>
                  <a:pt x="793" y="793"/>
                </a:cubicBezTo>
                <a:cubicBezTo>
                  <a:pt x="793" y="973"/>
                  <a:pt x="793" y="973"/>
                  <a:pt x="793" y="973"/>
                </a:cubicBezTo>
                <a:cubicBezTo>
                  <a:pt x="793" y="1025"/>
                  <a:pt x="750" y="1068"/>
                  <a:pt x="698" y="1068"/>
                </a:cubicBezTo>
                <a:cubicBezTo>
                  <a:pt x="670" y="1068"/>
                  <a:pt x="670" y="1068"/>
                  <a:pt x="670" y="1068"/>
                </a:cubicBezTo>
                <a:cubicBezTo>
                  <a:pt x="618" y="1068"/>
                  <a:pt x="576" y="1025"/>
                  <a:pt x="576" y="973"/>
                </a:cubicBezTo>
                <a:cubicBezTo>
                  <a:pt x="576" y="793"/>
                  <a:pt x="576" y="793"/>
                  <a:pt x="576" y="793"/>
                </a:cubicBezTo>
                <a:cubicBezTo>
                  <a:pt x="396" y="793"/>
                  <a:pt x="396" y="793"/>
                  <a:pt x="396" y="793"/>
                </a:cubicBezTo>
                <a:cubicBezTo>
                  <a:pt x="344" y="793"/>
                  <a:pt x="301" y="751"/>
                  <a:pt x="301" y="698"/>
                </a:cubicBezTo>
                <a:cubicBezTo>
                  <a:pt x="301" y="671"/>
                  <a:pt x="301" y="671"/>
                  <a:pt x="301" y="671"/>
                </a:cubicBezTo>
                <a:cubicBezTo>
                  <a:pt x="301" y="618"/>
                  <a:pt x="344" y="576"/>
                  <a:pt x="396" y="576"/>
                </a:cubicBezTo>
                <a:cubicBezTo>
                  <a:pt x="576" y="576"/>
                  <a:pt x="576" y="576"/>
                  <a:pt x="576" y="576"/>
                </a:cubicBezTo>
                <a:cubicBezTo>
                  <a:pt x="576" y="396"/>
                  <a:pt x="576" y="396"/>
                  <a:pt x="576" y="396"/>
                </a:cubicBezTo>
                <a:cubicBezTo>
                  <a:pt x="576" y="344"/>
                  <a:pt x="618" y="301"/>
                  <a:pt x="670" y="301"/>
                </a:cubicBezTo>
                <a:cubicBezTo>
                  <a:pt x="698" y="301"/>
                  <a:pt x="698" y="301"/>
                  <a:pt x="698" y="301"/>
                </a:cubicBezTo>
                <a:cubicBezTo>
                  <a:pt x="750" y="301"/>
                  <a:pt x="793" y="344"/>
                  <a:pt x="793" y="396"/>
                </a:cubicBezTo>
                <a:cubicBezTo>
                  <a:pt x="793" y="576"/>
                  <a:pt x="793" y="576"/>
                  <a:pt x="793" y="576"/>
                </a:cubicBezTo>
                <a:cubicBezTo>
                  <a:pt x="973" y="576"/>
                  <a:pt x="973" y="576"/>
                  <a:pt x="973" y="576"/>
                </a:cubicBezTo>
                <a:cubicBezTo>
                  <a:pt x="1025" y="576"/>
                  <a:pt x="1068" y="618"/>
                  <a:pt x="1068" y="671"/>
                </a:cubicBezTo>
                <a:lnTo>
                  <a:pt x="1068" y="69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1800"/>
          </a:p>
        </p:txBody>
      </p:sp>
      <p:sp>
        <p:nvSpPr>
          <p:cNvPr id="13" name="Content Placeholder 2"/>
          <p:cNvSpPr>
            <a:spLocks noGrp="1"/>
          </p:cNvSpPr>
          <p:nvPr>
            <p:ph sz="half" idx="1"/>
          </p:nvPr>
        </p:nvSpPr>
        <p:spPr bwMode="gray">
          <a:xfrm>
            <a:off x="548783" y="1179576"/>
            <a:ext cx="5380359" cy="5211699"/>
          </a:xfrm>
          <a:prstGeom prst="rect">
            <a:avLst/>
          </a:prstGeom>
        </p:spPr>
        <p:txBody>
          <a:bodyPr lIns="0" tIns="0" rIns="0" bIns="0"/>
          <a:lstStyle>
            <a:lvl1pPr marL="171450" indent="-171450">
              <a:lnSpc>
                <a:spcPct val="90000"/>
              </a:lnSpc>
              <a:spcBef>
                <a:spcPts val="500"/>
              </a:spcBef>
              <a:buClrTx/>
              <a:buFont typeface="Arial" panose="020B0604020202020204" pitchFamily="34" charset="0"/>
              <a:buChar char="•"/>
              <a:defRPr sz="24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20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14" name="Content Placeholder 2"/>
          <p:cNvSpPr>
            <a:spLocks noGrp="1"/>
          </p:cNvSpPr>
          <p:nvPr>
            <p:ph sz="half" idx="14"/>
          </p:nvPr>
        </p:nvSpPr>
        <p:spPr bwMode="gray">
          <a:xfrm>
            <a:off x="6244692" y="1188762"/>
            <a:ext cx="5380359" cy="5211699"/>
          </a:xfrm>
          <a:prstGeom prst="rect">
            <a:avLst/>
          </a:prstGeom>
        </p:spPr>
        <p:txBody>
          <a:bodyPr lIns="0" tIns="0" rIns="0" bIns="0"/>
          <a:lstStyle>
            <a:lvl1pPr marL="171450" indent="-171450">
              <a:lnSpc>
                <a:spcPct val="90000"/>
              </a:lnSpc>
              <a:spcBef>
                <a:spcPts val="500"/>
              </a:spcBef>
              <a:buClrTx/>
              <a:buFont typeface="Arial" panose="020B0604020202020204" pitchFamily="34" charset="0"/>
              <a:buChar char="•"/>
              <a:defRPr sz="24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20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Tree>
    <p:extLst>
      <p:ext uri="{BB962C8B-B14F-4D97-AF65-F5344CB8AC3E}">
        <p14:creationId xmlns:p14="http://schemas.microsoft.com/office/powerpoint/2010/main" val="348613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w/Image - No Background">
    <p:spTree>
      <p:nvGrpSpPr>
        <p:cNvPr id="1" name=""/>
        <p:cNvGrpSpPr/>
        <p:nvPr/>
      </p:nvGrpSpPr>
      <p:grpSpPr>
        <a:xfrm>
          <a:off x="0" y="0"/>
          <a:ext cx="0" cy="0"/>
          <a:chOff x="0" y="0"/>
          <a:chExt cx="0" cy="0"/>
        </a:xfrm>
      </p:grpSpPr>
      <p:sp>
        <p:nvSpPr>
          <p:cNvPr id="15" name="Footer Placeholder 14"/>
          <p:cNvSpPr>
            <a:spLocks noGrp="1"/>
          </p:cNvSpPr>
          <p:nvPr>
            <p:ph type="ftr" sz="quarter" idx="10"/>
          </p:nvPr>
        </p:nvSpPr>
        <p:spPr>
          <a:xfrm>
            <a:off x="548783" y="6473952"/>
            <a:ext cx="2413972" cy="153888"/>
          </a:xfrm>
          <a:prstGeom prst="rect">
            <a:avLst/>
          </a:prstGeom>
        </p:spPr>
        <p:txBody>
          <a:bodyPr/>
          <a:lstStyle/>
          <a:p>
            <a:r>
              <a:rPr lang="en-US" sz="1000">
                <a:solidFill>
                  <a:srgbClr val="939598"/>
                </a:solidFill>
                <a:cs typeface="Arial" pitchFamily="34" charset="0"/>
              </a:rPr>
              <a:t>2016 LCFC Internal. All rights reserved.</a:t>
            </a:r>
          </a:p>
        </p:txBody>
      </p:sp>
      <p:sp>
        <p:nvSpPr>
          <p:cNvPr id="10" name="Title 28"/>
          <p:cNvSpPr>
            <a:spLocks noGrp="1"/>
          </p:cNvSpPr>
          <p:nvPr>
            <p:ph type="title" hasCustomPrompt="1"/>
          </p:nvPr>
        </p:nvSpPr>
        <p:spPr bwMode="gray">
          <a:xfrm>
            <a:off x="548783" y="274320"/>
            <a:ext cx="6038290" cy="521208"/>
          </a:xfrm>
          <a:prstGeom prst="rect">
            <a:avLst/>
          </a:prstGeom>
        </p:spPr>
        <p:txBody>
          <a:bodyPr wrap="square" lIns="0" tIns="0" rIns="0" bIns="0" anchor="ctr" anchorCtr="0"/>
          <a:lstStyle>
            <a:lvl1pPr marL="0" algn="l" defTabSz="1218987" rtl="0" eaLnBrk="1" latinLnBrk="0" hangingPunct="1">
              <a:lnSpc>
                <a:spcPct val="100000"/>
              </a:lnSpc>
              <a:spcBef>
                <a:spcPct val="0"/>
              </a:spcBef>
              <a:buNone/>
              <a:tabLst>
                <a:tab pos="1218987" algn="l"/>
              </a:tabLst>
              <a:defRPr lang="en-US" sz="3600" kern="1200" cap="none" spc="0" baseline="0" dirty="0">
                <a:solidFill>
                  <a:schemeClr val="tx1"/>
                </a:solidFill>
                <a:latin typeface="Arial" pitchFamily="34" charset="0"/>
                <a:ea typeface="+mn-ea"/>
                <a:cs typeface="Arial" pitchFamily="34" charset="0"/>
              </a:defRPr>
            </a:lvl1pPr>
          </a:lstStyle>
          <a:p>
            <a:r>
              <a:rPr lang="en-US"/>
              <a:t>Click To Edit Master Title</a:t>
            </a:r>
          </a:p>
        </p:txBody>
      </p:sp>
      <p:sp>
        <p:nvSpPr>
          <p:cNvPr id="12" name="Freeform 5"/>
          <p:cNvSpPr>
            <a:spLocks noChangeAspect="1" noEditPoints="1"/>
          </p:cNvSpPr>
          <p:nvPr userDrawn="1"/>
        </p:nvSpPr>
        <p:spPr bwMode="black">
          <a:xfrm>
            <a:off x="205408" y="423407"/>
            <a:ext cx="200639" cy="200587"/>
          </a:xfrm>
          <a:custGeom>
            <a:avLst/>
            <a:gdLst>
              <a:gd name="T0" fmla="*/ 684 w 1368"/>
              <a:gd name="T1" fmla="*/ 0 h 1368"/>
              <a:gd name="T2" fmla="*/ 0 w 1368"/>
              <a:gd name="T3" fmla="*/ 684 h 1368"/>
              <a:gd name="T4" fmla="*/ 684 w 1368"/>
              <a:gd name="T5" fmla="*/ 1368 h 1368"/>
              <a:gd name="T6" fmla="*/ 1368 w 1368"/>
              <a:gd name="T7" fmla="*/ 684 h 1368"/>
              <a:gd name="T8" fmla="*/ 684 w 1368"/>
              <a:gd name="T9" fmla="*/ 0 h 1368"/>
              <a:gd name="T10" fmla="*/ 1068 w 1368"/>
              <a:gd name="T11" fmla="*/ 698 h 1368"/>
              <a:gd name="T12" fmla="*/ 973 w 1368"/>
              <a:gd name="T13" fmla="*/ 793 h 1368"/>
              <a:gd name="T14" fmla="*/ 793 w 1368"/>
              <a:gd name="T15" fmla="*/ 793 h 1368"/>
              <a:gd name="T16" fmla="*/ 793 w 1368"/>
              <a:gd name="T17" fmla="*/ 973 h 1368"/>
              <a:gd name="T18" fmla="*/ 698 w 1368"/>
              <a:gd name="T19" fmla="*/ 1068 h 1368"/>
              <a:gd name="T20" fmla="*/ 670 w 1368"/>
              <a:gd name="T21" fmla="*/ 1068 h 1368"/>
              <a:gd name="T22" fmla="*/ 576 w 1368"/>
              <a:gd name="T23" fmla="*/ 973 h 1368"/>
              <a:gd name="T24" fmla="*/ 576 w 1368"/>
              <a:gd name="T25" fmla="*/ 793 h 1368"/>
              <a:gd name="T26" fmla="*/ 396 w 1368"/>
              <a:gd name="T27" fmla="*/ 793 h 1368"/>
              <a:gd name="T28" fmla="*/ 301 w 1368"/>
              <a:gd name="T29" fmla="*/ 698 h 1368"/>
              <a:gd name="T30" fmla="*/ 301 w 1368"/>
              <a:gd name="T31" fmla="*/ 671 h 1368"/>
              <a:gd name="T32" fmla="*/ 396 w 1368"/>
              <a:gd name="T33" fmla="*/ 576 h 1368"/>
              <a:gd name="T34" fmla="*/ 576 w 1368"/>
              <a:gd name="T35" fmla="*/ 576 h 1368"/>
              <a:gd name="T36" fmla="*/ 576 w 1368"/>
              <a:gd name="T37" fmla="*/ 396 h 1368"/>
              <a:gd name="T38" fmla="*/ 670 w 1368"/>
              <a:gd name="T39" fmla="*/ 301 h 1368"/>
              <a:gd name="T40" fmla="*/ 698 w 1368"/>
              <a:gd name="T41" fmla="*/ 301 h 1368"/>
              <a:gd name="T42" fmla="*/ 793 w 1368"/>
              <a:gd name="T43" fmla="*/ 396 h 1368"/>
              <a:gd name="T44" fmla="*/ 793 w 1368"/>
              <a:gd name="T45" fmla="*/ 576 h 1368"/>
              <a:gd name="T46" fmla="*/ 973 w 1368"/>
              <a:gd name="T47" fmla="*/ 576 h 1368"/>
              <a:gd name="T48" fmla="*/ 1068 w 1368"/>
              <a:gd name="T49" fmla="*/ 671 h 1368"/>
              <a:gd name="T50" fmla="*/ 1068 w 1368"/>
              <a:gd name="T51" fmla="*/ 698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68" h="1368">
                <a:moveTo>
                  <a:pt x="684" y="0"/>
                </a:moveTo>
                <a:cubicBezTo>
                  <a:pt x="307" y="0"/>
                  <a:pt x="0" y="307"/>
                  <a:pt x="0" y="684"/>
                </a:cubicBezTo>
                <a:cubicBezTo>
                  <a:pt x="0" y="1062"/>
                  <a:pt x="307" y="1368"/>
                  <a:pt x="684" y="1368"/>
                </a:cubicBezTo>
                <a:cubicBezTo>
                  <a:pt x="1062" y="1368"/>
                  <a:pt x="1368" y="1062"/>
                  <a:pt x="1368" y="684"/>
                </a:cubicBezTo>
                <a:cubicBezTo>
                  <a:pt x="1368" y="307"/>
                  <a:pt x="1062" y="0"/>
                  <a:pt x="684" y="0"/>
                </a:cubicBezTo>
                <a:close/>
                <a:moveTo>
                  <a:pt x="1068" y="698"/>
                </a:moveTo>
                <a:cubicBezTo>
                  <a:pt x="1068" y="751"/>
                  <a:pt x="1025" y="793"/>
                  <a:pt x="973" y="793"/>
                </a:cubicBezTo>
                <a:cubicBezTo>
                  <a:pt x="793" y="793"/>
                  <a:pt x="793" y="793"/>
                  <a:pt x="793" y="793"/>
                </a:cubicBezTo>
                <a:cubicBezTo>
                  <a:pt x="793" y="973"/>
                  <a:pt x="793" y="973"/>
                  <a:pt x="793" y="973"/>
                </a:cubicBezTo>
                <a:cubicBezTo>
                  <a:pt x="793" y="1025"/>
                  <a:pt x="750" y="1068"/>
                  <a:pt x="698" y="1068"/>
                </a:cubicBezTo>
                <a:cubicBezTo>
                  <a:pt x="670" y="1068"/>
                  <a:pt x="670" y="1068"/>
                  <a:pt x="670" y="1068"/>
                </a:cubicBezTo>
                <a:cubicBezTo>
                  <a:pt x="618" y="1068"/>
                  <a:pt x="576" y="1025"/>
                  <a:pt x="576" y="973"/>
                </a:cubicBezTo>
                <a:cubicBezTo>
                  <a:pt x="576" y="793"/>
                  <a:pt x="576" y="793"/>
                  <a:pt x="576" y="793"/>
                </a:cubicBezTo>
                <a:cubicBezTo>
                  <a:pt x="396" y="793"/>
                  <a:pt x="396" y="793"/>
                  <a:pt x="396" y="793"/>
                </a:cubicBezTo>
                <a:cubicBezTo>
                  <a:pt x="344" y="793"/>
                  <a:pt x="301" y="751"/>
                  <a:pt x="301" y="698"/>
                </a:cubicBezTo>
                <a:cubicBezTo>
                  <a:pt x="301" y="671"/>
                  <a:pt x="301" y="671"/>
                  <a:pt x="301" y="671"/>
                </a:cubicBezTo>
                <a:cubicBezTo>
                  <a:pt x="301" y="618"/>
                  <a:pt x="344" y="576"/>
                  <a:pt x="396" y="576"/>
                </a:cubicBezTo>
                <a:cubicBezTo>
                  <a:pt x="576" y="576"/>
                  <a:pt x="576" y="576"/>
                  <a:pt x="576" y="576"/>
                </a:cubicBezTo>
                <a:cubicBezTo>
                  <a:pt x="576" y="396"/>
                  <a:pt x="576" y="396"/>
                  <a:pt x="576" y="396"/>
                </a:cubicBezTo>
                <a:cubicBezTo>
                  <a:pt x="576" y="344"/>
                  <a:pt x="618" y="301"/>
                  <a:pt x="670" y="301"/>
                </a:cubicBezTo>
                <a:cubicBezTo>
                  <a:pt x="698" y="301"/>
                  <a:pt x="698" y="301"/>
                  <a:pt x="698" y="301"/>
                </a:cubicBezTo>
                <a:cubicBezTo>
                  <a:pt x="750" y="301"/>
                  <a:pt x="793" y="344"/>
                  <a:pt x="793" y="396"/>
                </a:cubicBezTo>
                <a:cubicBezTo>
                  <a:pt x="793" y="576"/>
                  <a:pt x="793" y="576"/>
                  <a:pt x="793" y="576"/>
                </a:cubicBezTo>
                <a:cubicBezTo>
                  <a:pt x="973" y="576"/>
                  <a:pt x="973" y="576"/>
                  <a:pt x="973" y="576"/>
                </a:cubicBezTo>
                <a:cubicBezTo>
                  <a:pt x="1025" y="576"/>
                  <a:pt x="1068" y="618"/>
                  <a:pt x="1068" y="671"/>
                </a:cubicBezTo>
                <a:lnTo>
                  <a:pt x="1068" y="69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1800"/>
          </a:p>
        </p:txBody>
      </p:sp>
      <p:sp>
        <p:nvSpPr>
          <p:cNvPr id="16" name="Content Placeholder 2"/>
          <p:cNvSpPr>
            <a:spLocks noGrp="1"/>
          </p:cNvSpPr>
          <p:nvPr>
            <p:ph sz="half" idx="1"/>
          </p:nvPr>
        </p:nvSpPr>
        <p:spPr bwMode="gray">
          <a:xfrm>
            <a:off x="548783" y="1179576"/>
            <a:ext cx="6038290" cy="5211699"/>
          </a:xfrm>
          <a:prstGeom prst="rect">
            <a:avLst/>
          </a:prstGeom>
        </p:spPr>
        <p:txBody>
          <a:bodyPr lIns="0" tIns="0" rIns="0" bIns="0"/>
          <a:lstStyle>
            <a:lvl1pPr marL="171450" indent="-171450">
              <a:lnSpc>
                <a:spcPct val="90000"/>
              </a:lnSpc>
              <a:spcBef>
                <a:spcPts val="500"/>
              </a:spcBef>
              <a:buClrTx/>
              <a:buFont typeface="Arial" panose="020B0604020202020204" pitchFamily="34" charset="0"/>
              <a:buChar char="•"/>
              <a:defRPr sz="24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20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Picture Placeholder 8"/>
          <p:cNvSpPr>
            <a:spLocks noGrp="1"/>
          </p:cNvSpPr>
          <p:nvPr>
            <p:ph type="pic" sz="quarter" idx="16"/>
          </p:nvPr>
        </p:nvSpPr>
        <p:spPr>
          <a:xfrm>
            <a:off x="6837066" y="0"/>
            <a:ext cx="5354934" cy="6858000"/>
          </a:xfrm>
          <a:prstGeom prst="rect">
            <a:avLst/>
          </a:prstGeom>
        </p:spPr>
        <p:txBody>
          <a:bodyPr anchor="ctr"/>
          <a:lstStyle>
            <a:lvl1pPr marL="0" indent="0" algn="ctr">
              <a:buNone/>
              <a:defRPr sz="2400">
                <a:solidFill>
                  <a:schemeClr val="accent1"/>
                </a:solidFill>
              </a:defRPr>
            </a:lvl1pPr>
          </a:lstStyle>
          <a:p>
            <a:r>
              <a:rPr lang="zh-CN" altLang="en-US"/>
              <a:t>单击图标添加图片</a:t>
            </a:r>
            <a:endParaRPr lang="en-US"/>
          </a:p>
        </p:txBody>
      </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16200000">
            <a:off x="11562876" y="5800424"/>
            <a:ext cx="974339" cy="318995"/>
          </a:xfrm>
          <a:prstGeom prst="rect">
            <a:avLst/>
          </a:prstGeom>
        </p:spPr>
      </p:pic>
      <p:sp>
        <p:nvSpPr>
          <p:cNvPr id="14" name="Rectangle 6"/>
          <p:cNvSpPr/>
          <p:nvPr userDrawn="1"/>
        </p:nvSpPr>
        <p:spPr bwMode="gray">
          <a:xfrm flipH="1">
            <a:off x="11890545" y="6446656"/>
            <a:ext cx="311676" cy="182166"/>
          </a:xfrm>
          <a:prstGeom prst="rect">
            <a:avLst/>
          </a:prstGeom>
          <a:solidFill>
            <a:schemeClr val="tx1"/>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7" name="TextBox slide number"/>
          <p:cNvSpPr txBox="1"/>
          <p:nvPr userDrawn="1"/>
        </p:nvSpPr>
        <p:spPr bwMode="white">
          <a:xfrm>
            <a:off x="11907627" y="6491082"/>
            <a:ext cx="311675" cy="123111"/>
          </a:xfrm>
          <a:prstGeom prst="rect">
            <a:avLst/>
          </a:prstGeom>
        </p:spPr>
        <p:txBody>
          <a:bodyPr vert="horz" lIns="0" tIns="0" rIns="0" bIns="0" rtlCol="0" anchor="b"/>
          <a:lstStyle>
            <a:defPPr>
              <a:defRPr lang="en-US"/>
            </a:defPPr>
            <a:lvl1pPr algn="ctr">
              <a:defRPr sz="1000">
                <a:solidFill>
                  <a:schemeClr val="bg1"/>
                </a:solidFill>
              </a:defRPr>
            </a:lvl1pPr>
          </a:lstStyle>
          <a:p>
            <a:pPr lvl="0" algn="ctr"/>
            <a:fld id="{6EA5B71A-1B18-4E34-A48F-65DC4937AA99}" type="slidenum">
              <a:rPr lang="en-US" sz="1000" smtClean="0"/>
              <a:pPr lvl="0" algn="ctr"/>
              <a:t>‹#›</a:t>
            </a:fld>
            <a:endParaRPr lang="en-US" sz="1000"/>
          </a:p>
        </p:txBody>
      </p:sp>
    </p:spTree>
    <p:extLst>
      <p:ext uri="{BB962C8B-B14F-4D97-AF65-F5344CB8AC3E}">
        <p14:creationId xmlns:p14="http://schemas.microsoft.com/office/powerpoint/2010/main" val="3024011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w/Image - With Background">
    <p:spTree>
      <p:nvGrpSpPr>
        <p:cNvPr id="1" name=""/>
        <p:cNvGrpSpPr/>
        <p:nvPr/>
      </p:nvGrpSpPr>
      <p:grpSpPr>
        <a:xfrm>
          <a:off x="0" y="0"/>
          <a:ext cx="0" cy="0"/>
          <a:chOff x="0" y="0"/>
          <a:chExt cx="0" cy="0"/>
        </a:xfrm>
      </p:grpSpPr>
      <p:sp>
        <p:nvSpPr>
          <p:cNvPr id="6" name="Picture Placeholder 8"/>
          <p:cNvSpPr>
            <a:spLocks noGrp="1"/>
          </p:cNvSpPr>
          <p:nvPr>
            <p:ph type="pic" sz="quarter" idx="16"/>
          </p:nvPr>
        </p:nvSpPr>
        <p:spPr>
          <a:xfrm>
            <a:off x="6837066" y="0"/>
            <a:ext cx="5354934" cy="6858000"/>
          </a:xfrm>
          <a:prstGeom prst="rect">
            <a:avLst/>
          </a:prstGeom>
        </p:spPr>
        <p:txBody>
          <a:bodyPr anchor="ctr"/>
          <a:lstStyle>
            <a:lvl1pPr marL="0" indent="0" algn="ctr">
              <a:buNone/>
              <a:defRPr sz="2400">
                <a:solidFill>
                  <a:schemeClr val="accent1"/>
                </a:solidFill>
              </a:defRPr>
            </a:lvl1pPr>
          </a:lstStyle>
          <a:p>
            <a:r>
              <a:rPr lang="zh-CN" altLang="en-US"/>
              <a:t>单击图标添加图片</a:t>
            </a:r>
            <a:endParaRPr lang="en-US"/>
          </a:p>
        </p:txBody>
      </p:sp>
      <p:sp>
        <p:nvSpPr>
          <p:cNvPr id="15" name="Footer Placeholder 14"/>
          <p:cNvSpPr>
            <a:spLocks noGrp="1"/>
          </p:cNvSpPr>
          <p:nvPr>
            <p:ph type="ftr" sz="quarter" idx="10"/>
          </p:nvPr>
        </p:nvSpPr>
        <p:spPr>
          <a:xfrm>
            <a:off x="548783" y="6473952"/>
            <a:ext cx="3341842" cy="384048"/>
          </a:xfrm>
          <a:prstGeom prst="rect">
            <a:avLst/>
          </a:prstGeom>
        </p:spPr>
        <p:txBody>
          <a:bodyPr/>
          <a:lstStyle/>
          <a:p>
            <a:r>
              <a:rPr lang="en-US" sz="1000">
                <a:solidFill>
                  <a:srgbClr val="939598"/>
                </a:solidFill>
                <a:cs typeface="Arial" pitchFamily="34" charset="0"/>
              </a:rPr>
              <a:t>2016 LCFC Internal. All rights reserved.</a:t>
            </a:r>
          </a:p>
        </p:txBody>
      </p:sp>
      <p:sp>
        <p:nvSpPr>
          <p:cNvPr id="10" name="Title 28"/>
          <p:cNvSpPr>
            <a:spLocks noGrp="1"/>
          </p:cNvSpPr>
          <p:nvPr>
            <p:ph type="title" hasCustomPrompt="1"/>
          </p:nvPr>
        </p:nvSpPr>
        <p:spPr bwMode="gray">
          <a:xfrm>
            <a:off x="548783" y="274320"/>
            <a:ext cx="6038290" cy="521208"/>
          </a:xfrm>
          <a:prstGeom prst="rect">
            <a:avLst/>
          </a:prstGeom>
        </p:spPr>
        <p:txBody>
          <a:bodyPr wrap="square" lIns="0" tIns="0" rIns="0" bIns="0" anchor="ctr" anchorCtr="0"/>
          <a:lstStyle>
            <a:lvl1pPr marL="0" algn="l" defTabSz="1218987" rtl="0" eaLnBrk="1" latinLnBrk="0" hangingPunct="1">
              <a:lnSpc>
                <a:spcPct val="100000"/>
              </a:lnSpc>
              <a:spcBef>
                <a:spcPct val="0"/>
              </a:spcBef>
              <a:buNone/>
              <a:tabLst>
                <a:tab pos="1218987" algn="l"/>
              </a:tabLst>
              <a:defRPr lang="en-US" sz="3600" kern="1200" cap="none" spc="0" baseline="0" dirty="0">
                <a:solidFill>
                  <a:schemeClr val="tx1"/>
                </a:solidFill>
                <a:latin typeface="Arial" pitchFamily="34" charset="0"/>
                <a:ea typeface="+mn-ea"/>
                <a:cs typeface="Arial" pitchFamily="34" charset="0"/>
              </a:defRPr>
            </a:lvl1pPr>
          </a:lstStyle>
          <a:p>
            <a:r>
              <a:rPr lang="en-US"/>
              <a:t>Click To Edit Master Title</a:t>
            </a:r>
          </a:p>
        </p:txBody>
      </p:sp>
      <p:sp>
        <p:nvSpPr>
          <p:cNvPr id="12" name="Freeform 5"/>
          <p:cNvSpPr>
            <a:spLocks noChangeAspect="1" noEditPoints="1"/>
          </p:cNvSpPr>
          <p:nvPr userDrawn="1"/>
        </p:nvSpPr>
        <p:spPr bwMode="black">
          <a:xfrm>
            <a:off x="205408" y="423407"/>
            <a:ext cx="200639" cy="200587"/>
          </a:xfrm>
          <a:custGeom>
            <a:avLst/>
            <a:gdLst>
              <a:gd name="T0" fmla="*/ 684 w 1368"/>
              <a:gd name="T1" fmla="*/ 0 h 1368"/>
              <a:gd name="T2" fmla="*/ 0 w 1368"/>
              <a:gd name="T3" fmla="*/ 684 h 1368"/>
              <a:gd name="T4" fmla="*/ 684 w 1368"/>
              <a:gd name="T5" fmla="*/ 1368 h 1368"/>
              <a:gd name="T6" fmla="*/ 1368 w 1368"/>
              <a:gd name="T7" fmla="*/ 684 h 1368"/>
              <a:gd name="T8" fmla="*/ 684 w 1368"/>
              <a:gd name="T9" fmla="*/ 0 h 1368"/>
              <a:gd name="T10" fmla="*/ 1068 w 1368"/>
              <a:gd name="T11" fmla="*/ 698 h 1368"/>
              <a:gd name="T12" fmla="*/ 973 w 1368"/>
              <a:gd name="T13" fmla="*/ 793 h 1368"/>
              <a:gd name="T14" fmla="*/ 793 w 1368"/>
              <a:gd name="T15" fmla="*/ 793 h 1368"/>
              <a:gd name="T16" fmla="*/ 793 w 1368"/>
              <a:gd name="T17" fmla="*/ 973 h 1368"/>
              <a:gd name="T18" fmla="*/ 698 w 1368"/>
              <a:gd name="T19" fmla="*/ 1068 h 1368"/>
              <a:gd name="T20" fmla="*/ 670 w 1368"/>
              <a:gd name="T21" fmla="*/ 1068 h 1368"/>
              <a:gd name="T22" fmla="*/ 576 w 1368"/>
              <a:gd name="T23" fmla="*/ 973 h 1368"/>
              <a:gd name="T24" fmla="*/ 576 w 1368"/>
              <a:gd name="T25" fmla="*/ 793 h 1368"/>
              <a:gd name="T26" fmla="*/ 396 w 1368"/>
              <a:gd name="T27" fmla="*/ 793 h 1368"/>
              <a:gd name="T28" fmla="*/ 301 w 1368"/>
              <a:gd name="T29" fmla="*/ 698 h 1368"/>
              <a:gd name="T30" fmla="*/ 301 w 1368"/>
              <a:gd name="T31" fmla="*/ 671 h 1368"/>
              <a:gd name="T32" fmla="*/ 396 w 1368"/>
              <a:gd name="T33" fmla="*/ 576 h 1368"/>
              <a:gd name="T34" fmla="*/ 576 w 1368"/>
              <a:gd name="T35" fmla="*/ 576 h 1368"/>
              <a:gd name="T36" fmla="*/ 576 w 1368"/>
              <a:gd name="T37" fmla="*/ 396 h 1368"/>
              <a:gd name="T38" fmla="*/ 670 w 1368"/>
              <a:gd name="T39" fmla="*/ 301 h 1368"/>
              <a:gd name="T40" fmla="*/ 698 w 1368"/>
              <a:gd name="T41" fmla="*/ 301 h 1368"/>
              <a:gd name="T42" fmla="*/ 793 w 1368"/>
              <a:gd name="T43" fmla="*/ 396 h 1368"/>
              <a:gd name="T44" fmla="*/ 793 w 1368"/>
              <a:gd name="T45" fmla="*/ 576 h 1368"/>
              <a:gd name="T46" fmla="*/ 973 w 1368"/>
              <a:gd name="T47" fmla="*/ 576 h 1368"/>
              <a:gd name="T48" fmla="*/ 1068 w 1368"/>
              <a:gd name="T49" fmla="*/ 671 h 1368"/>
              <a:gd name="T50" fmla="*/ 1068 w 1368"/>
              <a:gd name="T51" fmla="*/ 698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68" h="1368">
                <a:moveTo>
                  <a:pt x="684" y="0"/>
                </a:moveTo>
                <a:cubicBezTo>
                  <a:pt x="307" y="0"/>
                  <a:pt x="0" y="307"/>
                  <a:pt x="0" y="684"/>
                </a:cubicBezTo>
                <a:cubicBezTo>
                  <a:pt x="0" y="1062"/>
                  <a:pt x="307" y="1368"/>
                  <a:pt x="684" y="1368"/>
                </a:cubicBezTo>
                <a:cubicBezTo>
                  <a:pt x="1062" y="1368"/>
                  <a:pt x="1368" y="1062"/>
                  <a:pt x="1368" y="684"/>
                </a:cubicBezTo>
                <a:cubicBezTo>
                  <a:pt x="1368" y="307"/>
                  <a:pt x="1062" y="0"/>
                  <a:pt x="684" y="0"/>
                </a:cubicBezTo>
                <a:close/>
                <a:moveTo>
                  <a:pt x="1068" y="698"/>
                </a:moveTo>
                <a:cubicBezTo>
                  <a:pt x="1068" y="751"/>
                  <a:pt x="1025" y="793"/>
                  <a:pt x="973" y="793"/>
                </a:cubicBezTo>
                <a:cubicBezTo>
                  <a:pt x="793" y="793"/>
                  <a:pt x="793" y="793"/>
                  <a:pt x="793" y="793"/>
                </a:cubicBezTo>
                <a:cubicBezTo>
                  <a:pt x="793" y="973"/>
                  <a:pt x="793" y="973"/>
                  <a:pt x="793" y="973"/>
                </a:cubicBezTo>
                <a:cubicBezTo>
                  <a:pt x="793" y="1025"/>
                  <a:pt x="750" y="1068"/>
                  <a:pt x="698" y="1068"/>
                </a:cubicBezTo>
                <a:cubicBezTo>
                  <a:pt x="670" y="1068"/>
                  <a:pt x="670" y="1068"/>
                  <a:pt x="670" y="1068"/>
                </a:cubicBezTo>
                <a:cubicBezTo>
                  <a:pt x="618" y="1068"/>
                  <a:pt x="576" y="1025"/>
                  <a:pt x="576" y="973"/>
                </a:cubicBezTo>
                <a:cubicBezTo>
                  <a:pt x="576" y="793"/>
                  <a:pt x="576" y="793"/>
                  <a:pt x="576" y="793"/>
                </a:cubicBezTo>
                <a:cubicBezTo>
                  <a:pt x="396" y="793"/>
                  <a:pt x="396" y="793"/>
                  <a:pt x="396" y="793"/>
                </a:cubicBezTo>
                <a:cubicBezTo>
                  <a:pt x="344" y="793"/>
                  <a:pt x="301" y="751"/>
                  <a:pt x="301" y="698"/>
                </a:cubicBezTo>
                <a:cubicBezTo>
                  <a:pt x="301" y="671"/>
                  <a:pt x="301" y="671"/>
                  <a:pt x="301" y="671"/>
                </a:cubicBezTo>
                <a:cubicBezTo>
                  <a:pt x="301" y="618"/>
                  <a:pt x="344" y="576"/>
                  <a:pt x="396" y="576"/>
                </a:cubicBezTo>
                <a:cubicBezTo>
                  <a:pt x="576" y="576"/>
                  <a:pt x="576" y="576"/>
                  <a:pt x="576" y="576"/>
                </a:cubicBezTo>
                <a:cubicBezTo>
                  <a:pt x="576" y="396"/>
                  <a:pt x="576" y="396"/>
                  <a:pt x="576" y="396"/>
                </a:cubicBezTo>
                <a:cubicBezTo>
                  <a:pt x="576" y="344"/>
                  <a:pt x="618" y="301"/>
                  <a:pt x="670" y="301"/>
                </a:cubicBezTo>
                <a:cubicBezTo>
                  <a:pt x="698" y="301"/>
                  <a:pt x="698" y="301"/>
                  <a:pt x="698" y="301"/>
                </a:cubicBezTo>
                <a:cubicBezTo>
                  <a:pt x="750" y="301"/>
                  <a:pt x="793" y="344"/>
                  <a:pt x="793" y="396"/>
                </a:cubicBezTo>
                <a:cubicBezTo>
                  <a:pt x="793" y="576"/>
                  <a:pt x="793" y="576"/>
                  <a:pt x="793" y="576"/>
                </a:cubicBezTo>
                <a:cubicBezTo>
                  <a:pt x="973" y="576"/>
                  <a:pt x="973" y="576"/>
                  <a:pt x="973" y="576"/>
                </a:cubicBezTo>
                <a:cubicBezTo>
                  <a:pt x="1025" y="576"/>
                  <a:pt x="1068" y="618"/>
                  <a:pt x="1068" y="671"/>
                </a:cubicBezTo>
                <a:lnTo>
                  <a:pt x="1068" y="69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1800"/>
          </a:p>
        </p:txBody>
      </p:sp>
      <p:sp>
        <p:nvSpPr>
          <p:cNvPr id="16" name="Content Placeholder 2"/>
          <p:cNvSpPr>
            <a:spLocks noGrp="1"/>
          </p:cNvSpPr>
          <p:nvPr>
            <p:ph sz="half" idx="1"/>
          </p:nvPr>
        </p:nvSpPr>
        <p:spPr bwMode="gray">
          <a:xfrm>
            <a:off x="548783" y="1179576"/>
            <a:ext cx="6038290" cy="5211699"/>
          </a:xfrm>
          <a:prstGeom prst="rect">
            <a:avLst/>
          </a:prstGeom>
        </p:spPr>
        <p:txBody>
          <a:bodyPr lIns="0" tIns="0" rIns="0" bIns="0"/>
          <a:lstStyle>
            <a:lvl1pPr marL="171450" indent="-171450">
              <a:lnSpc>
                <a:spcPct val="90000"/>
              </a:lnSpc>
              <a:spcBef>
                <a:spcPts val="500"/>
              </a:spcBef>
              <a:buClrTx/>
              <a:buFont typeface="Arial" panose="020B0604020202020204" pitchFamily="34" charset="0"/>
              <a:buChar char="•"/>
              <a:defRPr sz="24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20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Tree>
    <p:extLst>
      <p:ext uri="{BB962C8B-B14F-4D97-AF65-F5344CB8AC3E}">
        <p14:creationId xmlns:p14="http://schemas.microsoft.com/office/powerpoint/2010/main" val="822439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Photo + Statement">
    <p:spTree>
      <p:nvGrpSpPr>
        <p:cNvPr id="1" name=""/>
        <p:cNvGrpSpPr/>
        <p:nvPr/>
      </p:nvGrpSpPr>
      <p:grpSpPr>
        <a:xfrm>
          <a:off x="0" y="0"/>
          <a:ext cx="0" cy="0"/>
          <a:chOff x="0" y="0"/>
          <a:chExt cx="0" cy="0"/>
        </a:xfrm>
      </p:grpSpPr>
      <p:sp>
        <p:nvSpPr>
          <p:cNvPr id="6" name="Picture Placeholder 8"/>
          <p:cNvSpPr>
            <a:spLocks noGrp="1"/>
          </p:cNvSpPr>
          <p:nvPr>
            <p:ph type="pic" sz="quarter" idx="16"/>
          </p:nvPr>
        </p:nvSpPr>
        <p:spPr>
          <a:xfrm>
            <a:off x="1" y="0"/>
            <a:ext cx="12191999" cy="6858000"/>
          </a:xfrm>
          <a:prstGeom prst="rect">
            <a:avLst/>
          </a:prstGeom>
        </p:spPr>
        <p:txBody>
          <a:bodyPr anchor="ctr"/>
          <a:lstStyle>
            <a:lvl1pPr marL="0" indent="0" algn="ctr">
              <a:buNone/>
              <a:defRPr sz="2400">
                <a:solidFill>
                  <a:schemeClr val="accent1"/>
                </a:solidFill>
              </a:defRPr>
            </a:lvl1pPr>
          </a:lstStyle>
          <a:p>
            <a:r>
              <a:rPr lang="zh-CN" altLang="en-US"/>
              <a:t>单击图标添加图片</a:t>
            </a:r>
            <a:endParaRPr lang="en-US"/>
          </a:p>
        </p:txBody>
      </p:sp>
      <p:sp>
        <p:nvSpPr>
          <p:cNvPr id="15" name="Footer Placeholder 14"/>
          <p:cNvSpPr>
            <a:spLocks noGrp="1"/>
          </p:cNvSpPr>
          <p:nvPr>
            <p:ph type="ftr" sz="quarter" idx="10"/>
          </p:nvPr>
        </p:nvSpPr>
        <p:spPr>
          <a:xfrm>
            <a:off x="548783" y="6473952"/>
            <a:ext cx="3437401" cy="384048"/>
          </a:xfrm>
          <a:prstGeom prst="rect">
            <a:avLst/>
          </a:prstGeom>
        </p:spPr>
        <p:txBody>
          <a:bodyPr/>
          <a:lstStyle>
            <a:lvl1pPr>
              <a:defRPr>
                <a:solidFill>
                  <a:schemeClr val="bg1"/>
                </a:solidFill>
              </a:defRPr>
            </a:lvl1pPr>
          </a:lstStyle>
          <a:p>
            <a:r>
              <a:rPr lang="en-US" sz="1000">
                <a:cs typeface="Arial" pitchFamily="34" charset="0"/>
              </a:rPr>
              <a:t>201</a:t>
            </a:r>
            <a:r>
              <a:rPr lang="en-US" altLang="zh-CN" sz="1000">
                <a:solidFill>
                  <a:srgbClr val="939598"/>
                </a:solidFill>
                <a:cs typeface="Arial" pitchFamily="34" charset="0"/>
              </a:rPr>
              <a:t>2016 LCFC Internal. All rights reserved.</a:t>
            </a:r>
          </a:p>
          <a:p>
            <a:r>
              <a:rPr lang="en-US" sz="1000">
                <a:cs typeface="Arial" pitchFamily="34" charset="0"/>
              </a:rPr>
              <a:t>6 LCFC Internal. All rights reserved.</a:t>
            </a:r>
          </a:p>
        </p:txBody>
      </p:sp>
      <p:sp>
        <p:nvSpPr>
          <p:cNvPr id="14" name="Text Placeholder 3"/>
          <p:cNvSpPr>
            <a:spLocks noGrp="1"/>
          </p:cNvSpPr>
          <p:nvPr>
            <p:ph type="body" sz="quarter" idx="18" hasCustomPrompt="1"/>
          </p:nvPr>
        </p:nvSpPr>
        <p:spPr>
          <a:xfrm>
            <a:off x="0" y="3525795"/>
            <a:ext cx="7886069" cy="2290805"/>
          </a:xfrm>
          <a:prstGeom prst="rect">
            <a:avLst/>
          </a:prstGeom>
          <a:solidFill>
            <a:srgbClr val="FFFFFF">
              <a:alpha val="75000"/>
            </a:srgbClr>
          </a:solidFill>
        </p:spPr>
        <p:txBody>
          <a:bodyPr lIns="548640" tIns="182880" rIns="548640" bIns="182880" anchor="ctr">
            <a:normAutofit/>
          </a:bodyPr>
          <a:lstStyle>
            <a:lvl1pPr marL="0" indent="0">
              <a:lnSpc>
                <a:spcPct val="100000"/>
              </a:lnSpc>
              <a:buFont typeface="Arial" panose="020B0604020202020204" pitchFamily="34" charset="0"/>
              <a:buNone/>
              <a:defRPr sz="2700">
                <a:solidFill>
                  <a:schemeClr val="tx1"/>
                </a:solidFill>
              </a:defRPr>
            </a:lvl1pPr>
            <a:lvl2pPr marL="341313" indent="0">
              <a:buNone/>
              <a:defRPr/>
            </a:lvl2pPr>
            <a:lvl3pPr marL="679450" indent="0">
              <a:buNone/>
              <a:defRPr/>
            </a:lvl3pPr>
            <a:lvl4pPr marL="966787" indent="0">
              <a:buNone/>
              <a:defRPr/>
            </a:lvl4pPr>
            <a:lvl5pPr marL="1146175" indent="0">
              <a:buNone/>
              <a:defRPr/>
            </a:lvl5pPr>
          </a:lstStyle>
          <a:p>
            <a:pPr lvl="0"/>
            <a:r>
              <a:rPr lang="en-US"/>
              <a:t>Click to edit text</a:t>
            </a:r>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16200000">
            <a:off x="11562876" y="5800424"/>
            <a:ext cx="974339" cy="318995"/>
          </a:xfrm>
          <a:prstGeom prst="rect">
            <a:avLst/>
          </a:prstGeom>
        </p:spPr>
      </p:pic>
      <p:sp>
        <p:nvSpPr>
          <p:cNvPr id="9" name="Rectangle 6"/>
          <p:cNvSpPr/>
          <p:nvPr userDrawn="1"/>
        </p:nvSpPr>
        <p:spPr bwMode="gray">
          <a:xfrm flipH="1">
            <a:off x="11890545" y="6446656"/>
            <a:ext cx="311676" cy="182166"/>
          </a:xfrm>
          <a:prstGeom prst="rect">
            <a:avLst/>
          </a:prstGeom>
          <a:solidFill>
            <a:schemeClr val="tx1"/>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TextBox slide number"/>
          <p:cNvSpPr txBox="1"/>
          <p:nvPr userDrawn="1"/>
        </p:nvSpPr>
        <p:spPr bwMode="white">
          <a:xfrm>
            <a:off x="11907627" y="6491082"/>
            <a:ext cx="311675" cy="123111"/>
          </a:xfrm>
          <a:prstGeom prst="rect">
            <a:avLst/>
          </a:prstGeom>
        </p:spPr>
        <p:txBody>
          <a:bodyPr vert="horz" lIns="0" tIns="0" rIns="0" bIns="0" rtlCol="0" anchor="b"/>
          <a:lstStyle>
            <a:defPPr>
              <a:defRPr lang="en-US"/>
            </a:defPPr>
            <a:lvl1pPr algn="ctr">
              <a:defRPr sz="1000">
                <a:solidFill>
                  <a:schemeClr val="bg1"/>
                </a:solidFill>
              </a:defRPr>
            </a:lvl1pPr>
          </a:lstStyle>
          <a:p>
            <a:pPr lvl="0" algn="ctr"/>
            <a:fld id="{6EA5B71A-1B18-4E34-A48F-65DC4937AA99}" type="slidenum">
              <a:rPr lang="en-US" sz="1000" smtClean="0"/>
              <a:pPr lvl="0" algn="ctr"/>
              <a:t>‹#›</a:t>
            </a:fld>
            <a:endParaRPr lang="en-US" sz="1000"/>
          </a:p>
        </p:txBody>
      </p:sp>
    </p:spTree>
    <p:extLst>
      <p:ext uri="{BB962C8B-B14F-4D97-AF65-F5344CB8AC3E}">
        <p14:creationId xmlns:p14="http://schemas.microsoft.com/office/powerpoint/2010/main" val="707124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 Layout - RED">
    <p:bg>
      <p:bgPr>
        <a:solidFill>
          <a:schemeClr val="bg1"/>
        </a:solidFill>
        <a:effectLst/>
      </p:bgPr>
    </p:bg>
    <p:spTree>
      <p:nvGrpSpPr>
        <p:cNvPr id="1" name=""/>
        <p:cNvGrpSpPr/>
        <p:nvPr/>
      </p:nvGrpSpPr>
      <p:grpSpPr>
        <a:xfrm>
          <a:off x="0" y="0"/>
          <a:ext cx="0" cy="0"/>
          <a:chOff x="0" y="0"/>
          <a:chExt cx="0" cy="0"/>
        </a:xfrm>
      </p:grpSpPr>
      <p:sp>
        <p:nvSpPr>
          <p:cNvPr id="27" name="Rectangle 26"/>
          <p:cNvSpPr/>
          <p:nvPr userDrawn="1"/>
        </p:nvSpPr>
        <p:spPr>
          <a:xfrm>
            <a:off x="1" y="893"/>
            <a:ext cx="12192000" cy="6857107"/>
          </a:xfrm>
          <a:prstGeom prst="rect">
            <a:avLst/>
          </a:prstGeom>
          <a:gradFill flip="none" rotWithShape="1">
            <a:gsLst>
              <a:gs pos="0">
                <a:schemeClr val="tx2">
                  <a:alpha val="25000"/>
                </a:schemeClr>
              </a:gs>
              <a:gs pos="50000">
                <a:schemeClr val="bg1">
                  <a:alpha val="50000"/>
                </a:schemeClr>
              </a:gs>
              <a:gs pos="100000">
                <a:schemeClr val="tx2">
                  <a:alpha val="2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1" y="4639112"/>
            <a:ext cx="12192000" cy="2219160"/>
          </a:xfrm>
          <a:prstGeom prst="rect">
            <a:avLst/>
          </a:prstGeom>
          <a:gradFill flip="none" rotWithShape="1">
            <a:gsLst>
              <a:gs pos="0">
                <a:schemeClr val="tx2">
                  <a:alpha val="25000"/>
                </a:schemeClr>
              </a:gs>
              <a:gs pos="50000">
                <a:schemeClr val="bg1">
                  <a:alpha val="50000"/>
                </a:schemeClr>
              </a:gs>
              <a:gs pos="100000">
                <a:schemeClr val="tx2">
                  <a:alpha val="2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Footer Placeholder 19"/>
          <p:cNvSpPr>
            <a:spLocks noGrp="1"/>
          </p:cNvSpPr>
          <p:nvPr>
            <p:ph type="ftr" sz="quarter" idx="13"/>
          </p:nvPr>
        </p:nvSpPr>
        <p:spPr>
          <a:xfrm>
            <a:off x="548783" y="6473952"/>
            <a:ext cx="2959606" cy="384320"/>
          </a:xfrm>
          <a:prstGeom prst="rect">
            <a:avLst/>
          </a:prstGeom>
        </p:spPr>
        <p:txBody>
          <a:bodyPr/>
          <a:lstStyle/>
          <a:p>
            <a:r>
              <a:rPr lang="en-US" sz="1000">
                <a:solidFill>
                  <a:srgbClr val="939598"/>
                </a:solidFill>
                <a:cs typeface="Arial" pitchFamily="34" charset="0"/>
              </a:rPr>
              <a:t>2016 LCFC Internal. All rights reserved.</a:t>
            </a:r>
          </a:p>
        </p:txBody>
      </p:sp>
      <p:grpSp>
        <p:nvGrpSpPr>
          <p:cNvPr id="8" name="Group 7"/>
          <p:cNvGrpSpPr/>
          <p:nvPr userDrawn="1"/>
        </p:nvGrpSpPr>
        <p:grpSpPr bwMode="gray">
          <a:xfrm>
            <a:off x="1828647" y="993484"/>
            <a:ext cx="8537884" cy="4341742"/>
            <a:chOff x="1828170" y="1258957"/>
            <a:chExt cx="8535661" cy="4341742"/>
          </a:xfrm>
        </p:grpSpPr>
        <p:sp>
          <p:nvSpPr>
            <p:cNvPr id="9" name="Freeform 9"/>
            <p:cNvSpPr>
              <a:spLocks/>
            </p:cNvSpPr>
            <p:nvPr userDrawn="1"/>
          </p:nvSpPr>
          <p:spPr bwMode="gray">
            <a:xfrm>
              <a:off x="5610226" y="4994274"/>
              <a:ext cx="974725" cy="606425"/>
            </a:xfrm>
            <a:custGeom>
              <a:avLst/>
              <a:gdLst>
                <a:gd name="T0" fmla="*/ 122 w 257"/>
                <a:gd name="T1" fmla="*/ 155 h 159"/>
                <a:gd name="T2" fmla="*/ 4 w 257"/>
                <a:gd name="T3" fmla="*/ 12 h 159"/>
                <a:gd name="T4" fmla="*/ 10 w 257"/>
                <a:gd name="T5" fmla="*/ 0 h 159"/>
                <a:gd name="T6" fmla="*/ 247 w 257"/>
                <a:gd name="T7" fmla="*/ 0 h 159"/>
                <a:gd name="T8" fmla="*/ 253 w 257"/>
                <a:gd name="T9" fmla="*/ 12 h 159"/>
                <a:gd name="T10" fmla="*/ 134 w 257"/>
                <a:gd name="T11" fmla="*/ 155 h 159"/>
                <a:gd name="T12" fmla="*/ 122 w 257"/>
                <a:gd name="T13" fmla="*/ 155 h 159"/>
              </a:gdLst>
              <a:ahLst/>
              <a:cxnLst>
                <a:cxn ang="0">
                  <a:pos x="T0" y="T1"/>
                </a:cxn>
                <a:cxn ang="0">
                  <a:pos x="T2" y="T3"/>
                </a:cxn>
                <a:cxn ang="0">
                  <a:pos x="T4" y="T5"/>
                </a:cxn>
                <a:cxn ang="0">
                  <a:pos x="T6" y="T7"/>
                </a:cxn>
                <a:cxn ang="0">
                  <a:pos x="T8" y="T9"/>
                </a:cxn>
                <a:cxn ang="0">
                  <a:pos x="T10" y="T11"/>
                </a:cxn>
                <a:cxn ang="0">
                  <a:pos x="T12" y="T13"/>
                </a:cxn>
              </a:cxnLst>
              <a:rect l="0" t="0" r="r" b="b"/>
              <a:pathLst>
                <a:path w="257" h="159">
                  <a:moveTo>
                    <a:pt x="122" y="155"/>
                  </a:moveTo>
                  <a:cubicBezTo>
                    <a:pt x="4" y="12"/>
                    <a:pt x="4" y="12"/>
                    <a:pt x="4" y="12"/>
                  </a:cubicBezTo>
                  <a:cubicBezTo>
                    <a:pt x="0" y="7"/>
                    <a:pt x="3" y="0"/>
                    <a:pt x="10" y="0"/>
                  </a:cubicBezTo>
                  <a:cubicBezTo>
                    <a:pt x="247" y="0"/>
                    <a:pt x="247" y="0"/>
                    <a:pt x="247" y="0"/>
                  </a:cubicBezTo>
                  <a:cubicBezTo>
                    <a:pt x="253" y="0"/>
                    <a:pt x="257" y="7"/>
                    <a:pt x="253" y="12"/>
                  </a:cubicBezTo>
                  <a:cubicBezTo>
                    <a:pt x="134" y="155"/>
                    <a:pt x="134" y="155"/>
                    <a:pt x="134" y="155"/>
                  </a:cubicBezTo>
                  <a:cubicBezTo>
                    <a:pt x="131" y="159"/>
                    <a:pt x="125" y="159"/>
                    <a:pt x="122" y="155"/>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0" name="Rounded Rectangle 9"/>
            <p:cNvSpPr/>
            <p:nvPr userDrawn="1"/>
          </p:nvSpPr>
          <p:spPr bwMode="gray">
            <a:xfrm>
              <a:off x="1828170" y="1258957"/>
              <a:ext cx="8535661" cy="3893151"/>
            </a:xfrm>
            <a:prstGeom prst="roundRect">
              <a:avLst>
                <a:gd name="adj" fmla="val 543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grpSp>
      <p:sp>
        <p:nvSpPr>
          <p:cNvPr id="15" name="Text Placeholder 107"/>
          <p:cNvSpPr>
            <a:spLocks noGrp="1"/>
          </p:cNvSpPr>
          <p:nvPr>
            <p:ph type="body" sz="quarter" idx="18" hasCustomPrompt="1"/>
          </p:nvPr>
        </p:nvSpPr>
        <p:spPr bwMode="white">
          <a:xfrm>
            <a:off x="2043195" y="1276350"/>
            <a:ext cx="8108786" cy="3242641"/>
          </a:xfrm>
          <a:prstGeom prst="rect">
            <a:avLst/>
          </a:prstGeom>
        </p:spPr>
        <p:txBody>
          <a:bodyPr anchor="ctr">
            <a:normAutofit/>
          </a:bodyPr>
          <a:lstStyle>
            <a:lvl1pPr marL="0" indent="0" algn="ctr">
              <a:lnSpc>
                <a:spcPct val="100000"/>
              </a:lnSpc>
              <a:buNone/>
              <a:defRPr sz="3600">
                <a:solidFill>
                  <a:schemeClr val="bg1"/>
                </a:solidFill>
              </a:defRPr>
            </a:lvl1pPr>
            <a:lvl2pPr marL="341313" indent="0" algn="ctr">
              <a:buNone/>
              <a:defRPr>
                <a:solidFill>
                  <a:schemeClr val="bg1"/>
                </a:solidFill>
              </a:defRPr>
            </a:lvl2pPr>
            <a:lvl3pPr marL="679450" indent="0" algn="ctr">
              <a:buNone/>
              <a:defRPr>
                <a:solidFill>
                  <a:schemeClr val="bg1"/>
                </a:solidFill>
              </a:defRPr>
            </a:lvl3pPr>
            <a:lvl4pPr marL="966787" indent="0" algn="ctr">
              <a:buNone/>
              <a:defRPr>
                <a:solidFill>
                  <a:schemeClr val="bg1"/>
                </a:solidFill>
              </a:defRPr>
            </a:lvl4pPr>
            <a:lvl5pPr marL="1146175" indent="0" algn="ctr">
              <a:buNone/>
              <a:defRPr>
                <a:solidFill>
                  <a:schemeClr val="bg1"/>
                </a:solidFill>
              </a:defRPr>
            </a:lvl5pPr>
          </a:lstStyle>
          <a:p>
            <a:pPr lvl="0"/>
            <a:r>
              <a:rPr lang="en-US"/>
              <a:t>Click to edit quote</a:t>
            </a:r>
          </a:p>
        </p:txBody>
      </p:sp>
      <p:pic>
        <p:nvPicPr>
          <p:cNvPr id="16" name="Picture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078" y="6013482"/>
            <a:ext cx="10061020" cy="681925"/>
          </a:xfrm>
          <a:prstGeom prst="rect">
            <a:avLst/>
          </a:prstGeom>
        </p:spPr>
      </p:pic>
      <p:sp>
        <p:nvSpPr>
          <p:cNvPr id="17" name="Text Placeholder 110"/>
          <p:cNvSpPr>
            <a:spLocks noGrp="1"/>
          </p:cNvSpPr>
          <p:nvPr>
            <p:ph type="body" sz="quarter" idx="19" hasCustomPrompt="1"/>
          </p:nvPr>
        </p:nvSpPr>
        <p:spPr>
          <a:xfrm>
            <a:off x="2043195" y="5555972"/>
            <a:ext cx="8108786" cy="876300"/>
          </a:xfrm>
          <a:prstGeom prst="rect">
            <a:avLst/>
          </a:prstGeom>
        </p:spPr>
        <p:txBody>
          <a:bodyPr/>
          <a:lstStyle>
            <a:lvl1pPr marL="0" indent="0" algn="ctr">
              <a:buNone/>
              <a:defRPr sz="2400" b="1">
                <a:solidFill>
                  <a:schemeClr val="tx1"/>
                </a:solidFill>
              </a:defRPr>
            </a:lvl1pPr>
            <a:lvl2pPr marL="341313" indent="0">
              <a:buNone/>
              <a:defRPr/>
            </a:lvl2pPr>
            <a:lvl3pPr marL="679450" indent="0">
              <a:buNone/>
              <a:defRPr/>
            </a:lvl3pPr>
            <a:lvl4pPr marL="966787" indent="0">
              <a:buNone/>
              <a:defRPr/>
            </a:lvl4pPr>
            <a:lvl5pPr marL="1146175" indent="0">
              <a:buNone/>
              <a:defRPr/>
            </a:lvl5pPr>
          </a:lstStyle>
          <a:p>
            <a:pPr lvl="0"/>
            <a:r>
              <a:rPr lang="en-US"/>
              <a:t>Click to edit quote source</a:t>
            </a:r>
          </a:p>
        </p:txBody>
      </p:sp>
      <p:grpSp>
        <p:nvGrpSpPr>
          <p:cNvPr id="18" name="Group 17"/>
          <p:cNvGrpSpPr/>
          <p:nvPr userDrawn="1"/>
        </p:nvGrpSpPr>
        <p:grpSpPr>
          <a:xfrm>
            <a:off x="5802236" y="4633136"/>
            <a:ext cx="590704" cy="104775"/>
            <a:chOff x="5738813" y="4606631"/>
            <a:chExt cx="590550" cy="104775"/>
          </a:xfrm>
          <a:solidFill>
            <a:schemeClr val="accent3"/>
          </a:solidFill>
        </p:grpSpPr>
        <p:sp>
          <p:nvSpPr>
            <p:cNvPr id="19" name="Oval 18"/>
            <p:cNvSpPr/>
            <p:nvPr userDrawn="1"/>
          </p:nvSpPr>
          <p:spPr>
            <a:xfrm>
              <a:off x="5738813" y="4606631"/>
              <a:ext cx="104775"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sp>
          <p:nvSpPr>
            <p:cNvPr id="21" name="Oval 20"/>
            <p:cNvSpPr/>
            <p:nvPr userDrawn="1"/>
          </p:nvSpPr>
          <p:spPr>
            <a:xfrm>
              <a:off x="5981700" y="4606631"/>
              <a:ext cx="104775"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sp>
          <p:nvSpPr>
            <p:cNvPr id="22" name="Oval 21"/>
            <p:cNvSpPr/>
            <p:nvPr userDrawn="1"/>
          </p:nvSpPr>
          <p:spPr>
            <a:xfrm>
              <a:off x="6224588" y="4606631"/>
              <a:ext cx="104775"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grpSp>
      <p:grpSp>
        <p:nvGrpSpPr>
          <p:cNvPr id="23" name="Group 22"/>
          <p:cNvGrpSpPr/>
          <p:nvPr userDrawn="1"/>
        </p:nvGrpSpPr>
        <p:grpSpPr bwMode="gray">
          <a:xfrm>
            <a:off x="5854958" y="734066"/>
            <a:ext cx="485260" cy="485134"/>
            <a:chOff x="5853433" y="734066"/>
            <a:chExt cx="485134" cy="485134"/>
          </a:xfrm>
        </p:grpSpPr>
        <p:sp>
          <p:nvSpPr>
            <p:cNvPr id="24" name="Oval 23"/>
            <p:cNvSpPr/>
            <p:nvPr userDrawn="1"/>
          </p:nvSpPr>
          <p:spPr bwMode="gray">
            <a:xfrm>
              <a:off x="5886450" y="767634"/>
              <a:ext cx="419098" cy="41909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sp>
          <p:nvSpPr>
            <p:cNvPr id="25" name="Freeform 9"/>
            <p:cNvSpPr>
              <a:spLocks noEditPoints="1"/>
            </p:cNvSpPr>
            <p:nvPr userDrawn="1"/>
          </p:nvSpPr>
          <p:spPr bwMode="gray">
            <a:xfrm>
              <a:off x="5853433" y="734066"/>
              <a:ext cx="485134" cy="485134"/>
            </a:xfrm>
            <a:custGeom>
              <a:avLst/>
              <a:gdLst>
                <a:gd name="T0" fmla="*/ 206 w 412"/>
                <a:gd name="T1" fmla="*/ 0 h 412"/>
                <a:gd name="T2" fmla="*/ 0 w 412"/>
                <a:gd name="T3" fmla="*/ 206 h 412"/>
                <a:gd name="T4" fmla="*/ 206 w 412"/>
                <a:gd name="T5" fmla="*/ 412 h 412"/>
                <a:gd name="T6" fmla="*/ 412 w 412"/>
                <a:gd name="T7" fmla="*/ 206 h 412"/>
                <a:gd name="T8" fmla="*/ 206 w 412"/>
                <a:gd name="T9" fmla="*/ 0 h 412"/>
                <a:gd name="T10" fmla="*/ 206 w 412"/>
                <a:gd name="T11" fmla="*/ 376 h 412"/>
                <a:gd name="T12" fmla="*/ 36 w 412"/>
                <a:gd name="T13" fmla="*/ 206 h 412"/>
                <a:gd name="T14" fmla="*/ 206 w 412"/>
                <a:gd name="T15" fmla="*/ 36 h 412"/>
                <a:gd name="T16" fmla="*/ 376 w 412"/>
                <a:gd name="T17" fmla="*/ 206 h 412"/>
                <a:gd name="T18" fmla="*/ 206 w 412"/>
                <a:gd name="T19" fmla="*/ 376 h 412"/>
                <a:gd name="T20" fmla="*/ 189 w 412"/>
                <a:gd name="T21" fmla="*/ 262 h 412"/>
                <a:gd name="T22" fmla="*/ 125 w 412"/>
                <a:gd name="T23" fmla="*/ 262 h 412"/>
                <a:gd name="T24" fmla="*/ 125 w 412"/>
                <a:gd name="T25" fmla="*/ 216 h 412"/>
                <a:gd name="T26" fmla="*/ 130 w 412"/>
                <a:gd name="T27" fmla="*/ 172 h 412"/>
                <a:gd name="T28" fmla="*/ 148 w 412"/>
                <a:gd name="T29" fmla="*/ 143 h 412"/>
                <a:gd name="T30" fmla="*/ 182 w 412"/>
                <a:gd name="T31" fmla="*/ 123 h 412"/>
                <a:gd name="T32" fmla="*/ 194 w 412"/>
                <a:gd name="T33" fmla="*/ 150 h 412"/>
                <a:gd name="T34" fmla="*/ 167 w 412"/>
                <a:gd name="T35" fmla="*/ 167 h 412"/>
                <a:gd name="T36" fmla="*/ 158 w 412"/>
                <a:gd name="T37" fmla="*/ 198 h 412"/>
                <a:gd name="T38" fmla="*/ 189 w 412"/>
                <a:gd name="T39" fmla="*/ 198 h 412"/>
                <a:gd name="T40" fmla="*/ 189 w 412"/>
                <a:gd name="T41" fmla="*/ 262 h 412"/>
                <a:gd name="T42" fmla="*/ 278 w 412"/>
                <a:gd name="T43" fmla="*/ 262 h 412"/>
                <a:gd name="T44" fmla="*/ 214 w 412"/>
                <a:gd name="T45" fmla="*/ 262 h 412"/>
                <a:gd name="T46" fmla="*/ 214 w 412"/>
                <a:gd name="T47" fmla="*/ 216 h 412"/>
                <a:gd name="T48" fmla="*/ 219 w 412"/>
                <a:gd name="T49" fmla="*/ 172 h 412"/>
                <a:gd name="T50" fmla="*/ 237 w 412"/>
                <a:gd name="T51" fmla="*/ 143 h 412"/>
                <a:gd name="T52" fmla="*/ 270 w 412"/>
                <a:gd name="T53" fmla="*/ 123 h 412"/>
                <a:gd name="T54" fmla="*/ 283 w 412"/>
                <a:gd name="T55" fmla="*/ 150 h 412"/>
                <a:gd name="T56" fmla="*/ 255 w 412"/>
                <a:gd name="T57" fmla="*/ 167 h 412"/>
                <a:gd name="T58" fmla="*/ 247 w 412"/>
                <a:gd name="T59" fmla="*/ 198 h 412"/>
                <a:gd name="T60" fmla="*/ 278 w 412"/>
                <a:gd name="T61" fmla="*/ 198 h 412"/>
                <a:gd name="T62" fmla="*/ 278 w 412"/>
                <a:gd name="T63" fmla="*/ 262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12" h="412">
                  <a:moveTo>
                    <a:pt x="206" y="0"/>
                  </a:moveTo>
                  <a:cubicBezTo>
                    <a:pt x="92" y="0"/>
                    <a:pt x="0" y="93"/>
                    <a:pt x="0" y="206"/>
                  </a:cubicBezTo>
                  <a:cubicBezTo>
                    <a:pt x="0" y="320"/>
                    <a:pt x="92" y="412"/>
                    <a:pt x="206" y="412"/>
                  </a:cubicBezTo>
                  <a:cubicBezTo>
                    <a:pt x="320" y="412"/>
                    <a:pt x="412" y="320"/>
                    <a:pt x="412" y="206"/>
                  </a:cubicBezTo>
                  <a:cubicBezTo>
                    <a:pt x="412" y="93"/>
                    <a:pt x="320" y="0"/>
                    <a:pt x="206" y="0"/>
                  </a:cubicBezTo>
                  <a:close/>
                  <a:moveTo>
                    <a:pt x="206" y="376"/>
                  </a:moveTo>
                  <a:cubicBezTo>
                    <a:pt x="112" y="376"/>
                    <a:pt x="36" y="300"/>
                    <a:pt x="36" y="206"/>
                  </a:cubicBezTo>
                  <a:cubicBezTo>
                    <a:pt x="36" y="112"/>
                    <a:pt x="112" y="36"/>
                    <a:pt x="206" y="36"/>
                  </a:cubicBezTo>
                  <a:cubicBezTo>
                    <a:pt x="300" y="36"/>
                    <a:pt x="376" y="112"/>
                    <a:pt x="376" y="206"/>
                  </a:cubicBezTo>
                  <a:cubicBezTo>
                    <a:pt x="376" y="300"/>
                    <a:pt x="300" y="376"/>
                    <a:pt x="206" y="376"/>
                  </a:cubicBezTo>
                  <a:close/>
                  <a:moveTo>
                    <a:pt x="189" y="262"/>
                  </a:moveTo>
                  <a:cubicBezTo>
                    <a:pt x="125" y="262"/>
                    <a:pt x="125" y="262"/>
                    <a:pt x="125" y="262"/>
                  </a:cubicBezTo>
                  <a:cubicBezTo>
                    <a:pt x="125" y="216"/>
                    <a:pt x="125" y="216"/>
                    <a:pt x="125" y="216"/>
                  </a:cubicBezTo>
                  <a:cubicBezTo>
                    <a:pt x="125" y="197"/>
                    <a:pt x="127" y="183"/>
                    <a:pt x="130" y="172"/>
                  </a:cubicBezTo>
                  <a:cubicBezTo>
                    <a:pt x="133" y="161"/>
                    <a:pt x="139" y="152"/>
                    <a:pt x="148" y="143"/>
                  </a:cubicBezTo>
                  <a:cubicBezTo>
                    <a:pt x="157" y="135"/>
                    <a:pt x="168" y="128"/>
                    <a:pt x="182" y="123"/>
                  </a:cubicBezTo>
                  <a:cubicBezTo>
                    <a:pt x="194" y="150"/>
                    <a:pt x="194" y="150"/>
                    <a:pt x="194" y="150"/>
                  </a:cubicBezTo>
                  <a:cubicBezTo>
                    <a:pt x="182" y="154"/>
                    <a:pt x="172" y="160"/>
                    <a:pt x="167" y="167"/>
                  </a:cubicBezTo>
                  <a:cubicBezTo>
                    <a:pt x="161" y="175"/>
                    <a:pt x="158" y="185"/>
                    <a:pt x="158" y="198"/>
                  </a:cubicBezTo>
                  <a:cubicBezTo>
                    <a:pt x="189" y="198"/>
                    <a:pt x="189" y="198"/>
                    <a:pt x="189" y="198"/>
                  </a:cubicBezTo>
                  <a:lnTo>
                    <a:pt x="189" y="262"/>
                  </a:lnTo>
                  <a:close/>
                  <a:moveTo>
                    <a:pt x="278" y="262"/>
                  </a:moveTo>
                  <a:cubicBezTo>
                    <a:pt x="214" y="262"/>
                    <a:pt x="214" y="262"/>
                    <a:pt x="214" y="262"/>
                  </a:cubicBezTo>
                  <a:cubicBezTo>
                    <a:pt x="214" y="216"/>
                    <a:pt x="214" y="216"/>
                    <a:pt x="214" y="216"/>
                  </a:cubicBezTo>
                  <a:cubicBezTo>
                    <a:pt x="214" y="197"/>
                    <a:pt x="215" y="182"/>
                    <a:pt x="219" y="172"/>
                  </a:cubicBezTo>
                  <a:cubicBezTo>
                    <a:pt x="222" y="161"/>
                    <a:pt x="228" y="152"/>
                    <a:pt x="237" y="143"/>
                  </a:cubicBezTo>
                  <a:cubicBezTo>
                    <a:pt x="246" y="135"/>
                    <a:pt x="257" y="128"/>
                    <a:pt x="270" y="123"/>
                  </a:cubicBezTo>
                  <a:cubicBezTo>
                    <a:pt x="283" y="150"/>
                    <a:pt x="283" y="150"/>
                    <a:pt x="283" y="150"/>
                  </a:cubicBezTo>
                  <a:cubicBezTo>
                    <a:pt x="270" y="154"/>
                    <a:pt x="261" y="160"/>
                    <a:pt x="255" y="167"/>
                  </a:cubicBezTo>
                  <a:cubicBezTo>
                    <a:pt x="250" y="175"/>
                    <a:pt x="247" y="185"/>
                    <a:pt x="247" y="198"/>
                  </a:cubicBezTo>
                  <a:cubicBezTo>
                    <a:pt x="278" y="198"/>
                    <a:pt x="278" y="198"/>
                    <a:pt x="278" y="198"/>
                  </a:cubicBezTo>
                  <a:lnTo>
                    <a:pt x="278" y="26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1800"/>
            </a:p>
          </p:txBody>
        </p:sp>
      </p:grpSp>
      <p:sp>
        <p:nvSpPr>
          <p:cNvPr id="28" name="TextBox slide number"/>
          <p:cNvSpPr txBox="1"/>
          <p:nvPr userDrawn="1"/>
        </p:nvSpPr>
        <p:spPr bwMode="white">
          <a:xfrm>
            <a:off x="11751760" y="6395206"/>
            <a:ext cx="440239" cy="246221"/>
          </a:xfrm>
          <a:prstGeom prst="rect">
            <a:avLst/>
          </a:prstGeom>
        </p:spPr>
        <p:txBody>
          <a:bodyPr vert="horz" lIns="0" tIns="0" rIns="0" bIns="0" rtlCol="0" anchor="b"/>
          <a:lstStyle>
            <a:defPPr>
              <a:defRPr lang="en-US"/>
            </a:defPPr>
            <a:lvl1pPr algn="ctr">
              <a:defRPr sz="1000">
                <a:solidFill>
                  <a:schemeClr val="bg1"/>
                </a:solidFill>
              </a:defRPr>
            </a:lvl1pPr>
          </a:lstStyle>
          <a:p>
            <a:pPr lvl="0" algn="ctr"/>
            <a:fld id="{6EA5B71A-1B18-4E34-A48F-65DC4937AA99}" type="slidenum">
              <a:rPr lang="en-US" sz="1000" b="0" smtClean="0">
                <a:solidFill>
                  <a:schemeClr val="tx1"/>
                </a:solidFill>
              </a:rPr>
              <a:pPr lvl="0" algn="ctr"/>
              <a:t>‹#›</a:t>
            </a:fld>
            <a:endParaRPr lang="en-US" sz="1000" b="0">
              <a:solidFill>
                <a:schemeClr val="tx1"/>
              </a:solidFill>
            </a:endParaRPr>
          </a:p>
        </p:txBody>
      </p:sp>
      <p:pic>
        <p:nvPicPr>
          <p:cNvPr id="30" name="图片 2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6200000">
            <a:off x="11562876" y="5800424"/>
            <a:ext cx="974339" cy="318995"/>
          </a:xfrm>
          <a:prstGeom prst="rect">
            <a:avLst/>
          </a:prstGeom>
        </p:spPr>
      </p:pic>
      <p:sp>
        <p:nvSpPr>
          <p:cNvPr id="31" name="Rectangle 6"/>
          <p:cNvSpPr/>
          <p:nvPr userDrawn="1"/>
        </p:nvSpPr>
        <p:spPr bwMode="gray">
          <a:xfrm flipH="1">
            <a:off x="11890545" y="6446656"/>
            <a:ext cx="311676" cy="182166"/>
          </a:xfrm>
          <a:prstGeom prst="rect">
            <a:avLst/>
          </a:prstGeom>
          <a:solidFill>
            <a:schemeClr val="tx1"/>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2" name="TextBox slide number"/>
          <p:cNvSpPr txBox="1"/>
          <p:nvPr userDrawn="1"/>
        </p:nvSpPr>
        <p:spPr bwMode="white">
          <a:xfrm>
            <a:off x="11907627" y="6491082"/>
            <a:ext cx="311675" cy="123111"/>
          </a:xfrm>
          <a:prstGeom prst="rect">
            <a:avLst/>
          </a:prstGeom>
        </p:spPr>
        <p:txBody>
          <a:bodyPr vert="horz" lIns="0" tIns="0" rIns="0" bIns="0" rtlCol="0" anchor="b"/>
          <a:lstStyle>
            <a:defPPr>
              <a:defRPr lang="en-US"/>
            </a:defPPr>
            <a:lvl1pPr algn="ctr">
              <a:defRPr sz="1000">
                <a:solidFill>
                  <a:schemeClr val="bg1"/>
                </a:solidFill>
              </a:defRPr>
            </a:lvl1pPr>
          </a:lstStyle>
          <a:p>
            <a:pPr lvl="0" algn="ctr"/>
            <a:fld id="{6EA5B71A-1B18-4E34-A48F-65DC4937AA99}" type="slidenum">
              <a:rPr lang="en-US" sz="1000" smtClean="0"/>
              <a:pPr lvl="0" algn="ctr"/>
              <a:t>‹#›</a:t>
            </a:fld>
            <a:endParaRPr lang="en-US" sz="1000"/>
          </a:p>
        </p:txBody>
      </p:sp>
    </p:spTree>
    <p:extLst>
      <p:ext uri="{BB962C8B-B14F-4D97-AF65-F5344CB8AC3E}">
        <p14:creationId xmlns:p14="http://schemas.microsoft.com/office/powerpoint/2010/main" val="1637847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Quote Layout - ORANGE">
    <p:bg>
      <p:bgPr>
        <a:solidFill>
          <a:schemeClr val="bg1"/>
        </a:solidFill>
        <a:effectLst/>
      </p:bgPr>
    </p:bg>
    <p:spTree>
      <p:nvGrpSpPr>
        <p:cNvPr id="1" name=""/>
        <p:cNvGrpSpPr/>
        <p:nvPr/>
      </p:nvGrpSpPr>
      <p:grpSpPr>
        <a:xfrm>
          <a:off x="0" y="0"/>
          <a:ext cx="0" cy="0"/>
          <a:chOff x="0" y="0"/>
          <a:chExt cx="0" cy="0"/>
        </a:xfrm>
      </p:grpSpPr>
      <p:sp>
        <p:nvSpPr>
          <p:cNvPr id="27" name="Rectangle 26"/>
          <p:cNvSpPr/>
          <p:nvPr userDrawn="1"/>
        </p:nvSpPr>
        <p:spPr>
          <a:xfrm>
            <a:off x="1" y="893"/>
            <a:ext cx="12192000" cy="6857107"/>
          </a:xfrm>
          <a:prstGeom prst="rect">
            <a:avLst/>
          </a:prstGeom>
          <a:gradFill flip="none" rotWithShape="1">
            <a:gsLst>
              <a:gs pos="0">
                <a:schemeClr val="tx2">
                  <a:alpha val="25000"/>
                </a:schemeClr>
              </a:gs>
              <a:gs pos="50000">
                <a:schemeClr val="bg1">
                  <a:alpha val="50000"/>
                </a:schemeClr>
              </a:gs>
              <a:gs pos="100000">
                <a:schemeClr val="tx2">
                  <a:alpha val="2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1" y="4639112"/>
            <a:ext cx="12192000" cy="2219160"/>
          </a:xfrm>
          <a:prstGeom prst="rect">
            <a:avLst/>
          </a:prstGeom>
          <a:gradFill flip="none" rotWithShape="1">
            <a:gsLst>
              <a:gs pos="0">
                <a:schemeClr val="tx2">
                  <a:alpha val="25000"/>
                </a:schemeClr>
              </a:gs>
              <a:gs pos="50000">
                <a:schemeClr val="bg1">
                  <a:alpha val="50000"/>
                </a:schemeClr>
              </a:gs>
              <a:gs pos="100000">
                <a:schemeClr val="tx2">
                  <a:alpha val="2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Footer Placeholder 19"/>
          <p:cNvSpPr>
            <a:spLocks noGrp="1"/>
          </p:cNvSpPr>
          <p:nvPr>
            <p:ph type="ftr" sz="quarter" idx="13"/>
          </p:nvPr>
        </p:nvSpPr>
        <p:spPr>
          <a:xfrm>
            <a:off x="548783" y="6473952"/>
            <a:ext cx="3027862" cy="384048"/>
          </a:xfrm>
          <a:prstGeom prst="rect">
            <a:avLst/>
          </a:prstGeom>
        </p:spPr>
        <p:txBody>
          <a:bodyPr/>
          <a:lstStyle/>
          <a:p>
            <a:r>
              <a:rPr lang="en-US" sz="1000">
                <a:solidFill>
                  <a:srgbClr val="939598"/>
                </a:solidFill>
                <a:cs typeface="Arial" pitchFamily="34" charset="0"/>
              </a:rPr>
              <a:t>2016 LCFC Internal. All rights reserved.</a:t>
            </a:r>
          </a:p>
        </p:txBody>
      </p:sp>
      <p:grpSp>
        <p:nvGrpSpPr>
          <p:cNvPr id="8" name="Group 7"/>
          <p:cNvGrpSpPr/>
          <p:nvPr userDrawn="1"/>
        </p:nvGrpSpPr>
        <p:grpSpPr bwMode="gray">
          <a:xfrm>
            <a:off x="1828647" y="993484"/>
            <a:ext cx="8537884" cy="4341742"/>
            <a:chOff x="1828170" y="1258957"/>
            <a:chExt cx="8535661" cy="4341742"/>
          </a:xfrm>
        </p:grpSpPr>
        <p:sp>
          <p:nvSpPr>
            <p:cNvPr id="9" name="Freeform 9"/>
            <p:cNvSpPr>
              <a:spLocks/>
            </p:cNvSpPr>
            <p:nvPr userDrawn="1"/>
          </p:nvSpPr>
          <p:spPr bwMode="gray">
            <a:xfrm>
              <a:off x="5610226" y="4994274"/>
              <a:ext cx="974725" cy="606425"/>
            </a:xfrm>
            <a:custGeom>
              <a:avLst/>
              <a:gdLst>
                <a:gd name="T0" fmla="*/ 122 w 257"/>
                <a:gd name="T1" fmla="*/ 155 h 159"/>
                <a:gd name="T2" fmla="*/ 4 w 257"/>
                <a:gd name="T3" fmla="*/ 12 h 159"/>
                <a:gd name="T4" fmla="*/ 10 w 257"/>
                <a:gd name="T5" fmla="*/ 0 h 159"/>
                <a:gd name="T6" fmla="*/ 247 w 257"/>
                <a:gd name="T7" fmla="*/ 0 h 159"/>
                <a:gd name="T8" fmla="*/ 253 w 257"/>
                <a:gd name="T9" fmla="*/ 12 h 159"/>
                <a:gd name="T10" fmla="*/ 134 w 257"/>
                <a:gd name="T11" fmla="*/ 155 h 159"/>
                <a:gd name="T12" fmla="*/ 122 w 257"/>
                <a:gd name="T13" fmla="*/ 155 h 159"/>
              </a:gdLst>
              <a:ahLst/>
              <a:cxnLst>
                <a:cxn ang="0">
                  <a:pos x="T0" y="T1"/>
                </a:cxn>
                <a:cxn ang="0">
                  <a:pos x="T2" y="T3"/>
                </a:cxn>
                <a:cxn ang="0">
                  <a:pos x="T4" y="T5"/>
                </a:cxn>
                <a:cxn ang="0">
                  <a:pos x="T6" y="T7"/>
                </a:cxn>
                <a:cxn ang="0">
                  <a:pos x="T8" y="T9"/>
                </a:cxn>
                <a:cxn ang="0">
                  <a:pos x="T10" y="T11"/>
                </a:cxn>
                <a:cxn ang="0">
                  <a:pos x="T12" y="T13"/>
                </a:cxn>
              </a:cxnLst>
              <a:rect l="0" t="0" r="r" b="b"/>
              <a:pathLst>
                <a:path w="257" h="159">
                  <a:moveTo>
                    <a:pt x="122" y="155"/>
                  </a:moveTo>
                  <a:cubicBezTo>
                    <a:pt x="4" y="12"/>
                    <a:pt x="4" y="12"/>
                    <a:pt x="4" y="12"/>
                  </a:cubicBezTo>
                  <a:cubicBezTo>
                    <a:pt x="0" y="7"/>
                    <a:pt x="3" y="0"/>
                    <a:pt x="10" y="0"/>
                  </a:cubicBezTo>
                  <a:cubicBezTo>
                    <a:pt x="247" y="0"/>
                    <a:pt x="247" y="0"/>
                    <a:pt x="247" y="0"/>
                  </a:cubicBezTo>
                  <a:cubicBezTo>
                    <a:pt x="253" y="0"/>
                    <a:pt x="257" y="7"/>
                    <a:pt x="253" y="12"/>
                  </a:cubicBezTo>
                  <a:cubicBezTo>
                    <a:pt x="134" y="155"/>
                    <a:pt x="134" y="155"/>
                    <a:pt x="134" y="155"/>
                  </a:cubicBezTo>
                  <a:cubicBezTo>
                    <a:pt x="131" y="159"/>
                    <a:pt x="125" y="159"/>
                    <a:pt x="122" y="155"/>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0" name="Rounded Rectangle 9"/>
            <p:cNvSpPr/>
            <p:nvPr userDrawn="1"/>
          </p:nvSpPr>
          <p:spPr bwMode="gray">
            <a:xfrm>
              <a:off x="1828170" y="1258957"/>
              <a:ext cx="8535661" cy="3893151"/>
            </a:xfrm>
            <a:prstGeom prst="roundRect">
              <a:avLst>
                <a:gd name="adj" fmla="val 543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grpSp>
      <p:sp>
        <p:nvSpPr>
          <p:cNvPr id="15" name="Text Placeholder 107"/>
          <p:cNvSpPr>
            <a:spLocks noGrp="1"/>
          </p:cNvSpPr>
          <p:nvPr>
            <p:ph type="body" sz="quarter" idx="18" hasCustomPrompt="1"/>
          </p:nvPr>
        </p:nvSpPr>
        <p:spPr bwMode="white">
          <a:xfrm>
            <a:off x="2043195" y="1276350"/>
            <a:ext cx="8108786" cy="3242641"/>
          </a:xfrm>
          <a:prstGeom prst="rect">
            <a:avLst/>
          </a:prstGeom>
        </p:spPr>
        <p:txBody>
          <a:bodyPr anchor="ctr">
            <a:normAutofit/>
          </a:bodyPr>
          <a:lstStyle>
            <a:lvl1pPr marL="0" indent="0" algn="ctr">
              <a:lnSpc>
                <a:spcPct val="100000"/>
              </a:lnSpc>
              <a:buNone/>
              <a:defRPr sz="3600">
                <a:solidFill>
                  <a:schemeClr val="bg1"/>
                </a:solidFill>
              </a:defRPr>
            </a:lvl1pPr>
            <a:lvl2pPr marL="341313" indent="0" algn="ctr">
              <a:buNone/>
              <a:defRPr>
                <a:solidFill>
                  <a:schemeClr val="bg1"/>
                </a:solidFill>
              </a:defRPr>
            </a:lvl2pPr>
            <a:lvl3pPr marL="679450" indent="0" algn="ctr">
              <a:buNone/>
              <a:defRPr>
                <a:solidFill>
                  <a:schemeClr val="bg1"/>
                </a:solidFill>
              </a:defRPr>
            </a:lvl3pPr>
            <a:lvl4pPr marL="966787" indent="0" algn="ctr">
              <a:buNone/>
              <a:defRPr>
                <a:solidFill>
                  <a:schemeClr val="bg1"/>
                </a:solidFill>
              </a:defRPr>
            </a:lvl4pPr>
            <a:lvl5pPr marL="1146175" indent="0" algn="ctr">
              <a:buNone/>
              <a:defRPr>
                <a:solidFill>
                  <a:schemeClr val="bg1"/>
                </a:solidFill>
              </a:defRPr>
            </a:lvl5pPr>
          </a:lstStyle>
          <a:p>
            <a:pPr lvl="0"/>
            <a:r>
              <a:rPr lang="en-US"/>
              <a:t>Click to edit quote</a:t>
            </a:r>
          </a:p>
        </p:txBody>
      </p:sp>
      <p:pic>
        <p:nvPicPr>
          <p:cNvPr id="16" name="Picture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078" y="6013482"/>
            <a:ext cx="10061020" cy="681925"/>
          </a:xfrm>
          <a:prstGeom prst="rect">
            <a:avLst/>
          </a:prstGeom>
        </p:spPr>
      </p:pic>
      <p:sp>
        <p:nvSpPr>
          <p:cNvPr id="17" name="Text Placeholder 110"/>
          <p:cNvSpPr>
            <a:spLocks noGrp="1"/>
          </p:cNvSpPr>
          <p:nvPr>
            <p:ph type="body" sz="quarter" idx="19" hasCustomPrompt="1"/>
          </p:nvPr>
        </p:nvSpPr>
        <p:spPr>
          <a:xfrm>
            <a:off x="2043195" y="5555972"/>
            <a:ext cx="8108786" cy="876300"/>
          </a:xfrm>
          <a:prstGeom prst="rect">
            <a:avLst/>
          </a:prstGeom>
        </p:spPr>
        <p:txBody>
          <a:bodyPr/>
          <a:lstStyle>
            <a:lvl1pPr marL="0" indent="0" algn="ctr">
              <a:buNone/>
              <a:defRPr sz="2400" b="1">
                <a:solidFill>
                  <a:schemeClr val="tx1"/>
                </a:solidFill>
              </a:defRPr>
            </a:lvl1pPr>
            <a:lvl2pPr marL="341313" indent="0">
              <a:buNone/>
              <a:defRPr/>
            </a:lvl2pPr>
            <a:lvl3pPr marL="679450" indent="0">
              <a:buNone/>
              <a:defRPr/>
            </a:lvl3pPr>
            <a:lvl4pPr marL="966787" indent="0">
              <a:buNone/>
              <a:defRPr/>
            </a:lvl4pPr>
            <a:lvl5pPr marL="1146175" indent="0">
              <a:buNone/>
              <a:defRPr/>
            </a:lvl5pPr>
          </a:lstStyle>
          <a:p>
            <a:pPr lvl="0"/>
            <a:r>
              <a:rPr lang="en-US"/>
              <a:t>Click to edit quote source</a:t>
            </a:r>
          </a:p>
        </p:txBody>
      </p:sp>
      <p:grpSp>
        <p:nvGrpSpPr>
          <p:cNvPr id="18" name="Group 17"/>
          <p:cNvGrpSpPr/>
          <p:nvPr userDrawn="1"/>
        </p:nvGrpSpPr>
        <p:grpSpPr>
          <a:xfrm>
            <a:off x="5802236" y="4633136"/>
            <a:ext cx="590704" cy="104775"/>
            <a:chOff x="5738813" y="4606631"/>
            <a:chExt cx="590550" cy="104775"/>
          </a:xfrm>
          <a:solidFill>
            <a:schemeClr val="accent1"/>
          </a:solidFill>
        </p:grpSpPr>
        <p:sp>
          <p:nvSpPr>
            <p:cNvPr id="19" name="Oval 18"/>
            <p:cNvSpPr/>
            <p:nvPr userDrawn="1"/>
          </p:nvSpPr>
          <p:spPr>
            <a:xfrm>
              <a:off x="5738813" y="4606631"/>
              <a:ext cx="104775"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sp>
          <p:nvSpPr>
            <p:cNvPr id="21" name="Oval 20"/>
            <p:cNvSpPr/>
            <p:nvPr userDrawn="1"/>
          </p:nvSpPr>
          <p:spPr>
            <a:xfrm>
              <a:off x="5981700" y="4606631"/>
              <a:ext cx="104775"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sp>
          <p:nvSpPr>
            <p:cNvPr id="22" name="Oval 21"/>
            <p:cNvSpPr/>
            <p:nvPr userDrawn="1"/>
          </p:nvSpPr>
          <p:spPr>
            <a:xfrm>
              <a:off x="6224588" y="4606631"/>
              <a:ext cx="104775"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grpSp>
      <p:grpSp>
        <p:nvGrpSpPr>
          <p:cNvPr id="23" name="Group 22"/>
          <p:cNvGrpSpPr/>
          <p:nvPr userDrawn="1"/>
        </p:nvGrpSpPr>
        <p:grpSpPr bwMode="gray">
          <a:xfrm>
            <a:off x="5854958" y="734066"/>
            <a:ext cx="485260" cy="485134"/>
            <a:chOff x="5853433" y="734066"/>
            <a:chExt cx="485134" cy="485134"/>
          </a:xfrm>
        </p:grpSpPr>
        <p:sp>
          <p:nvSpPr>
            <p:cNvPr id="24" name="Oval 23"/>
            <p:cNvSpPr/>
            <p:nvPr userDrawn="1"/>
          </p:nvSpPr>
          <p:spPr bwMode="gray">
            <a:xfrm>
              <a:off x="5886450" y="767634"/>
              <a:ext cx="419098" cy="41909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sp>
          <p:nvSpPr>
            <p:cNvPr id="25" name="Freeform 9"/>
            <p:cNvSpPr>
              <a:spLocks noEditPoints="1"/>
            </p:cNvSpPr>
            <p:nvPr userDrawn="1"/>
          </p:nvSpPr>
          <p:spPr bwMode="gray">
            <a:xfrm>
              <a:off x="5853433" y="734066"/>
              <a:ext cx="485134" cy="485134"/>
            </a:xfrm>
            <a:custGeom>
              <a:avLst/>
              <a:gdLst>
                <a:gd name="T0" fmla="*/ 206 w 412"/>
                <a:gd name="T1" fmla="*/ 0 h 412"/>
                <a:gd name="T2" fmla="*/ 0 w 412"/>
                <a:gd name="T3" fmla="*/ 206 h 412"/>
                <a:gd name="T4" fmla="*/ 206 w 412"/>
                <a:gd name="T5" fmla="*/ 412 h 412"/>
                <a:gd name="T6" fmla="*/ 412 w 412"/>
                <a:gd name="T7" fmla="*/ 206 h 412"/>
                <a:gd name="T8" fmla="*/ 206 w 412"/>
                <a:gd name="T9" fmla="*/ 0 h 412"/>
                <a:gd name="T10" fmla="*/ 206 w 412"/>
                <a:gd name="T11" fmla="*/ 376 h 412"/>
                <a:gd name="T12" fmla="*/ 36 w 412"/>
                <a:gd name="T13" fmla="*/ 206 h 412"/>
                <a:gd name="T14" fmla="*/ 206 w 412"/>
                <a:gd name="T15" fmla="*/ 36 h 412"/>
                <a:gd name="T16" fmla="*/ 376 w 412"/>
                <a:gd name="T17" fmla="*/ 206 h 412"/>
                <a:gd name="T18" fmla="*/ 206 w 412"/>
                <a:gd name="T19" fmla="*/ 376 h 412"/>
                <a:gd name="T20" fmla="*/ 189 w 412"/>
                <a:gd name="T21" fmla="*/ 262 h 412"/>
                <a:gd name="T22" fmla="*/ 125 w 412"/>
                <a:gd name="T23" fmla="*/ 262 h 412"/>
                <a:gd name="T24" fmla="*/ 125 w 412"/>
                <a:gd name="T25" fmla="*/ 216 h 412"/>
                <a:gd name="T26" fmla="*/ 130 w 412"/>
                <a:gd name="T27" fmla="*/ 172 h 412"/>
                <a:gd name="T28" fmla="*/ 148 w 412"/>
                <a:gd name="T29" fmla="*/ 143 h 412"/>
                <a:gd name="T30" fmla="*/ 182 w 412"/>
                <a:gd name="T31" fmla="*/ 123 h 412"/>
                <a:gd name="T32" fmla="*/ 194 w 412"/>
                <a:gd name="T33" fmla="*/ 150 h 412"/>
                <a:gd name="T34" fmla="*/ 167 w 412"/>
                <a:gd name="T35" fmla="*/ 167 h 412"/>
                <a:gd name="T36" fmla="*/ 158 w 412"/>
                <a:gd name="T37" fmla="*/ 198 h 412"/>
                <a:gd name="T38" fmla="*/ 189 w 412"/>
                <a:gd name="T39" fmla="*/ 198 h 412"/>
                <a:gd name="T40" fmla="*/ 189 w 412"/>
                <a:gd name="T41" fmla="*/ 262 h 412"/>
                <a:gd name="T42" fmla="*/ 278 w 412"/>
                <a:gd name="T43" fmla="*/ 262 h 412"/>
                <a:gd name="T44" fmla="*/ 214 w 412"/>
                <a:gd name="T45" fmla="*/ 262 h 412"/>
                <a:gd name="T46" fmla="*/ 214 w 412"/>
                <a:gd name="T47" fmla="*/ 216 h 412"/>
                <a:gd name="T48" fmla="*/ 219 w 412"/>
                <a:gd name="T49" fmla="*/ 172 h 412"/>
                <a:gd name="T50" fmla="*/ 237 w 412"/>
                <a:gd name="T51" fmla="*/ 143 h 412"/>
                <a:gd name="T52" fmla="*/ 270 w 412"/>
                <a:gd name="T53" fmla="*/ 123 h 412"/>
                <a:gd name="T54" fmla="*/ 283 w 412"/>
                <a:gd name="T55" fmla="*/ 150 h 412"/>
                <a:gd name="T56" fmla="*/ 255 w 412"/>
                <a:gd name="T57" fmla="*/ 167 h 412"/>
                <a:gd name="T58" fmla="*/ 247 w 412"/>
                <a:gd name="T59" fmla="*/ 198 h 412"/>
                <a:gd name="T60" fmla="*/ 278 w 412"/>
                <a:gd name="T61" fmla="*/ 198 h 412"/>
                <a:gd name="T62" fmla="*/ 278 w 412"/>
                <a:gd name="T63" fmla="*/ 262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12" h="412">
                  <a:moveTo>
                    <a:pt x="206" y="0"/>
                  </a:moveTo>
                  <a:cubicBezTo>
                    <a:pt x="92" y="0"/>
                    <a:pt x="0" y="93"/>
                    <a:pt x="0" y="206"/>
                  </a:cubicBezTo>
                  <a:cubicBezTo>
                    <a:pt x="0" y="320"/>
                    <a:pt x="92" y="412"/>
                    <a:pt x="206" y="412"/>
                  </a:cubicBezTo>
                  <a:cubicBezTo>
                    <a:pt x="320" y="412"/>
                    <a:pt x="412" y="320"/>
                    <a:pt x="412" y="206"/>
                  </a:cubicBezTo>
                  <a:cubicBezTo>
                    <a:pt x="412" y="93"/>
                    <a:pt x="320" y="0"/>
                    <a:pt x="206" y="0"/>
                  </a:cubicBezTo>
                  <a:close/>
                  <a:moveTo>
                    <a:pt x="206" y="376"/>
                  </a:moveTo>
                  <a:cubicBezTo>
                    <a:pt x="112" y="376"/>
                    <a:pt x="36" y="300"/>
                    <a:pt x="36" y="206"/>
                  </a:cubicBezTo>
                  <a:cubicBezTo>
                    <a:pt x="36" y="112"/>
                    <a:pt x="112" y="36"/>
                    <a:pt x="206" y="36"/>
                  </a:cubicBezTo>
                  <a:cubicBezTo>
                    <a:pt x="300" y="36"/>
                    <a:pt x="376" y="112"/>
                    <a:pt x="376" y="206"/>
                  </a:cubicBezTo>
                  <a:cubicBezTo>
                    <a:pt x="376" y="300"/>
                    <a:pt x="300" y="376"/>
                    <a:pt x="206" y="376"/>
                  </a:cubicBezTo>
                  <a:close/>
                  <a:moveTo>
                    <a:pt x="189" y="262"/>
                  </a:moveTo>
                  <a:cubicBezTo>
                    <a:pt x="125" y="262"/>
                    <a:pt x="125" y="262"/>
                    <a:pt x="125" y="262"/>
                  </a:cubicBezTo>
                  <a:cubicBezTo>
                    <a:pt x="125" y="216"/>
                    <a:pt x="125" y="216"/>
                    <a:pt x="125" y="216"/>
                  </a:cubicBezTo>
                  <a:cubicBezTo>
                    <a:pt x="125" y="197"/>
                    <a:pt x="127" y="183"/>
                    <a:pt x="130" y="172"/>
                  </a:cubicBezTo>
                  <a:cubicBezTo>
                    <a:pt x="133" y="161"/>
                    <a:pt x="139" y="152"/>
                    <a:pt x="148" y="143"/>
                  </a:cubicBezTo>
                  <a:cubicBezTo>
                    <a:pt x="157" y="135"/>
                    <a:pt x="168" y="128"/>
                    <a:pt x="182" y="123"/>
                  </a:cubicBezTo>
                  <a:cubicBezTo>
                    <a:pt x="194" y="150"/>
                    <a:pt x="194" y="150"/>
                    <a:pt x="194" y="150"/>
                  </a:cubicBezTo>
                  <a:cubicBezTo>
                    <a:pt x="182" y="154"/>
                    <a:pt x="172" y="160"/>
                    <a:pt x="167" y="167"/>
                  </a:cubicBezTo>
                  <a:cubicBezTo>
                    <a:pt x="161" y="175"/>
                    <a:pt x="158" y="185"/>
                    <a:pt x="158" y="198"/>
                  </a:cubicBezTo>
                  <a:cubicBezTo>
                    <a:pt x="189" y="198"/>
                    <a:pt x="189" y="198"/>
                    <a:pt x="189" y="198"/>
                  </a:cubicBezTo>
                  <a:lnTo>
                    <a:pt x="189" y="262"/>
                  </a:lnTo>
                  <a:close/>
                  <a:moveTo>
                    <a:pt x="278" y="262"/>
                  </a:moveTo>
                  <a:cubicBezTo>
                    <a:pt x="214" y="262"/>
                    <a:pt x="214" y="262"/>
                    <a:pt x="214" y="262"/>
                  </a:cubicBezTo>
                  <a:cubicBezTo>
                    <a:pt x="214" y="216"/>
                    <a:pt x="214" y="216"/>
                    <a:pt x="214" y="216"/>
                  </a:cubicBezTo>
                  <a:cubicBezTo>
                    <a:pt x="214" y="197"/>
                    <a:pt x="215" y="182"/>
                    <a:pt x="219" y="172"/>
                  </a:cubicBezTo>
                  <a:cubicBezTo>
                    <a:pt x="222" y="161"/>
                    <a:pt x="228" y="152"/>
                    <a:pt x="237" y="143"/>
                  </a:cubicBezTo>
                  <a:cubicBezTo>
                    <a:pt x="246" y="135"/>
                    <a:pt x="257" y="128"/>
                    <a:pt x="270" y="123"/>
                  </a:cubicBezTo>
                  <a:cubicBezTo>
                    <a:pt x="283" y="150"/>
                    <a:pt x="283" y="150"/>
                    <a:pt x="283" y="150"/>
                  </a:cubicBezTo>
                  <a:cubicBezTo>
                    <a:pt x="270" y="154"/>
                    <a:pt x="261" y="160"/>
                    <a:pt x="255" y="167"/>
                  </a:cubicBezTo>
                  <a:cubicBezTo>
                    <a:pt x="250" y="175"/>
                    <a:pt x="247" y="185"/>
                    <a:pt x="247" y="198"/>
                  </a:cubicBezTo>
                  <a:cubicBezTo>
                    <a:pt x="278" y="198"/>
                    <a:pt x="278" y="198"/>
                    <a:pt x="278" y="198"/>
                  </a:cubicBezTo>
                  <a:lnTo>
                    <a:pt x="278" y="26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1800"/>
            </a:p>
          </p:txBody>
        </p:sp>
      </p:grpSp>
      <p:sp>
        <p:nvSpPr>
          <p:cNvPr id="28" name="TextBox slide number"/>
          <p:cNvSpPr txBox="1"/>
          <p:nvPr userDrawn="1"/>
        </p:nvSpPr>
        <p:spPr bwMode="white">
          <a:xfrm>
            <a:off x="11751760" y="6395206"/>
            <a:ext cx="440239" cy="246221"/>
          </a:xfrm>
          <a:prstGeom prst="rect">
            <a:avLst/>
          </a:prstGeom>
        </p:spPr>
        <p:txBody>
          <a:bodyPr vert="horz" lIns="0" tIns="0" rIns="0" bIns="0" rtlCol="0" anchor="b"/>
          <a:lstStyle>
            <a:defPPr>
              <a:defRPr lang="en-US"/>
            </a:defPPr>
            <a:lvl1pPr algn="ctr">
              <a:defRPr sz="1000">
                <a:solidFill>
                  <a:schemeClr val="bg1"/>
                </a:solidFill>
              </a:defRPr>
            </a:lvl1pPr>
          </a:lstStyle>
          <a:p>
            <a:pPr lvl="0" algn="ctr"/>
            <a:fld id="{6EA5B71A-1B18-4E34-A48F-65DC4937AA99}" type="slidenum">
              <a:rPr lang="en-US" sz="1000" b="0" smtClean="0">
                <a:solidFill>
                  <a:schemeClr val="tx1"/>
                </a:solidFill>
              </a:rPr>
              <a:pPr lvl="0" algn="ctr"/>
              <a:t>‹#›</a:t>
            </a:fld>
            <a:endParaRPr lang="en-US" sz="1000" b="0">
              <a:solidFill>
                <a:schemeClr val="tx1"/>
              </a:solidFill>
            </a:endParaRPr>
          </a:p>
        </p:txBody>
      </p:sp>
      <p:pic>
        <p:nvPicPr>
          <p:cNvPr id="30" name="图片 2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6200000">
            <a:off x="11562876" y="5800424"/>
            <a:ext cx="974339" cy="318995"/>
          </a:xfrm>
          <a:prstGeom prst="rect">
            <a:avLst/>
          </a:prstGeom>
        </p:spPr>
      </p:pic>
      <p:sp>
        <p:nvSpPr>
          <p:cNvPr id="31" name="Rectangle 6"/>
          <p:cNvSpPr/>
          <p:nvPr userDrawn="1"/>
        </p:nvSpPr>
        <p:spPr bwMode="gray">
          <a:xfrm flipH="1">
            <a:off x="11890545" y="6446656"/>
            <a:ext cx="311676" cy="182166"/>
          </a:xfrm>
          <a:prstGeom prst="rect">
            <a:avLst/>
          </a:prstGeom>
          <a:solidFill>
            <a:schemeClr val="tx1"/>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2" name="TextBox slide number"/>
          <p:cNvSpPr txBox="1"/>
          <p:nvPr userDrawn="1"/>
        </p:nvSpPr>
        <p:spPr bwMode="white">
          <a:xfrm>
            <a:off x="11907627" y="6491082"/>
            <a:ext cx="311675" cy="123111"/>
          </a:xfrm>
          <a:prstGeom prst="rect">
            <a:avLst/>
          </a:prstGeom>
        </p:spPr>
        <p:txBody>
          <a:bodyPr vert="horz" lIns="0" tIns="0" rIns="0" bIns="0" rtlCol="0" anchor="b"/>
          <a:lstStyle>
            <a:defPPr>
              <a:defRPr lang="en-US"/>
            </a:defPPr>
            <a:lvl1pPr algn="ctr">
              <a:defRPr sz="1000">
                <a:solidFill>
                  <a:schemeClr val="bg1"/>
                </a:solidFill>
              </a:defRPr>
            </a:lvl1pPr>
          </a:lstStyle>
          <a:p>
            <a:pPr lvl="0" algn="ctr"/>
            <a:fld id="{6EA5B71A-1B18-4E34-A48F-65DC4937AA99}" type="slidenum">
              <a:rPr lang="en-US" sz="1000" smtClean="0"/>
              <a:pPr lvl="0" algn="ctr"/>
              <a:t>‹#›</a:t>
            </a:fld>
            <a:endParaRPr lang="en-US" sz="1000"/>
          </a:p>
        </p:txBody>
      </p:sp>
    </p:spTree>
    <p:extLst>
      <p:ext uri="{BB962C8B-B14F-4D97-AF65-F5344CB8AC3E}">
        <p14:creationId xmlns:p14="http://schemas.microsoft.com/office/powerpoint/2010/main" val="3017657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Quote Layout - PINK">
    <p:bg>
      <p:bgPr>
        <a:solidFill>
          <a:schemeClr val="bg1"/>
        </a:solidFill>
        <a:effectLst/>
      </p:bgPr>
    </p:bg>
    <p:spTree>
      <p:nvGrpSpPr>
        <p:cNvPr id="1" name=""/>
        <p:cNvGrpSpPr/>
        <p:nvPr/>
      </p:nvGrpSpPr>
      <p:grpSpPr>
        <a:xfrm>
          <a:off x="0" y="0"/>
          <a:ext cx="0" cy="0"/>
          <a:chOff x="0" y="0"/>
          <a:chExt cx="0" cy="0"/>
        </a:xfrm>
      </p:grpSpPr>
      <p:sp>
        <p:nvSpPr>
          <p:cNvPr id="27" name="Rectangle 26"/>
          <p:cNvSpPr/>
          <p:nvPr userDrawn="1"/>
        </p:nvSpPr>
        <p:spPr>
          <a:xfrm>
            <a:off x="1" y="893"/>
            <a:ext cx="12192000" cy="6857107"/>
          </a:xfrm>
          <a:prstGeom prst="rect">
            <a:avLst/>
          </a:prstGeom>
          <a:gradFill flip="none" rotWithShape="1">
            <a:gsLst>
              <a:gs pos="0">
                <a:schemeClr val="tx2">
                  <a:alpha val="25000"/>
                </a:schemeClr>
              </a:gs>
              <a:gs pos="50000">
                <a:schemeClr val="bg1">
                  <a:alpha val="50000"/>
                </a:schemeClr>
              </a:gs>
              <a:gs pos="100000">
                <a:schemeClr val="tx2">
                  <a:alpha val="2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1" y="4639112"/>
            <a:ext cx="12192000" cy="2219160"/>
          </a:xfrm>
          <a:prstGeom prst="rect">
            <a:avLst/>
          </a:prstGeom>
          <a:gradFill flip="none" rotWithShape="1">
            <a:gsLst>
              <a:gs pos="0">
                <a:schemeClr val="tx2">
                  <a:alpha val="25000"/>
                </a:schemeClr>
              </a:gs>
              <a:gs pos="50000">
                <a:schemeClr val="bg1">
                  <a:alpha val="50000"/>
                </a:schemeClr>
              </a:gs>
              <a:gs pos="100000">
                <a:schemeClr val="tx2">
                  <a:alpha val="2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Footer Placeholder 19"/>
          <p:cNvSpPr>
            <a:spLocks noGrp="1"/>
          </p:cNvSpPr>
          <p:nvPr>
            <p:ph type="ftr" sz="quarter" idx="13"/>
          </p:nvPr>
        </p:nvSpPr>
        <p:spPr>
          <a:xfrm>
            <a:off x="548783" y="6473952"/>
            <a:ext cx="3082467" cy="384048"/>
          </a:xfrm>
          <a:prstGeom prst="rect">
            <a:avLst/>
          </a:prstGeom>
        </p:spPr>
        <p:txBody>
          <a:bodyPr/>
          <a:lstStyle/>
          <a:p>
            <a:r>
              <a:rPr lang="en-US" sz="1000">
                <a:solidFill>
                  <a:srgbClr val="939598"/>
                </a:solidFill>
                <a:cs typeface="Arial" pitchFamily="34" charset="0"/>
              </a:rPr>
              <a:t>2016 LCFC Internal. All rights reserved.</a:t>
            </a:r>
          </a:p>
        </p:txBody>
      </p:sp>
      <p:grpSp>
        <p:nvGrpSpPr>
          <p:cNvPr id="8" name="Group 7"/>
          <p:cNvGrpSpPr/>
          <p:nvPr userDrawn="1"/>
        </p:nvGrpSpPr>
        <p:grpSpPr bwMode="gray">
          <a:xfrm>
            <a:off x="1828647" y="993484"/>
            <a:ext cx="8537884" cy="4341742"/>
            <a:chOff x="1828170" y="1258957"/>
            <a:chExt cx="8535661" cy="4341742"/>
          </a:xfrm>
        </p:grpSpPr>
        <p:sp>
          <p:nvSpPr>
            <p:cNvPr id="9" name="Freeform 9"/>
            <p:cNvSpPr>
              <a:spLocks/>
            </p:cNvSpPr>
            <p:nvPr userDrawn="1"/>
          </p:nvSpPr>
          <p:spPr bwMode="gray">
            <a:xfrm>
              <a:off x="5610226" y="4994274"/>
              <a:ext cx="974725" cy="606425"/>
            </a:xfrm>
            <a:custGeom>
              <a:avLst/>
              <a:gdLst>
                <a:gd name="T0" fmla="*/ 122 w 257"/>
                <a:gd name="T1" fmla="*/ 155 h 159"/>
                <a:gd name="T2" fmla="*/ 4 w 257"/>
                <a:gd name="T3" fmla="*/ 12 h 159"/>
                <a:gd name="T4" fmla="*/ 10 w 257"/>
                <a:gd name="T5" fmla="*/ 0 h 159"/>
                <a:gd name="T6" fmla="*/ 247 w 257"/>
                <a:gd name="T7" fmla="*/ 0 h 159"/>
                <a:gd name="T8" fmla="*/ 253 w 257"/>
                <a:gd name="T9" fmla="*/ 12 h 159"/>
                <a:gd name="T10" fmla="*/ 134 w 257"/>
                <a:gd name="T11" fmla="*/ 155 h 159"/>
                <a:gd name="T12" fmla="*/ 122 w 257"/>
                <a:gd name="T13" fmla="*/ 155 h 159"/>
              </a:gdLst>
              <a:ahLst/>
              <a:cxnLst>
                <a:cxn ang="0">
                  <a:pos x="T0" y="T1"/>
                </a:cxn>
                <a:cxn ang="0">
                  <a:pos x="T2" y="T3"/>
                </a:cxn>
                <a:cxn ang="0">
                  <a:pos x="T4" y="T5"/>
                </a:cxn>
                <a:cxn ang="0">
                  <a:pos x="T6" y="T7"/>
                </a:cxn>
                <a:cxn ang="0">
                  <a:pos x="T8" y="T9"/>
                </a:cxn>
                <a:cxn ang="0">
                  <a:pos x="T10" y="T11"/>
                </a:cxn>
                <a:cxn ang="0">
                  <a:pos x="T12" y="T13"/>
                </a:cxn>
              </a:cxnLst>
              <a:rect l="0" t="0" r="r" b="b"/>
              <a:pathLst>
                <a:path w="257" h="159">
                  <a:moveTo>
                    <a:pt x="122" y="155"/>
                  </a:moveTo>
                  <a:cubicBezTo>
                    <a:pt x="4" y="12"/>
                    <a:pt x="4" y="12"/>
                    <a:pt x="4" y="12"/>
                  </a:cubicBezTo>
                  <a:cubicBezTo>
                    <a:pt x="0" y="7"/>
                    <a:pt x="3" y="0"/>
                    <a:pt x="10" y="0"/>
                  </a:cubicBezTo>
                  <a:cubicBezTo>
                    <a:pt x="247" y="0"/>
                    <a:pt x="247" y="0"/>
                    <a:pt x="247" y="0"/>
                  </a:cubicBezTo>
                  <a:cubicBezTo>
                    <a:pt x="253" y="0"/>
                    <a:pt x="257" y="7"/>
                    <a:pt x="253" y="12"/>
                  </a:cubicBezTo>
                  <a:cubicBezTo>
                    <a:pt x="134" y="155"/>
                    <a:pt x="134" y="155"/>
                    <a:pt x="134" y="155"/>
                  </a:cubicBezTo>
                  <a:cubicBezTo>
                    <a:pt x="131" y="159"/>
                    <a:pt x="125" y="159"/>
                    <a:pt x="122" y="155"/>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0" name="Rounded Rectangle 9"/>
            <p:cNvSpPr/>
            <p:nvPr userDrawn="1"/>
          </p:nvSpPr>
          <p:spPr bwMode="gray">
            <a:xfrm>
              <a:off x="1828170" y="1258957"/>
              <a:ext cx="8535661" cy="3893151"/>
            </a:xfrm>
            <a:prstGeom prst="roundRect">
              <a:avLst>
                <a:gd name="adj" fmla="val 543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grpSp>
      <p:sp>
        <p:nvSpPr>
          <p:cNvPr id="15" name="Text Placeholder 107"/>
          <p:cNvSpPr>
            <a:spLocks noGrp="1"/>
          </p:cNvSpPr>
          <p:nvPr>
            <p:ph type="body" sz="quarter" idx="18" hasCustomPrompt="1"/>
          </p:nvPr>
        </p:nvSpPr>
        <p:spPr bwMode="white">
          <a:xfrm>
            <a:off x="2043195" y="1276350"/>
            <a:ext cx="8108786" cy="3242641"/>
          </a:xfrm>
          <a:prstGeom prst="rect">
            <a:avLst/>
          </a:prstGeom>
        </p:spPr>
        <p:txBody>
          <a:bodyPr anchor="ctr">
            <a:normAutofit/>
          </a:bodyPr>
          <a:lstStyle>
            <a:lvl1pPr marL="0" indent="0" algn="ctr">
              <a:lnSpc>
                <a:spcPct val="100000"/>
              </a:lnSpc>
              <a:buNone/>
              <a:defRPr sz="3600">
                <a:solidFill>
                  <a:schemeClr val="bg1"/>
                </a:solidFill>
              </a:defRPr>
            </a:lvl1pPr>
            <a:lvl2pPr marL="341313" indent="0" algn="ctr">
              <a:buNone/>
              <a:defRPr>
                <a:solidFill>
                  <a:schemeClr val="bg1"/>
                </a:solidFill>
              </a:defRPr>
            </a:lvl2pPr>
            <a:lvl3pPr marL="679450" indent="0" algn="ctr">
              <a:buNone/>
              <a:defRPr>
                <a:solidFill>
                  <a:schemeClr val="bg1"/>
                </a:solidFill>
              </a:defRPr>
            </a:lvl3pPr>
            <a:lvl4pPr marL="966787" indent="0" algn="ctr">
              <a:buNone/>
              <a:defRPr>
                <a:solidFill>
                  <a:schemeClr val="bg1"/>
                </a:solidFill>
              </a:defRPr>
            </a:lvl4pPr>
            <a:lvl5pPr marL="1146175" indent="0" algn="ctr">
              <a:buNone/>
              <a:defRPr>
                <a:solidFill>
                  <a:schemeClr val="bg1"/>
                </a:solidFill>
              </a:defRPr>
            </a:lvl5pPr>
          </a:lstStyle>
          <a:p>
            <a:pPr lvl="0"/>
            <a:r>
              <a:rPr lang="en-US"/>
              <a:t>Click to edit quote</a:t>
            </a:r>
          </a:p>
        </p:txBody>
      </p:sp>
      <p:pic>
        <p:nvPicPr>
          <p:cNvPr id="16" name="Picture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078" y="6013482"/>
            <a:ext cx="10061020" cy="681925"/>
          </a:xfrm>
          <a:prstGeom prst="rect">
            <a:avLst/>
          </a:prstGeom>
        </p:spPr>
      </p:pic>
      <p:sp>
        <p:nvSpPr>
          <p:cNvPr id="17" name="Text Placeholder 110"/>
          <p:cNvSpPr>
            <a:spLocks noGrp="1"/>
          </p:cNvSpPr>
          <p:nvPr>
            <p:ph type="body" sz="quarter" idx="19" hasCustomPrompt="1"/>
          </p:nvPr>
        </p:nvSpPr>
        <p:spPr>
          <a:xfrm>
            <a:off x="2043195" y="5555972"/>
            <a:ext cx="8108786" cy="876300"/>
          </a:xfrm>
          <a:prstGeom prst="rect">
            <a:avLst/>
          </a:prstGeom>
        </p:spPr>
        <p:txBody>
          <a:bodyPr/>
          <a:lstStyle>
            <a:lvl1pPr marL="0" indent="0" algn="ctr">
              <a:buNone/>
              <a:defRPr sz="2400" b="1">
                <a:solidFill>
                  <a:schemeClr val="tx1"/>
                </a:solidFill>
              </a:defRPr>
            </a:lvl1pPr>
            <a:lvl2pPr marL="341313" indent="0">
              <a:buNone/>
              <a:defRPr/>
            </a:lvl2pPr>
            <a:lvl3pPr marL="679450" indent="0">
              <a:buNone/>
              <a:defRPr/>
            </a:lvl3pPr>
            <a:lvl4pPr marL="966787" indent="0">
              <a:buNone/>
              <a:defRPr/>
            </a:lvl4pPr>
            <a:lvl5pPr marL="1146175" indent="0">
              <a:buNone/>
              <a:defRPr/>
            </a:lvl5pPr>
          </a:lstStyle>
          <a:p>
            <a:pPr lvl="0"/>
            <a:r>
              <a:rPr lang="en-US"/>
              <a:t>Click to edit quote source</a:t>
            </a:r>
          </a:p>
        </p:txBody>
      </p:sp>
      <p:grpSp>
        <p:nvGrpSpPr>
          <p:cNvPr id="18" name="Group 17"/>
          <p:cNvGrpSpPr/>
          <p:nvPr userDrawn="1"/>
        </p:nvGrpSpPr>
        <p:grpSpPr>
          <a:xfrm>
            <a:off x="5802236" y="4633136"/>
            <a:ext cx="590704" cy="104775"/>
            <a:chOff x="5738813" y="4606631"/>
            <a:chExt cx="590550" cy="104775"/>
          </a:xfrm>
          <a:solidFill>
            <a:schemeClr val="accent2"/>
          </a:solidFill>
        </p:grpSpPr>
        <p:sp>
          <p:nvSpPr>
            <p:cNvPr id="19" name="Oval 18"/>
            <p:cNvSpPr/>
            <p:nvPr userDrawn="1"/>
          </p:nvSpPr>
          <p:spPr>
            <a:xfrm>
              <a:off x="5738813" y="4606631"/>
              <a:ext cx="104775"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sp>
          <p:nvSpPr>
            <p:cNvPr id="21" name="Oval 20"/>
            <p:cNvSpPr/>
            <p:nvPr userDrawn="1"/>
          </p:nvSpPr>
          <p:spPr>
            <a:xfrm>
              <a:off x="5981700" y="4606631"/>
              <a:ext cx="104775"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sp>
          <p:nvSpPr>
            <p:cNvPr id="22" name="Oval 21"/>
            <p:cNvSpPr/>
            <p:nvPr userDrawn="1"/>
          </p:nvSpPr>
          <p:spPr>
            <a:xfrm>
              <a:off x="6224588" y="4606631"/>
              <a:ext cx="104775"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grpSp>
      <p:grpSp>
        <p:nvGrpSpPr>
          <p:cNvPr id="23" name="Group 22"/>
          <p:cNvGrpSpPr/>
          <p:nvPr userDrawn="1"/>
        </p:nvGrpSpPr>
        <p:grpSpPr bwMode="gray">
          <a:xfrm>
            <a:off x="5854958" y="734066"/>
            <a:ext cx="485260" cy="485134"/>
            <a:chOff x="5853433" y="734066"/>
            <a:chExt cx="485134" cy="485134"/>
          </a:xfrm>
        </p:grpSpPr>
        <p:sp>
          <p:nvSpPr>
            <p:cNvPr id="24" name="Oval 23"/>
            <p:cNvSpPr/>
            <p:nvPr userDrawn="1"/>
          </p:nvSpPr>
          <p:spPr bwMode="gray">
            <a:xfrm>
              <a:off x="5886450" y="767634"/>
              <a:ext cx="419098" cy="41909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sp>
          <p:nvSpPr>
            <p:cNvPr id="25" name="Freeform 9"/>
            <p:cNvSpPr>
              <a:spLocks noEditPoints="1"/>
            </p:cNvSpPr>
            <p:nvPr userDrawn="1"/>
          </p:nvSpPr>
          <p:spPr bwMode="gray">
            <a:xfrm>
              <a:off x="5853433" y="734066"/>
              <a:ext cx="485134" cy="485134"/>
            </a:xfrm>
            <a:custGeom>
              <a:avLst/>
              <a:gdLst>
                <a:gd name="T0" fmla="*/ 206 w 412"/>
                <a:gd name="T1" fmla="*/ 0 h 412"/>
                <a:gd name="T2" fmla="*/ 0 w 412"/>
                <a:gd name="T3" fmla="*/ 206 h 412"/>
                <a:gd name="T4" fmla="*/ 206 w 412"/>
                <a:gd name="T5" fmla="*/ 412 h 412"/>
                <a:gd name="T6" fmla="*/ 412 w 412"/>
                <a:gd name="T7" fmla="*/ 206 h 412"/>
                <a:gd name="T8" fmla="*/ 206 w 412"/>
                <a:gd name="T9" fmla="*/ 0 h 412"/>
                <a:gd name="T10" fmla="*/ 206 w 412"/>
                <a:gd name="T11" fmla="*/ 376 h 412"/>
                <a:gd name="T12" fmla="*/ 36 w 412"/>
                <a:gd name="T13" fmla="*/ 206 h 412"/>
                <a:gd name="T14" fmla="*/ 206 w 412"/>
                <a:gd name="T15" fmla="*/ 36 h 412"/>
                <a:gd name="T16" fmla="*/ 376 w 412"/>
                <a:gd name="T17" fmla="*/ 206 h 412"/>
                <a:gd name="T18" fmla="*/ 206 w 412"/>
                <a:gd name="T19" fmla="*/ 376 h 412"/>
                <a:gd name="T20" fmla="*/ 189 w 412"/>
                <a:gd name="T21" fmla="*/ 262 h 412"/>
                <a:gd name="T22" fmla="*/ 125 w 412"/>
                <a:gd name="T23" fmla="*/ 262 h 412"/>
                <a:gd name="T24" fmla="*/ 125 w 412"/>
                <a:gd name="T25" fmla="*/ 216 h 412"/>
                <a:gd name="T26" fmla="*/ 130 w 412"/>
                <a:gd name="T27" fmla="*/ 172 h 412"/>
                <a:gd name="T28" fmla="*/ 148 w 412"/>
                <a:gd name="T29" fmla="*/ 143 h 412"/>
                <a:gd name="T30" fmla="*/ 182 w 412"/>
                <a:gd name="T31" fmla="*/ 123 h 412"/>
                <a:gd name="T32" fmla="*/ 194 w 412"/>
                <a:gd name="T33" fmla="*/ 150 h 412"/>
                <a:gd name="T34" fmla="*/ 167 w 412"/>
                <a:gd name="T35" fmla="*/ 167 h 412"/>
                <a:gd name="T36" fmla="*/ 158 w 412"/>
                <a:gd name="T37" fmla="*/ 198 h 412"/>
                <a:gd name="T38" fmla="*/ 189 w 412"/>
                <a:gd name="T39" fmla="*/ 198 h 412"/>
                <a:gd name="T40" fmla="*/ 189 w 412"/>
                <a:gd name="T41" fmla="*/ 262 h 412"/>
                <a:gd name="T42" fmla="*/ 278 w 412"/>
                <a:gd name="T43" fmla="*/ 262 h 412"/>
                <a:gd name="T44" fmla="*/ 214 w 412"/>
                <a:gd name="T45" fmla="*/ 262 h 412"/>
                <a:gd name="T46" fmla="*/ 214 w 412"/>
                <a:gd name="T47" fmla="*/ 216 h 412"/>
                <a:gd name="T48" fmla="*/ 219 w 412"/>
                <a:gd name="T49" fmla="*/ 172 h 412"/>
                <a:gd name="T50" fmla="*/ 237 w 412"/>
                <a:gd name="T51" fmla="*/ 143 h 412"/>
                <a:gd name="T52" fmla="*/ 270 w 412"/>
                <a:gd name="T53" fmla="*/ 123 h 412"/>
                <a:gd name="T54" fmla="*/ 283 w 412"/>
                <a:gd name="T55" fmla="*/ 150 h 412"/>
                <a:gd name="T56" fmla="*/ 255 w 412"/>
                <a:gd name="T57" fmla="*/ 167 h 412"/>
                <a:gd name="T58" fmla="*/ 247 w 412"/>
                <a:gd name="T59" fmla="*/ 198 h 412"/>
                <a:gd name="T60" fmla="*/ 278 w 412"/>
                <a:gd name="T61" fmla="*/ 198 h 412"/>
                <a:gd name="T62" fmla="*/ 278 w 412"/>
                <a:gd name="T63" fmla="*/ 262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12" h="412">
                  <a:moveTo>
                    <a:pt x="206" y="0"/>
                  </a:moveTo>
                  <a:cubicBezTo>
                    <a:pt x="92" y="0"/>
                    <a:pt x="0" y="93"/>
                    <a:pt x="0" y="206"/>
                  </a:cubicBezTo>
                  <a:cubicBezTo>
                    <a:pt x="0" y="320"/>
                    <a:pt x="92" y="412"/>
                    <a:pt x="206" y="412"/>
                  </a:cubicBezTo>
                  <a:cubicBezTo>
                    <a:pt x="320" y="412"/>
                    <a:pt x="412" y="320"/>
                    <a:pt x="412" y="206"/>
                  </a:cubicBezTo>
                  <a:cubicBezTo>
                    <a:pt x="412" y="93"/>
                    <a:pt x="320" y="0"/>
                    <a:pt x="206" y="0"/>
                  </a:cubicBezTo>
                  <a:close/>
                  <a:moveTo>
                    <a:pt x="206" y="376"/>
                  </a:moveTo>
                  <a:cubicBezTo>
                    <a:pt x="112" y="376"/>
                    <a:pt x="36" y="300"/>
                    <a:pt x="36" y="206"/>
                  </a:cubicBezTo>
                  <a:cubicBezTo>
                    <a:pt x="36" y="112"/>
                    <a:pt x="112" y="36"/>
                    <a:pt x="206" y="36"/>
                  </a:cubicBezTo>
                  <a:cubicBezTo>
                    <a:pt x="300" y="36"/>
                    <a:pt x="376" y="112"/>
                    <a:pt x="376" y="206"/>
                  </a:cubicBezTo>
                  <a:cubicBezTo>
                    <a:pt x="376" y="300"/>
                    <a:pt x="300" y="376"/>
                    <a:pt x="206" y="376"/>
                  </a:cubicBezTo>
                  <a:close/>
                  <a:moveTo>
                    <a:pt x="189" y="262"/>
                  </a:moveTo>
                  <a:cubicBezTo>
                    <a:pt x="125" y="262"/>
                    <a:pt x="125" y="262"/>
                    <a:pt x="125" y="262"/>
                  </a:cubicBezTo>
                  <a:cubicBezTo>
                    <a:pt x="125" y="216"/>
                    <a:pt x="125" y="216"/>
                    <a:pt x="125" y="216"/>
                  </a:cubicBezTo>
                  <a:cubicBezTo>
                    <a:pt x="125" y="197"/>
                    <a:pt x="127" y="183"/>
                    <a:pt x="130" y="172"/>
                  </a:cubicBezTo>
                  <a:cubicBezTo>
                    <a:pt x="133" y="161"/>
                    <a:pt x="139" y="152"/>
                    <a:pt x="148" y="143"/>
                  </a:cubicBezTo>
                  <a:cubicBezTo>
                    <a:pt x="157" y="135"/>
                    <a:pt x="168" y="128"/>
                    <a:pt x="182" y="123"/>
                  </a:cubicBezTo>
                  <a:cubicBezTo>
                    <a:pt x="194" y="150"/>
                    <a:pt x="194" y="150"/>
                    <a:pt x="194" y="150"/>
                  </a:cubicBezTo>
                  <a:cubicBezTo>
                    <a:pt x="182" y="154"/>
                    <a:pt x="172" y="160"/>
                    <a:pt x="167" y="167"/>
                  </a:cubicBezTo>
                  <a:cubicBezTo>
                    <a:pt x="161" y="175"/>
                    <a:pt x="158" y="185"/>
                    <a:pt x="158" y="198"/>
                  </a:cubicBezTo>
                  <a:cubicBezTo>
                    <a:pt x="189" y="198"/>
                    <a:pt x="189" y="198"/>
                    <a:pt x="189" y="198"/>
                  </a:cubicBezTo>
                  <a:lnTo>
                    <a:pt x="189" y="262"/>
                  </a:lnTo>
                  <a:close/>
                  <a:moveTo>
                    <a:pt x="278" y="262"/>
                  </a:moveTo>
                  <a:cubicBezTo>
                    <a:pt x="214" y="262"/>
                    <a:pt x="214" y="262"/>
                    <a:pt x="214" y="262"/>
                  </a:cubicBezTo>
                  <a:cubicBezTo>
                    <a:pt x="214" y="216"/>
                    <a:pt x="214" y="216"/>
                    <a:pt x="214" y="216"/>
                  </a:cubicBezTo>
                  <a:cubicBezTo>
                    <a:pt x="214" y="197"/>
                    <a:pt x="215" y="182"/>
                    <a:pt x="219" y="172"/>
                  </a:cubicBezTo>
                  <a:cubicBezTo>
                    <a:pt x="222" y="161"/>
                    <a:pt x="228" y="152"/>
                    <a:pt x="237" y="143"/>
                  </a:cubicBezTo>
                  <a:cubicBezTo>
                    <a:pt x="246" y="135"/>
                    <a:pt x="257" y="128"/>
                    <a:pt x="270" y="123"/>
                  </a:cubicBezTo>
                  <a:cubicBezTo>
                    <a:pt x="283" y="150"/>
                    <a:pt x="283" y="150"/>
                    <a:pt x="283" y="150"/>
                  </a:cubicBezTo>
                  <a:cubicBezTo>
                    <a:pt x="270" y="154"/>
                    <a:pt x="261" y="160"/>
                    <a:pt x="255" y="167"/>
                  </a:cubicBezTo>
                  <a:cubicBezTo>
                    <a:pt x="250" y="175"/>
                    <a:pt x="247" y="185"/>
                    <a:pt x="247" y="198"/>
                  </a:cubicBezTo>
                  <a:cubicBezTo>
                    <a:pt x="278" y="198"/>
                    <a:pt x="278" y="198"/>
                    <a:pt x="278" y="198"/>
                  </a:cubicBezTo>
                  <a:lnTo>
                    <a:pt x="278" y="26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1800"/>
            </a:p>
          </p:txBody>
        </p:sp>
      </p:grpSp>
      <p:sp>
        <p:nvSpPr>
          <p:cNvPr id="28" name="TextBox slide number"/>
          <p:cNvSpPr txBox="1"/>
          <p:nvPr userDrawn="1"/>
        </p:nvSpPr>
        <p:spPr bwMode="white">
          <a:xfrm>
            <a:off x="11751760" y="6395206"/>
            <a:ext cx="440239" cy="246221"/>
          </a:xfrm>
          <a:prstGeom prst="rect">
            <a:avLst/>
          </a:prstGeom>
        </p:spPr>
        <p:txBody>
          <a:bodyPr vert="horz" lIns="0" tIns="0" rIns="0" bIns="0" rtlCol="0" anchor="b"/>
          <a:lstStyle>
            <a:defPPr>
              <a:defRPr lang="en-US"/>
            </a:defPPr>
            <a:lvl1pPr algn="ctr">
              <a:defRPr sz="1000">
                <a:solidFill>
                  <a:schemeClr val="bg1"/>
                </a:solidFill>
              </a:defRPr>
            </a:lvl1pPr>
          </a:lstStyle>
          <a:p>
            <a:pPr lvl="0" algn="ctr"/>
            <a:fld id="{6EA5B71A-1B18-4E34-A48F-65DC4937AA99}" type="slidenum">
              <a:rPr lang="en-US" sz="1000" b="0" smtClean="0">
                <a:solidFill>
                  <a:schemeClr val="tx1"/>
                </a:solidFill>
              </a:rPr>
              <a:pPr lvl="0" algn="ctr"/>
              <a:t>‹#›</a:t>
            </a:fld>
            <a:endParaRPr lang="en-US" sz="1000" b="0">
              <a:solidFill>
                <a:schemeClr val="tx1"/>
              </a:solidFill>
            </a:endParaRPr>
          </a:p>
        </p:txBody>
      </p:sp>
      <p:pic>
        <p:nvPicPr>
          <p:cNvPr id="30" name="图片 2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6200000">
            <a:off x="11562876" y="5800424"/>
            <a:ext cx="974339" cy="318995"/>
          </a:xfrm>
          <a:prstGeom prst="rect">
            <a:avLst/>
          </a:prstGeom>
        </p:spPr>
      </p:pic>
      <p:sp>
        <p:nvSpPr>
          <p:cNvPr id="31" name="Rectangle 6"/>
          <p:cNvSpPr/>
          <p:nvPr userDrawn="1"/>
        </p:nvSpPr>
        <p:spPr bwMode="gray">
          <a:xfrm flipH="1">
            <a:off x="11890545" y="6446656"/>
            <a:ext cx="311676" cy="182166"/>
          </a:xfrm>
          <a:prstGeom prst="rect">
            <a:avLst/>
          </a:prstGeom>
          <a:solidFill>
            <a:schemeClr val="tx1"/>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2" name="TextBox slide number"/>
          <p:cNvSpPr txBox="1"/>
          <p:nvPr userDrawn="1"/>
        </p:nvSpPr>
        <p:spPr bwMode="white">
          <a:xfrm>
            <a:off x="11907627" y="6491082"/>
            <a:ext cx="311675" cy="123111"/>
          </a:xfrm>
          <a:prstGeom prst="rect">
            <a:avLst/>
          </a:prstGeom>
        </p:spPr>
        <p:txBody>
          <a:bodyPr vert="horz" lIns="0" tIns="0" rIns="0" bIns="0" rtlCol="0" anchor="b"/>
          <a:lstStyle>
            <a:defPPr>
              <a:defRPr lang="en-US"/>
            </a:defPPr>
            <a:lvl1pPr algn="ctr">
              <a:defRPr sz="1000">
                <a:solidFill>
                  <a:schemeClr val="bg1"/>
                </a:solidFill>
              </a:defRPr>
            </a:lvl1pPr>
          </a:lstStyle>
          <a:p>
            <a:pPr lvl="0" algn="ctr"/>
            <a:fld id="{6EA5B71A-1B18-4E34-A48F-65DC4937AA99}" type="slidenum">
              <a:rPr lang="en-US" sz="1000" smtClean="0"/>
              <a:pPr lvl="0" algn="ctr"/>
              <a:t>‹#›</a:t>
            </a:fld>
            <a:endParaRPr lang="en-US" sz="1000"/>
          </a:p>
        </p:txBody>
      </p:sp>
    </p:spTree>
    <p:extLst>
      <p:ext uri="{BB962C8B-B14F-4D97-AF65-F5344CB8AC3E}">
        <p14:creationId xmlns:p14="http://schemas.microsoft.com/office/powerpoint/2010/main" val="1950090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Quote Layout - DARK BLUE">
    <p:bg>
      <p:bgPr>
        <a:solidFill>
          <a:schemeClr val="bg1"/>
        </a:solidFill>
        <a:effectLst/>
      </p:bgPr>
    </p:bg>
    <p:spTree>
      <p:nvGrpSpPr>
        <p:cNvPr id="1" name=""/>
        <p:cNvGrpSpPr/>
        <p:nvPr/>
      </p:nvGrpSpPr>
      <p:grpSpPr>
        <a:xfrm>
          <a:off x="0" y="0"/>
          <a:ext cx="0" cy="0"/>
          <a:chOff x="0" y="0"/>
          <a:chExt cx="0" cy="0"/>
        </a:xfrm>
      </p:grpSpPr>
      <p:sp>
        <p:nvSpPr>
          <p:cNvPr id="26" name="Rectangle 25"/>
          <p:cNvSpPr/>
          <p:nvPr userDrawn="1"/>
        </p:nvSpPr>
        <p:spPr>
          <a:xfrm>
            <a:off x="1" y="893"/>
            <a:ext cx="12192000" cy="6857107"/>
          </a:xfrm>
          <a:prstGeom prst="rect">
            <a:avLst/>
          </a:prstGeom>
          <a:gradFill flip="none" rotWithShape="1">
            <a:gsLst>
              <a:gs pos="0">
                <a:schemeClr val="tx2">
                  <a:alpha val="25000"/>
                </a:schemeClr>
              </a:gs>
              <a:gs pos="50000">
                <a:schemeClr val="bg1">
                  <a:alpha val="50000"/>
                </a:schemeClr>
              </a:gs>
              <a:gs pos="100000">
                <a:schemeClr val="tx2">
                  <a:alpha val="2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2" name="Rectangle 31"/>
          <p:cNvSpPr/>
          <p:nvPr userDrawn="1"/>
        </p:nvSpPr>
        <p:spPr>
          <a:xfrm>
            <a:off x="1" y="4639112"/>
            <a:ext cx="12192000" cy="2219160"/>
          </a:xfrm>
          <a:prstGeom prst="rect">
            <a:avLst/>
          </a:prstGeom>
          <a:gradFill flip="none" rotWithShape="1">
            <a:gsLst>
              <a:gs pos="0">
                <a:schemeClr val="tx2">
                  <a:alpha val="25000"/>
                </a:schemeClr>
              </a:gs>
              <a:gs pos="50000">
                <a:schemeClr val="bg1">
                  <a:alpha val="50000"/>
                </a:schemeClr>
              </a:gs>
              <a:gs pos="100000">
                <a:schemeClr val="tx2">
                  <a:alpha val="2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Footer Placeholder 19"/>
          <p:cNvSpPr>
            <a:spLocks noGrp="1"/>
          </p:cNvSpPr>
          <p:nvPr>
            <p:ph type="ftr" sz="quarter" idx="13"/>
          </p:nvPr>
        </p:nvSpPr>
        <p:spPr>
          <a:xfrm>
            <a:off x="548783" y="6473952"/>
            <a:ext cx="3109770" cy="384320"/>
          </a:xfrm>
          <a:prstGeom prst="rect">
            <a:avLst/>
          </a:prstGeom>
        </p:spPr>
        <p:txBody>
          <a:bodyPr/>
          <a:lstStyle/>
          <a:p>
            <a:r>
              <a:rPr lang="en-US" sz="1000">
                <a:solidFill>
                  <a:srgbClr val="939598"/>
                </a:solidFill>
                <a:cs typeface="Arial" pitchFamily="34" charset="0"/>
              </a:rPr>
              <a:t>2016 LCFC Internal. All rights reserved.</a:t>
            </a:r>
          </a:p>
        </p:txBody>
      </p:sp>
      <p:grpSp>
        <p:nvGrpSpPr>
          <p:cNvPr id="8" name="Group 7"/>
          <p:cNvGrpSpPr/>
          <p:nvPr userDrawn="1"/>
        </p:nvGrpSpPr>
        <p:grpSpPr bwMode="gray">
          <a:xfrm>
            <a:off x="1828647" y="993484"/>
            <a:ext cx="8537884" cy="4341742"/>
            <a:chOff x="1828170" y="1258957"/>
            <a:chExt cx="8535661" cy="4341742"/>
          </a:xfrm>
        </p:grpSpPr>
        <p:sp>
          <p:nvSpPr>
            <p:cNvPr id="9" name="Freeform 9"/>
            <p:cNvSpPr>
              <a:spLocks/>
            </p:cNvSpPr>
            <p:nvPr userDrawn="1"/>
          </p:nvSpPr>
          <p:spPr bwMode="gray">
            <a:xfrm>
              <a:off x="5610226" y="4994274"/>
              <a:ext cx="974725" cy="606425"/>
            </a:xfrm>
            <a:custGeom>
              <a:avLst/>
              <a:gdLst>
                <a:gd name="T0" fmla="*/ 122 w 257"/>
                <a:gd name="T1" fmla="*/ 155 h 159"/>
                <a:gd name="T2" fmla="*/ 4 w 257"/>
                <a:gd name="T3" fmla="*/ 12 h 159"/>
                <a:gd name="T4" fmla="*/ 10 w 257"/>
                <a:gd name="T5" fmla="*/ 0 h 159"/>
                <a:gd name="T6" fmla="*/ 247 w 257"/>
                <a:gd name="T7" fmla="*/ 0 h 159"/>
                <a:gd name="T8" fmla="*/ 253 w 257"/>
                <a:gd name="T9" fmla="*/ 12 h 159"/>
                <a:gd name="T10" fmla="*/ 134 w 257"/>
                <a:gd name="T11" fmla="*/ 155 h 159"/>
                <a:gd name="T12" fmla="*/ 122 w 257"/>
                <a:gd name="T13" fmla="*/ 155 h 159"/>
              </a:gdLst>
              <a:ahLst/>
              <a:cxnLst>
                <a:cxn ang="0">
                  <a:pos x="T0" y="T1"/>
                </a:cxn>
                <a:cxn ang="0">
                  <a:pos x="T2" y="T3"/>
                </a:cxn>
                <a:cxn ang="0">
                  <a:pos x="T4" y="T5"/>
                </a:cxn>
                <a:cxn ang="0">
                  <a:pos x="T6" y="T7"/>
                </a:cxn>
                <a:cxn ang="0">
                  <a:pos x="T8" y="T9"/>
                </a:cxn>
                <a:cxn ang="0">
                  <a:pos x="T10" y="T11"/>
                </a:cxn>
                <a:cxn ang="0">
                  <a:pos x="T12" y="T13"/>
                </a:cxn>
              </a:cxnLst>
              <a:rect l="0" t="0" r="r" b="b"/>
              <a:pathLst>
                <a:path w="257" h="159">
                  <a:moveTo>
                    <a:pt x="122" y="155"/>
                  </a:moveTo>
                  <a:cubicBezTo>
                    <a:pt x="4" y="12"/>
                    <a:pt x="4" y="12"/>
                    <a:pt x="4" y="12"/>
                  </a:cubicBezTo>
                  <a:cubicBezTo>
                    <a:pt x="0" y="7"/>
                    <a:pt x="3" y="0"/>
                    <a:pt x="10" y="0"/>
                  </a:cubicBezTo>
                  <a:cubicBezTo>
                    <a:pt x="247" y="0"/>
                    <a:pt x="247" y="0"/>
                    <a:pt x="247" y="0"/>
                  </a:cubicBezTo>
                  <a:cubicBezTo>
                    <a:pt x="253" y="0"/>
                    <a:pt x="257" y="7"/>
                    <a:pt x="253" y="12"/>
                  </a:cubicBezTo>
                  <a:cubicBezTo>
                    <a:pt x="134" y="155"/>
                    <a:pt x="134" y="155"/>
                    <a:pt x="134" y="155"/>
                  </a:cubicBezTo>
                  <a:cubicBezTo>
                    <a:pt x="131" y="159"/>
                    <a:pt x="125" y="159"/>
                    <a:pt x="122" y="155"/>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0" name="Rounded Rectangle 9"/>
            <p:cNvSpPr/>
            <p:nvPr userDrawn="1"/>
          </p:nvSpPr>
          <p:spPr bwMode="gray">
            <a:xfrm>
              <a:off x="1828170" y="1258957"/>
              <a:ext cx="8535661" cy="3893151"/>
            </a:xfrm>
            <a:prstGeom prst="roundRect">
              <a:avLst>
                <a:gd name="adj" fmla="val 543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grpSp>
      <p:sp>
        <p:nvSpPr>
          <p:cNvPr id="15" name="Text Placeholder 107"/>
          <p:cNvSpPr>
            <a:spLocks noGrp="1"/>
          </p:cNvSpPr>
          <p:nvPr>
            <p:ph type="body" sz="quarter" idx="18" hasCustomPrompt="1"/>
          </p:nvPr>
        </p:nvSpPr>
        <p:spPr bwMode="white">
          <a:xfrm>
            <a:off x="2043195" y="1276350"/>
            <a:ext cx="8108786" cy="3242641"/>
          </a:xfrm>
          <a:prstGeom prst="rect">
            <a:avLst/>
          </a:prstGeom>
        </p:spPr>
        <p:txBody>
          <a:bodyPr anchor="ctr">
            <a:normAutofit/>
          </a:bodyPr>
          <a:lstStyle>
            <a:lvl1pPr marL="0" indent="0" algn="ctr">
              <a:lnSpc>
                <a:spcPct val="100000"/>
              </a:lnSpc>
              <a:buNone/>
              <a:defRPr sz="3600">
                <a:solidFill>
                  <a:schemeClr val="bg1"/>
                </a:solidFill>
              </a:defRPr>
            </a:lvl1pPr>
            <a:lvl2pPr marL="341313" indent="0" algn="ctr">
              <a:buNone/>
              <a:defRPr>
                <a:solidFill>
                  <a:schemeClr val="bg1"/>
                </a:solidFill>
              </a:defRPr>
            </a:lvl2pPr>
            <a:lvl3pPr marL="679450" indent="0" algn="ctr">
              <a:buNone/>
              <a:defRPr>
                <a:solidFill>
                  <a:schemeClr val="bg1"/>
                </a:solidFill>
              </a:defRPr>
            </a:lvl3pPr>
            <a:lvl4pPr marL="966787" indent="0" algn="ctr">
              <a:buNone/>
              <a:defRPr>
                <a:solidFill>
                  <a:schemeClr val="bg1"/>
                </a:solidFill>
              </a:defRPr>
            </a:lvl4pPr>
            <a:lvl5pPr marL="1146175" indent="0" algn="ctr">
              <a:buNone/>
              <a:defRPr>
                <a:solidFill>
                  <a:schemeClr val="bg1"/>
                </a:solidFill>
              </a:defRPr>
            </a:lvl5pPr>
          </a:lstStyle>
          <a:p>
            <a:pPr lvl="0"/>
            <a:r>
              <a:rPr lang="en-US"/>
              <a:t>Click to edit quote</a:t>
            </a:r>
          </a:p>
        </p:txBody>
      </p:sp>
      <p:pic>
        <p:nvPicPr>
          <p:cNvPr id="16" name="Picture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078" y="6013482"/>
            <a:ext cx="10061020" cy="681925"/>
          </a:xfrm>
          <a:prstGeom prst="rect">
            <a:avLst/>
          </a:prstGeom>
        </p:spPr>
      </p:pic>
      <p:sp>
        <p:nvSpPr>
          <p:cNvPr id="17" name="Text Placeholder 110"/>
          <p:cNvSpPr>
            <a:spLocks noGrp="1"/>
          </p:cNvSpPr>
          <p:nvPr>
            <p:ph type="body" sz="quarter" idx="19" hasCustomPrompt="1"/>
          </p:nvPr>
        </p:nvSpPr>
        <p:spPr>
          <a:xfrm>
            <a:off x="2043195" y="5555972"/>
            <a:ext cx="8108786" cy="876300"/>
          </a:xfrm>
          <a:prstGeom prst="rect">
            <a:avLst/>
          </a:prstGeom>
        </p:spPr>
        <p:txBody>
          <a:bodyPr/>
          <a:lstStyle>
            <a:lvl1pPr marL="0" indent="0" algn="ctr">
              <a:buNone/>
              <a:defRPr sz="2400" b="1">
                <a:solidFill>
                  <a:schemeClr val="tx1"/>
                </a:solidFill>
              </a:defRPr>
            </a:lvl1pPr>
            <a:lvl2pPr marL="341313" indent="0">
              <a:buNone/>
              <a:defRPr/>
            </a:lvl2pPr>
            <a:lvl3pPr marL="679450" indent="0">
              <a:buNone/>
              <a:defRPr/>
            </a:lvl3pPr>
            <a:lvl4pPr marL="966787" indent="0">
              <a:buNone/>
              <a:defRPr/>
            </a:lvl4pPr>
            <a:lvl5pPr marL="1146175" indent="0">
              <a:buNone/>
              <a:defRPr/>
            </a:lvl5pPr>
          </a:lstStyle>
          <a:p>
            <a:pPr lvl="0"/>
            <a:r>
              <a:rPr lang="en-US"/>
              <a:t>Click to edit quote source</a:t>
            </a:r>
          </a:p>
        </p:txBody>
      </p:sp>
      <p:grpSp>
        <p:nvGrpSpPr>
          <p:cNvPr id="18" name="Group 17"/>
          <p:cNvGrpSpPr/>
          <p:nvPr userDrawn="1"/>
        </p:nvGrpSpPr>
        <p:grpSpPr>
          <a:xfrm>
            <a:off x="5802236" y="4633136"/>
            <a:ext cx="590704" cy="104775"/>
            <a:chOff x="5738813" y="4606631"/>
            <a:chExt cx="590550" cy="104775"/>
          </a:xfrm>
          <a:solidFill>
            <a:schemeClr val="accent5"/>
          </a:solidFill>
        </p:grpSpPr>
        <p:sp>
          <p:nvSpPr>
            <p:cNvPr id="19" name="Oval 18"/>
            <p:cNvSpPr/>
            <p:nvPr userDrawn="1"/>
          </p:nvSpPr>
          <p:spPr>
            <a:xfrm>
              <a:off x="5738813" y="4606631"/>
              <a:ext cx="104775"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sp>
          <p:nvSpPr>
            <p:cNvPr id="21" name="Oval 20"/>
            <p:cNvSpPr/>
            <p:nvPr userDrawn="1"/>
          </p:nvSpPr>
          <p:spPr>
            <a:xfrm>
              <a:off x="5981700" y="4606631"/>
              <a:ext cx="104775"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sp>
          <p:nvSpPr>
            <p:cNvPr id="22" name="Oval 21"/>
            <p:cNvSpPr/>
            <p:nvPr userDrawn="1"/>
          </p:nvSpPr>
          <p:spPr>
            <a:xfrm>
              <a:off x="6224588" y="4606631"/>
              <a:ext cx="104775"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grpSp>
      <p:grpSp>
        <p:nvGrpSpPr>
          <p:cNvPr id="23" name="Group 22"/>
          <p:cNvGrpSpPr/>
          <p:nvPr userDrawn="1"/>
        </p:nvGrpSpPr>
        <p:grpSpPr bwMode="gray">
          <a:xfrm>
            <a:off x="5854958" y="734066"/>
            <a:ext cx="485260" cy="485134"/>
            <a:chOff x="5853433" y="734066"/>
            <a:chExt cx="485134" cy="485134"/>
          </a:xfrm>
        </p:grpSpPr>
        <p:sp>
          <p:nvSpPr>
            <p:cNvPr id="24" name="Oval 23"/>
            <p:cNvSpPr/>
            <p:nvPr userDrawn="1"/>
          </p:nvSpPr>
          <p:spPr bwMode="gray">
            <a:xfrm>
              <a:off x="5886450" y="767634"/>
              <a:ext cx="419098" cy="41909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sp>
          <p:nvSpPr>
            <p:cNvPr id="25" name="Freeform 9"/>
            <p:cNvSpPr>
              <a:spLocks noEditPoints="1"/>
            </p:cNvSpPr>
            <p:nvPr userDrawn="1"/>
          </p:nvSpPr>
          <p:spPr bwMode="gray">
            <a:xfrm>
              <a:off x="5853433" y="734066"/>
              <a:ext cx="485134" cy="485134"/>
            </a:xfrm>
            <a:custGeom>
              <a:avLst/>
              <a:gdLst>
                <a:gd name="T0" fmla="*/ 206 w 412"/>
                <a:gd name="T1" fmla="*/ 0 h 412"/>
                <a:gd name="T2" fmla="*/ 0 w 412"/>
                <a:gd name="T3" fmla="*/ 206 h 412"/>
                <a:gd name="T4" fmla="*/ 206 w 412"/>
                <a:gd name="T5" fmla="*/ 412 h 412"/>
                <a:gd name="T6" fmla="*/ 412 w 412"/>
                <a:gd name="T7" fmla="*/ 206 h 412"/>
                <a:gd name="T8" fmla="*/ 206 w 412"/>
                <a:gd name="T9" fmla="*/ 0 h 412"/>
                <a:gd name="T10" fmla="*/ 206 w 412"/>
                <a:gd name="T11" fmla="*/ 376 h 412"/>
                <a:gd name="T12" fmla="*/ 36 w 412"/>
                <a:gd name="T13" fmla="*/ 206 h 412"/>
                <a:gd name="T14" fmla="*/ 206 w 412"/>
                <a:gd name="T15" fmla="*/ 36 h 412"/>
                <a:gd name="T16" fmla="*/ 376 w 412"/>
                <a:gd name="T17" fmla="*/ 206 h 412"/>
                <a:gd name="T18" fmla="*/ 206 w 412"/>
                <a:gd name="T19" fmla="*/ 376 h 412"/>
                <a:gd name="T20" fmla="*/ 189 w 412"/>
                <a:gd name="T21" fmla="*/ 262 h 412"/>
                <a:gd name="T22" fmla="*/ 125 w 412"/>
                <a:gd name="T23" fmla="*/ 262 h 412"/>
                <a:gd name="T24" fmla="*/ 125 w 412"/>
                <a:gd name="T25" fmla="*/ 216 h 412"/>
                <a:gd name="T26" fmla="*/ 130 w 412"/>
                <a:gd name="T27" fmla="*/ 172 h 412"/>
                <a:gd name="T28" fmla="*/ 148 w 412"/>
                <a:gd name="T29" fmla="*/ 143 h 412"/>
                <a:gd name="T30" fmla="*/ 182 w 412"/>
                <a:gd name="T31" fmla="*/ 123 h 412"/>
                <a:gd name="T32" fmla="*/ 194 w 412"/>
                <a:gd name="T33" fmla="*/ 150 h 412"/>
                <a:gd name="T34" fmla="*/ 167 w 412"/>
                <a:gd name="T35" fmla="*/ 167 h 412"/>
                <a:gd name="T36" fmla="*/ 158 w 412"/>
                <a:gd name="T37" fmla="*/ 198 h 412"/>
                <a:gd name="T38" fmla="*/ 189 w 412"/>
                <a:gd name="T39" fmla="*/ 198 h 412"/>
                <a:gd name="T40" fmla="*/ 189 w 412"/>
                <a:gd name="T41" fmla="*/ 262 h 412"/>
                <a:gd name="T42" fmla="*/ 278 w 412"/>
                <a:gd name="T43" fmla="*/ 262 h 412"/>
                <a:gd name="T44" fmla="*/ 214 w 412"/>
                <a:gd name="T45" fmla="*/ 262 h 412"/>
                <a:gd name="T46" fmla="*/ 214 w 412"/>
                <a:gd name="T47" fmla="*/ 216 h 412"/>
                <a:gd name="T48" fmla="*/ 219 w 412"/>
                <a:gd name="T49" fmla="*/ 172 h 412"/>
                <a:gd name="T50" fmla="*/ 237 w 412"/>
                <a:gd name="T51" fmla="*/ 143 h 412"/>
                <a:gd name="T52" fmla="*/ 270 w 412"/>
                <a:gd name="T53" fmla="*/ 123 h 412"/>
                <a:gd name="T54" fmla="*/ 283 w 412"/>
                <a:gd name="T55" fmla="*/ 150 h 412"/>
                <a:gd name="T56" fmla="*/ 255 w 412"/>
                <a:gd name="T57" fmla="*/ 167 h 412"/>
                <a:gd name="T58" fmla="*/ 247 w 412"/>
                <a:gd name="T59" fmla="*/ 198 h 412"/>
                <a:gd name="T60" fmla="*/ 278 w 412"/>
                <a:gd name="T61" fmla="*/ 198 h 412"/>
                <a:gd name="T62" fmla="*/ 278 w 412"/>
                <a:gd name="T63" fmla="*/ 262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12" h="412">
                  <a:moveTo>
                    <a:pt x="206" y="0"/>
                  </a:moveTo>
                  <a:cubicBezTo>
                    <a:pt x="92" y="0"/>
                    <a:pt x="0" y="93"/>
                    <a:pt x="0" y="206"/>
                  </a:cubicBezTo>
                  <a:cubicBezTo>
                    <a:pt x="0" y="320"/>
                    <a:pt x="92" y="412"/>
                    <a:pt x="206" y="412"/>
                  </a:cubicBezTo>
                  <a:cubicBezTo>
                    <a:pt x="320" y="412"/>
                    <a:pt x="412" y="320"/>
                    <a:pt x="412" y="206"/>
                  </a:cubicBezTo>
                  <a:cubicBezTo>
                    <a:pt x="412" y="93"/>
                    <a:pt x="320" y="0"/>
                    <a:pt x="206" y="0"/>
                  </a:cubicBezTo>
                  <a:close/>
                  <a:moveTo>
                    <a:pt x="206" y="376"/>
                  </a:moveTo>
                  <a:cubicBezTo>
                    <a:pt x="112" y="376"/>
                    <a:pt x="36" y="300"/>
                    <a:pt x="36" y="206"/>
                  </a:cubicBezTo>
                  <a:cubicBezTo>
                    <a:pt x="36" y="112"/>
                    <a:pt x="112" y="36"/>
                    <a:pt x="206" y="36"/>
                  </a:cubicBezTo>
                  <a:cubicBezTo>
                    <a:pt x="300" y="36"/>
                    <a:pt x="376" y="112"/>
                    <a:pt x="376" y="206"/>
                  </a:cubicBezTo>
                  <a:cubicBezTo>
                    <a:pt x="376" y="300"/>
                    <a:pt x="300" y="376"/>
                    <a:pt x="206" y="376"/>
                  </a:cubicBezTo>
                  <a:close/>
                  <a:moveTo>
                    <a:pt x="189" y="262"/>
                  </a:moveTo>
                  <a:cubicBezTo>
                    <a:pt x="125" y="262"/>
                    <a:pt x="125" y="262"/>
                    <a:pt x="125" y="262"/>
                  </a:cubicBezTo>
                  <a:cubicBezTo>
                    <a:pt x="125" y="216"/>
                    <a:pt x="125" y="216"/>
                    <a:pt x="125" y="216"/>
                  </a:cubicBezTo>
                  <a:cubicBezTo>
                    <a:pt x="125" y="197"/>
                    <a:pt x="127" y="183"/>
                    <a:pt x="130" y="172"/>
                  </a:cubicBezTo>
                  <a:cubicBezTo>
                    <a:pt x="133" y="161"/>
                    <a:pt x="139" y="152"/>
                    <a:pt x="148" y="143"/>
                  </a:cubicBezTo>
                  <a:cubicBezTo>
                    <a:pt x="157" y="135"/>
                    <a:pt x="168" y="128"/>
                    <a:pt x="182" y="123"/>
                  </a:cubicBezTo>
                  <a:cubicBezTo>
                    <a:pt x="194" y="150"/>
                    <a:pt x="194" y="150"/>
                    <a:pt x="194" y="150"/>
                  </a:cubicBezTo>
                  <a:cubicBezTo>
                    <a:pt x="182" y="154"/>
                    <a:pt x="172" y="160"/>
                    <a:pt x="167" y="167"/>
                  </a:cubicBezTo>
                  <a:cubicBezTo>
                    <a:pt x="161" y="175"/>
                    <a:pt x="158" y="185"/>
                    <a:pt x="158" y="198"/>
                  </a:cubicBezTo>
                  <a:cubicBezTo>
                    <a:pt x="189" y="198"/>
                    <a:pt x="189" y="198"/>
                    <a:pt x="189" y="198"/>
                  </a:cubicBezTo>
                  <a:lnTo>
                    <a:pt x="189" y="262"/>
                  </a:lnTo>
                  <a:close/>
                  <a:moveTo>
                    <a:pt x="278" y="262"/>
                  </a:moveTo>
                  <a:cubicBezTo>
                    <a:pt x="214" y="262"/>
                    <a:pt x="214" y="262"/>
                    <a:pt x="214" y="262"/>
                  </a:cubicBezTo>
                  <a:cubicBezTo>
                    <a:pt x="214" y="216"/>
                    <a:pt x="214" y="216"/>
                    <a:pt x="214" y="216"/>
                  </a:cubicBezTo>
                  <a:cubicBezTo>
                    <a:pt x="214" y="197"/>
                    <a:pt x="215" y="182"/>
                    <a:pt x="219" y="172"/>
                  </a:cubicBezTo>
                  <a:cubicBezTo>
                    <a:pt x="222" y="161"/>
                    <a:pt x="228" y="152"/>
                    <a:pt x="237" y="143"/>
                  </a:cubicBezTo>
                  <a:cubicBezTo>
                    <a:pt x="246" y="135"/>
                    <a:pt x="257" y="128"/>
                    <a:pt x="270" y="123"/>
                  </a:cubicBezTo>
                  <a:cubicBezTo>
                    <a:pt x="283" y="150"/>
                    <a:pt x="283" y="150"/>
                    <a:pt x="283" y="150"/>
                  </a:cubicBezTo>
                  <a:cubicBezTo>
                    <a:pt x="270" y="154"/>
                    <a:pt x="261" y="160"/>
                    <a:pt x="255" y="167"/>
                  </a:cubicBezTo>
                  <a:cubicBezTo>
                    <a:pt x="250" y="175"/>
                    <a:pt x="247" y="185"/>
                    <a:pt x="247" y="198"/>
                  </a:cubicBezTo>
                  <a:cubicBezTo>
                    <a:pt x="278" y="198"/>
                    <a:pt x="278" y="198"/>
                    <a:pt x="278" y="198"/>
                  </a:cubicBezTo>
                  <a:lnTo>
                    <a:pt x="278" y="26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1800"/>
            </a:p>
          </p:txBody>
        </p:sp>
      </p:grpSp>
      <p:sp>
        <p:nvSpPr>
          <p:cNvPr id="27" name="TextBox slide number"/>
          <p:cNvSpPr txBox="1"/>
          <p:nvPr userDrawn="1"/>
        </p:nvSpPr>
        <p:spPr bwMode="white">
          <a:xfrm>
            <a:off x="11751760" y="6395206"/>
            <a:ext cx="440239" cy="246221"/>
          </a:xfrm>
          <a:prstGeom prst="rect">
            <a:avLst/>
          </a:prstGeom>
        </p:spPr>
        <p:txBody>
          <a:bodyPr vert="horz" lIns="0" tIns="0" rIns="0" bIns="0" rtlCol="0" anchor="b"/>
          <a:lstStyle>
            <a:defPPr>
              <a:defRPr lang="en-US"/>
            </a:defPPr>
            <a:lvl1pPr algn="ctr">
              <a:defRPr sz="1000">
                <a:solidFill>
                  <a:schemeClr val="bg1"/>
                </a:solidFill>
              </a:defRPr>
            </a:lvl1pPr>
          </a:lstStyle>
          <a:p>
            <a:pPr lvl="0" algn="ctr"/>
            <a:fld id="{6EA5B71A-1B18-4E34-A48F-65DC4937AA99}" type="slidenum">
              <a:rPr lang="en-US" sz="1000" b="0" smtClean="0">
                <a:solidFill>
                  <a:schemeClr val="tx1"/>
                </a:solidFill>
              </a:rPr>
              <a:pPr lvl="0" algn="ctr"/>
              <a:t>‹#›</a:t>
            </a:fld>
            <a:endParaRPr lang="en-US" sz="1000" b="0">
              <a:solidFill>
                <a:schemeClr val="tx1"/>
              </a:solidFill>
            </a:endParaRPr>
          </a:p>
        </p:txBody>
      </p:sp>
      <p:pic>
        <p:nvPicPr>
          <p:cNvPr id="29" name="图片 2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6200000">
            <a:off x="11562876" y="5800424"/>
            <a:ext cx="974339" cy="318995"/>
          </a:xfrm>
          <a:prstGeom prst="rect">
            <a:avLst/>
          </a:prstGeom>
        </p:spPr>
      </p:pic>
      <p:sp>
        <p:nvSpPr>
          <p:cNvPr id="30" name="Rectangle 6"/>
          <p:cNvSpPr/>
          <p:nvPr userDrawn="1"/>
        </p:nvSpPr>
        <p:spPr bwMode="gray">
          <a:xfrm flipH="1">
            <a:off x="11890545" y="6446656"/>
            <a:ext cx="311676" cy="182166"/>
          </a:xfrm>
          <a:prstGeom prst="rect">
            <a:avLst/>
          </a:prstGeom>
          <a:solidFill>
            <a:schemeClr val="tx1"/>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1" name="TextBox slide number"/>
          <p:cNvSpPr txBox="1"/>
          <p:nvPr userDrawn="1"/>
        </p:nvSpPr>
        <p:spPr bwMode="white">
          <a:xfrm>
            <a:off x="11907627" y="6491082"/>
            <a:ext cx="311675" cy="123111"/>
          </a:xfrm>
          <a:prstGeom prst="rect">
            <a:avLst/>
          </a:prstGeom>
        </p:spPr>
        <p:txBody>
          <a:bodyPr vert="horz" lIns="0" tIns="0" rIns="0" bIns="0" rtlCol="0" anchor="b"/>
          <a:lstStyle>
            <a:defPPr>
              <a:defRPr lang="en-US"/>
            </a:defPPr>
            <a:lvl1pPr algn="ctr">
              <a:defRPr sz="1000">
                <a:solidFill>
                  <a:schemeClr val="bg1"/>
                </a:solidFill>
              </a:defRPr>
            </a:lvl1pPr>
          </a:lstStyle>
          <a:p>
            <a:pPr lvl="0" algn="ctr"/>
            <a:fld id="{6EA5B71A-1B18-4E34-A48F-65DC4937AA99}" type="slidenum">
              <a:rPr lang="en-US" sz="1000" smtClean="0"/>
              <a:pPr lvl="0" algn="ctr"/>
              <a:t>‹#›</a:t>
            </a:fld>
            <a:endParaRPr lang="en-US" sz="1000"/>
          </a:p>
        </p:txBody>
      </p:sp>
    </p:spTree>
    <p:extLst>
      <p:ext uri="{BB962C8B-B14F-4D97-AF65-F5344CB8AC3E}">
        <p14:creationId xmlns:p14="http://schemas.microsoft.com/office/powerpoint/2010/main" val="1939727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Quote Layout - LIGHT BLUE">
    <p:bg>
      <p:bgPr>
        <a:solidFill>
          <a:schemeClr val="bg1"/>
        </a:solidFill>
        <a:effectLst/>
      </p:bgPr>
    </p:bg>
    <p:spTree>
      <p:nvGrpSpPr>
        <p:cNvPr id="1" name=""/>
        <p:cNvGrpSpPr/>
        <p:nvPr/>
      </p:nvGrpSpPr>
      <p:grpSpPr>
        <a:xfrm>
          <a:off x="0" y="0"/>
          <a:ext cx="0" cy="0"/>
          <a:chOff x="0" y="0"/>
          <a:chExt cx="0" cy="0"/>
        </a:xfrm>
      </p:grpSpPr>
      <p:sp>
        <p:nvSpPr>
          <p:cNvPr id="27" name="Rectangle 26"/>
          <p:cNvSpPr/>
          <p:nvPr userDrawn="1"/>
        </p:nvSpPr>
        <p:spPr>
          <a:xfrm>
            <a:off x="1" y="893"/>
            <a:ext cx="12192000" cy="6857107"/>
          </a:xfrm>
          <a:prstGeom prst="rect">
            <a:avLst/>
          </a:prstGeom>
          <a:gradFill flip="none" rotWithShape="1">
            <a:gsLst>
              <a:gs pos="0">
                <a:schemeClr val="tx2">
                  <a:alpha val="25000"/>
                </a:schemeClr>
              </a:gs>
              <a:gs pos="50000">
                <a:schemeClr val="bg1">
                  <a:alpha val="50000"/>
                </a:schemeClr>
              </a:gs>
              <a:gs pos="100000">
                <a:schemeClr val="tx2">
                  <a:alpha val="2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1" y="4639112"/>
            <a:ext cx="12192000" cy="2219160"/>
          </a:xfrm>
          <a:prstGeom prst="rect">
            <a:avLst/>
          </a:prstGeom>
          <a:gradFill flip="none" rotWithShape="1">
            <a:gsLst>
              <a:gs pos="0">
                <a:schemeClr val="tx2">
                  <a:alpha val="25000"/>
                </a:schemeClr>
              </a:gs>
              <a:gs pos="50000">
                <a:schemeClr val="bg1">
                  <a:alpha val="50000"/>
                </a:schemeClr>
              </a:gs>
              <a:gs pos="100000">
                <a:schemeClr val="tx2">
                  <a:alpha val="2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Footer Placeholder 19"/>
          <p:cNvSpPr>
            <a:spLocks noGrp="1"/>
          </p:cNvSpPr>
          <p:nvPr>
            <p:ph type="ftr" sz="quarter" idx="13"/>
          </p:nvPr>
        </p:nvSpPr>
        <p:spPr>
          <a:xfrm>
            <a:off x="548784" y="6473952"/>
            <a:ext cx="3273585" cy="384320"/>
          </a:xfrm>
          <a:prstGeom prst="rect">
            <a:avLst/>
          </a:prstGeom>
        </p:spPr>
        <p:txBody>
          <a:bodyPr/>
          <a:lstStyle/>
          <a:p>
            <a:r>
              <a:rPr lang="en-US" sz="1000">
                <a:solidFill>
                  <a:srgbClr val="939598"/>
                </a:solidFill>
                <a:cs typeface="Arial" pitchFamily="34" charset="0"/>
              </a:rPr>
              <a:t>2016 LCFC Internal. All rights reserved.</a:t>
            </a:r>
          </a:p>
        </p:txBody>
      </p:sp>
      <p:grpSp>
        <p:nvGrpSpPr>
          <p:cNvPr id="8" name="Group 7"/>
          <p:cNvGrpSpPr/>
          <p:nvPr userDrawn="1"/>
        </p:nvGrpSpPr>
        <p:grpSpPr bwMode="gray">
          <a:xfrm>
            <a:off x="1828647" y="993484"/>
            <a:ext cx="8537884" cy="4341742"/>
            <a:chOff x="1828170" y="1258957"/>
            <a:chExt cx="8535661" cy="4341742"/>
          </a:xfrm>
        </p:grpSpPr>
        <p:sp>
          <p:nvSpPr>
            <p:cNvPr id="9" name="Freeform 9"/>
            <p:cNvSpPr>
              <a:spLocks/>
            </p:cNvSpPr>
            <p:nvPr userDrawn="1"/>
          </p:nvSpPr>
          <p:spPr bwMode="gray">
            <a:xfrm>
              <a:off x="5610226" y="4994274"/>
              <a:ext cx="974725" cy="606425"/>
            </a:xfrm>
            <a:custGeom>
              <a:avLst/>
              <a:gdLst>
                <a:gd name="T0" fmla="*/ 122 w 257"/>
                <a:gd name="T1" fmla="*/ 155 h 159"/>
                <a:gd name="T2" fmla="*/ 4 w 257"/>
                <a:gd name="T3" fmla="*/ 12 h 159"/>
                <a:gd name="T4" fmla="*/ 10 w 257"/>
                <a:gd name="T5" fmla="*/ 0 h 159"/>
                <a:gd name="T6" fmla="*/ 247 w 257"/>
                <a:gd name="T7" fmla="*/ 0 h 159"/>
                <a:gd name="T8" fmla="*/ 253 w 257"/>
                <a:gd name="T9" fmla="*/ 12 h 159"/>
                <a:gd name="T10" fmla="*/ 134 w 257"/>
                <a:gd name="T11" fmla="*/ 155 h 159"/>
                <a:gd name="T12" fmla="*/ 122 w 257"/>
                <a:gd name="T13" fmla="*/ 155 h 159"/>
              </a:gdLst>
              <a:ahLst/>
              <a:cxnLst>
                <a:cxn ang="0">
                  <a:pos x="T0" y="T1"/>
                </a:cxn>
                <a:cxn ang="0">
                  <a:pos x="T2" y="T3"/>
                </a:cxn>
                <a:cxn ang="0">
                  <a:pos x="T4" y="T5"/>
                </a:cxn>
                <a:cxn ang="0">
                  <a:pos x="T6" y="T7"/>
                </a:cxn>
                <a:cxn ang="0">
                  <a:pos x="T8" y="T9"/>
                </a:cxn>
                <a:cxn ang="0">
                  <a:pos x="T10" y="T11"/>
                </a:cxn>
                <a:cxn ang="0">
                  <a:pos x="T12" y="T13"/>
                </a:cxn>
              </a:cxnLst>
              <a:rect l="0" t="0" r="r" b="b"/>
              <a:pathLst>
                <a:path w="257" h="159">
                  <a:moveTo>
                    <a:pt x="122" y="155"/>
                  </a:moveTo>
                  <a:cubicBezTo>
                    <a:pt x="4" y="12"/>
                    <a:pt x="4" y="12"/>
                    <a:pt x="4" y="12"/>
                  </a:cubicBezTo>
                  <a:cubicBezTo>
                    <a:pt x="0" y="7"/>
                    <a:pt x="3" y="0"/>
                    <a:pt x="10" y="0"/>
                  </a:cubicBezTo>
                  <a:cubicBezTo>
                    <a:pt x="247" y="0"/>
                    <a:pt x="247" y="0"/>
                    <a:pt x="247" y="0"/>
                  </a:cubicBezTo>
                  <a:cubicBezTo>
                    <a:pt x="253" y="0"/>
                    <a:pt x="257" y="7"/>
                    <a:pt x="253" y="12"/>
                  </a:cubicBezTo>
                  <a:cubicBezTo>
                    <a:pt x="134" y="155"/>
                    <a:pt x="134" y="155"/>
                    <a:pt x="134" y="155"/>
                  </a:cubicBezTo>
                  <a:cubicBezTo>
                    <a:pt x="131" y="159"/>
                    <a:pt x="125" y="159"/>
                    <a:pt x="122" y="155"/>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0" name="Rounded Rectangle 9"/>
            <p:cNvSpPr/>
            <p:nvPr userDrawn="1"/>
          </p:nvSpPr>
          <p:spPr bwMode="gray">
            <a:xfrm>
              <a:off x="1828170" y="1258957"/>
              <a:ext cx="8535661" cy="3893151"/>
            </a:xfrm>
            <a:prstGeom prst="roundRect">
              <a:avLst>
                <a:gd name="adj" fmla="val 5437"/>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grpSp>
      <p:sp>
        <p:nvSpPr>
          <p:cNvPr id="15" name="Text Placeholder 107"/>
          <p:cNvSpPr>
            <a:spLocks noGrp="1"/>
          </p:cNvSpPr>
          <p:nvPr>
            <p:ph type="body" sz="quarter" idx="18" hasCustomPrompt="1"/>
          </p:nvPr>
        </p:nvSpPr>
        <p:spPr bwMode="white">
          <a:xfrm>
            <a:off x="2043195" y="1276350"/>
            <a:ext cx="8108786" cy="3242641"/>
          </a:xfrm>
          <a:prstGeom prst="rect">
            <a:avLst/>
          </a:prstGeom>
        </p:spPr>
        <p:txBody>
          <a:bodyPr anchor="ctr">
            <a:normAutofit/>
          </a:bodyPr>
          <a:lstStyle>
            <a:lvl1pPr marL="0" indent="0" algn="ctr">
              <a:lnSpc>
                <a:spcPct val="100000"/>
              </a:lnSpc>
              <a:buNone/>
              <a:defRPr sz="3600">
                <a:solidFill>
                  <a:schemeClr val="bg1"/>
                </a:solidFill>
              </a:defRPr>
            </a:lvl1pPr>
            <a:lvl2pPr marL="341313" indent="0" algn="ctr">
              <a:buNone/>
              <a:defRPr>
                <a:solidFill>
                  <a:schemeClr val="bg1"/>
                </a:solidFill>
              </a:defRPr>
            </a:lvl2pPr>
            <a:lvl3pPr marL="679450" indent="0" algn="ctr">
              <a:buNone/>
              <a:defRPr>
                <a:solidFill>
                  <a:schemeClr val="bg1"/>
                </a:solidFill>
              </a:defRPr>
            </a:lvl3pPr>
            <a:lvl4pPr marL="966787" indent="0" algn="ctr">
              <a:buNone/>
              <a:defRPr>
                <a:solidFill>
                  <a:schemeClr val="bg1"/>
                </a:solidFill>
              </a:defRPr>
            </a:lvl4pPr>
            <a:lvl5pPr marL="1146175" indent="0" algn="ctr">
              <a:buNone/>
              <a:defRPr>
                <a:solidFill>
                  <a:schemeClr val="bg1"/>
                </a:solidFill>
              </a:defRPr>
            </a:lvl5pPr>
          </a:lstStyle>
          <a:p>
            <a:pPr lvl="0"/>
            <a:r>
              <a:rPr lang="en-US"/>
              <a:t>Click to edit quote</a:t>
            </a:r>
          </a:p>
        </p:txBody>
      </p:sp>
      <p:pic>
        <p:nvPicPr>
          <p:cNvPr id="16" name="Picture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078" y="6013482"/>
            <a:ext cx="10061020" cy="681925"/>
          </a:xfrm>
          <a:prstGeom prst="rect">
            <a:avLst/>
          </a:prstGeom>
        </p:spPr>
      </p:pic>
      <p:sp>
        <p:nvSpPr>
          <p:cNvPr id="17" name="Text Placeholder 110"/>
          <p:cNvSpPr>
            <a:spLocks noGrp="1"/>
          </p:cNvSpPr>
          <p:nvPr>
            <p:ph type="body" sz="quarter" idx="19" hasCustomPrompt="1"/>
          </p:nvPr>
        </p:nvSpPr>
        <p:spPr>
          <a:xfrm>
            <a:off x="2043195" y="5555972"/>
            <a:ext cx="8108786" cy="876300"/>
          </a:xfrm>
          <a:prstGeom prst="rect">
            <a:avLst/>
          </a:prstGeom>
        </p:spPr>
        <p:txBody>
          <a:bodyPr/>
          <a:lstStyle>
            <a:lvl1pPr marL="0" indent="0" algn="ctr">
              <a:buNone/>
              <a:defRPr sz="2400" b="1">
                <a:solidFill>
                  <a:schemeClr val="tx1"/>
                </a:solidFill>
              </a:defRPr>
            </a:lvl1pPr>
            <a:lvl2pPr marL="341313" indent="0">
              <a:buNone/>
              <a:defRPr/>
            </a:lvl2pPr>
            <a:lvl3pPr marL="679450" indent="0">
              <a:buNone/>
              <a:defRPr/>
            </a:lvl3pPr>
            <a:lvl4pPr marL="966787" indent="0">
              <a:buNone/>
              <a:defRPr/>
            </a:lvl4pPr>
            <a:lvl5pPr marL="1146175" indent="0">
              <a:buNone/>
              <a:defRPr/>
            </a:lvl5pPr>
          </a:lstStyle>
          <a:p>
            <a:pPr lvl="0"/>
            <a:r>
              <a:rPr lang="en-US"/>
              <a:t>Click to edit quote source</a:t>
            </a:r>
          </a:p>
        </p:txBody>
      </p:sp>
      <p:grpSp>
        <p:nvGrpSpPr>
          <p:cNvPr id="18" name="Group 17"/>
          <p:cNvGrpSpPr/>
          <p:nvPr userDrawn="1"/>
        </p:nvGrpSpPr>
        <p:grpSpPr>
          <a:xfrm>
            <a:off x="5802236" y="4633136"/>
            <a:ext cx="590704" cy="104775"/>
            <a:chOff x="5738813" y="4606631"/>
            <a:chExt cx="590550" cy="104775"/>
          </a:xfrm>
          <a:solidFill>
            <a:schemeClr val="accent4"/>
          </a:solidFill>
        </p:grpSpPr>
        <p:sp>
          <p:nvSpPr>
            <p:cNvPr id="19" name="Oval 18"/>
            <p:cNvSpPr/>
            <p:nvPr userDrawn="1"/>
          </p:nvSpPr>
          <p:spPr>
            <a:xfrm>
              <a:off x="5738813" y="4606631"/>
              <a:ext cx="104775"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sp>
          <p:nvSpPr>
            <p:cNvPr id="21" name="Oval 20"/>
            <p:cNvSpPr/>
            <p:nvPr userDrawn="1"/>
          </p:nvSpPr>
          <p:spPr>
            <a:xfrm>
              <a:off x="5981700" y="4606631"/>
              <a:ext cx="104775"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sp>
          <p:nvSpPr>
            <p:cNvPr id="22" name="Oval 21"/>
            <p:cNvSpPr/>
            <p:nvPr userDrawn="1"/>
          </p:nvSpPr>
          <p:spPr>
            <a:xfrm>
              <a:off x="6224588" y="4606631"/>
              <a:ext cx="104775"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grpSp>
      <p:grpSp>
        <p:nvGrpSpPr>
          <p:cNvPr id="23" name="Group 22"/>
          <p:cNvGrpSpPr/>
          <p:nvPr userDrawn="1"/>
        </p:nvGrpSpPr>
        <p:grpSpPr bwMode="gray">
          <a:xfrm>
            <a:off x="5854958" y="734066"/>
            <a:ext cx="485260" cy="485134"/>
            <a:chOff x="5853433" y="734066"/>
            <a:chExt cx="485134" cy="485134"/>
          </a:xfrm>
        </p:grpSpPr>
        <p:sp>
          <p:nvSpPr>
            <p:cNvPr id="24" name="Oval 23"/>
            <p:cNvSpPr/>
            <p:nvPr userDrawn="1"/>
          </p:nvSpPr>
          <p:spPr bwMode="gray">
            <a:xfrm>
              <a:off x="5886450" y="767634"/>
              <a:ext cx="419098" cy="41909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sp>
          <p:nvSpPr>
            <p:cNvPr id="25" name="Freeform 9"/>
            <p:cNvSpPr>
              <a:spLocks noEditPoints="1"/>
            </p:cNvSpPr>
            <p:nvPr userDrawn="1"/>
          </p:nvSpPr>
          <p:spPr bwMode="gray">
            <a:xfrm>
              <a:off x="5853433" y="734066"/>
              <a:ext cx="485134" cy="485134"/>
            </a:xfrm>
            <a:custGeom>
              <a:avLst/>
              <a:gdLst>
                <a:gd name="T0" fmla="*/ 206 w 412"/>
                <a:gd name="T1" fmla="*/ 0 h 412"/>
                <a:gd name="T2" fmla="*/ 0 w 412"/>
                <a:gd name="T3" fmla="*/ 206 h 412"/>
                <a:gd name="T4" fmla="*/ 206 w 412"/>
                <a:gd name="T5" fmla="*/ 412 h 412"/>
                <a:gd name="T6" fmla="*/ 412 w 412"/>
                <a:gd name="T7" fmla="*/ 206 h 412"/>
                <a:gd name="T8" fmla="*/ 206 w 412"/>
                <a:gd name="T9" fmla="*/ 0 h 412"/>
                <a:gd name="T10" fmla="*/ 206 w 412"/>
                <a:gd name="T11" fmla="*/ 376 h 412"/>
                <a:gd name="T12" fmla="*/ 36 w 412"/>
                <a:gd name="T13" fmla="*/ 206 h 412"/>
                <a:gd name="T14" fmla="*/ 206 w 412"/>
                <a:gd name="T15" fmla="*/ 36 h 412"/>
                <a:gd name="T16" fmla="*/ 376 w 412"/>
                <a:gd name="T17" fmla="*/ 206 h 412"/>
                <a:gd name="T18" fmla="*/ 206 w 412"/>
                <a:gd name="T19" fmla="*/ 376 h 412"/>
                <a:gd name="T20" fmla="*/ 189 w 412"/>
                <a:gd name="T21" fmla="*/ 262 h 412"/>
                <a:gd name="T22" fmla="*/ 125 w 412"/>
                <a:gd name="T23" fmla="*/ 262 h 412"/>
                <a:gd name="T24" fmla="*/ 125 w 412"/>
                <a:gd name="T25" fmla="*/ 216 h 412"/>
                <a:gd name="T26" fmla="*/ 130 w 412"/>
                <a:gd name="T27" fmla="*/ 172 h 412"/>
                <a:gd name="T28" fmla="*/ 148 w 412"/>
                <a:gd name="T29" fmla="*/ 143 h 412"/>
                <a:gd name="T30" fmla="*/ 182 w 412"/>
                <a:gd name="T31" fmla="*/ 123 h 412"/>
                <a:gd name="T32" fmla="*/ 194 w 412"/>
                <a:gd name="T33" fmla="*/ 150 h 412"/>
                <a:gd name="T34" fmla="*/ 167 w 412"/>
                <a:gd name="T35" fmla="*/ 167 h 412"/>
                <a:gd name="T36" fmla="*/ 158 w 412"/>
                <a:gd name="T37" fmla="*/ 198 h 412"/>
                <a:gd name="T38" fmla="*/ 189 w 412"/>
                <a:gd name="T39" fmla="*/ 198 h 412"/>
                <a:gd name="T40" fmla="*/ 189 w 412"/>
                <a:gd name="T41" fmla="*/ 262 h 412"/>
                <a:gd name="T42" fmla="*/ 278 w 412"/>
                <a:gd name="T43" fmla="*/ 262 h 412"/>
                <a:gd name="T44" fmla="*/ 214 w 412"/>
                <a:gd name="T45" fmla="*/ 262 h 412"/>
                <a:gd name="T46" fmla="*/ 214 w 412"/>
                <a:gd name="T47" fmla="*/ 216 h 412"/>
                <a:gd name="T48" fmla="*/ 219 w 412"/>
                <a:gd name="T49" fmla="*/ 172 h 412"/>
                <a:gd name="T50" fmla="*/ 237 w 412"/>
                <a:gd name="T51" fmla="*/ 143 h 412"/>
                <a:gd name="T52" fmla="*/ 270 w 412"/>
                <a:gd name="T53" fmla="*/ 123 h 412"/>
                <a:gd name="T54" fmla="*/ 283 w 412"/>
                <a:gd name="T55" fmla="*/ 150 h 412"/>
                <a:gd name="T56" fmla="*/ 255 w 412"/>
                <a:gd name="T57" fmla="*/ 167 h 412"/>
                <a:gd name="T58" fmla="*/ 247 w 412"/>
                <a:gd name="T59" fmla="*/ 198 h 412"/>
                <a:gd name="T60" fmla="*/ 278 w 412"/>
                <a:gd name="T61" fmla="*/ 198 h 412"/>
                <a:gd name="T62" fmla="*/ 278 w 412"/>
                <a:gd name="T63" fmla="*/ 262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12" h="412">
                  <a:moveTo>
                    <a:pt x="206" y="0"/>
                  </a:moveTo>
                  <a:cubicBezTo>
                    <a:pt x="92" y="0"/>
                    <a:pt x="0" y="93"/>
                    <a:pt x="0" y="206"/>
                  </a:cubicBezTo>
                  <a:cubicBezTo>
                    <a:pt x="0" y="320"/>
                    <a:pt x="92" y="412"/>
                    <a:pt x="206" y="412"/>
                  </a:cubicBezTo>
                  <a:cubicBezTo>
                    <a:pt x="320" y="412"/>
                    <a:pt x="412" y="320"/>
                    <a:pt x="412" y="206"/>
                  </a:cubicBezTo>
                  <a:cubicBezTo>
                    <a:pt x="412" y="93"/>
                    <a:pt x="320" y="0"/>
                    <a:pt x="206" y="0"/>
                  </a:cubicBezTo>
                  <a:close/>
                  <a:moveTo>
                    <a:pt x="206" y="376"/>
                  </a:moveTo>
                  <a:cubicBezTo>
                    <a:pt x="112" y="376"/>
                    <a:pt x="36" y="300"/>
                    <a:pt x="36" y="206"/>
                  </a:cubicBezTo>
                  <a:cubicBezTo>
                    <a:pt x="36" y="112"/>
                    <a:pt x="112" y="36"/>
                    <a:pt x="206" y="36"/>
                  </a:cubicBezTo>
                  <a:cubicBezTo>
                    <a:pt x="300" y="36"/>
                    <a:pt x="376" y="112"/>
                    <a:pt x="376" y="206"/>
                  </a:cubicBezTo>
                  <a:cubicBezTo>
                    <a:pt x="376" y="300"/>
                    <a:pt x="300" y="376"/>
                    <a:pt x="206" y="376"/>
                  </a:cubicBezTo>
                  <a:close/>
                  <a:moveTo>
                    <a:pt x="189" y="262"/>
                  </a:moveTo>
                  <a:cubicBezTo>
                    <a:pt x="125" y="262"/>
                    <a:pt x="125" y="262"/>
                    <a:pt x="125" y="262"/>
                  </a:cubicBezTo>
                  <a:cubicBezTo>
                    <a:pt x="125" y="216"/>
                    <a:pt x="125" y="216"/>
                    <a:pt x="125" y="216"/>
                  </a:cubicBezTo>
                  <a:cubicBezTo>
                    <a:pt x="125" y="197"/>
                    <a:pt x="127" y="183"/>
                    <a:pt x="130" y="172"/>
                  </a:cubicBezTo>
                  <a:cubicBezTo>
                    <a:pt x="133" y="161"/>
                    <a:pt x="139" y="152"/>
                    <a:pt x="148" y="143"/>
                  </a:cubicBezTo>
                  <a:cubicBezTo>
                    <a:pt x="157" y="135"/>
                    <a:pt x="168" y="128"/>
                    <a:pt x="182" y="123"/>
                  </a:cubicBezTo>
                  <a:cubicBezTo>
                    <a:pt x="194" y="150"/>
                    <a:pt x="194" y="150"/>
                    <a:pt x="194" y="150"/>
                  </a:cubicBezTo>
                  <a:cubicBezTo>
                    <a:pt x="182" y="154"/>
                    <a:pt x="172" y="160"/>
                    <a:pt x="167" y="167"/>
                  </a:cubicBezTo>
                  <a:cubicBezTo>
                    <a:pt x="161" y="175"/>
                    <a:pt x="158" y="185"/>
                    <a:pt x="158" y="198"/>
                  </a:cubicBezTo>
                  <a:cubicBezTo>
                    <a:pt x="189" y="198"/>
                    <a:pt x="189" y="198"/>
                    <a:pt x="189" y="198"/>
                  </a:cubicBezTo>
                  <a:lnTo>
                    <a:pt x="189" y="262"/>
                  </a:lnTo>
                  <a:close/>
                  <a:moveTo>
                    <a:pt x="278" y="262"/>
                  </a:moveTo>
                  <a:cubicBezTo>
                    <a:pt x="214" y="262"/>
                    <a:pt x="214" y="262"/>
                    <a:pt x="214" y="262"/>
                  </a:cubicBezTo>
                  <a:cubicBezTo>
                    <a:pt x="214" y="216"/>
                    <a:pt x="214" y="216"/>
                    <a:pt x="214" y="216"/>
                  </a:cubicBezTo>
                  <a:cubicBezTo>
                    <a:pt x="214" y="197"/>
                    <a:pt x="215" y="182"/>
                    <a:pt x="219" y="172"/>
                  </a:cubicBezTo>
                  <a:cubicBezTo>
                    <a:pt x="222" y="161"/>
                    <a:pt x="228" y="152"/>
                    <a:pt x="237" y="143"/>
                  </a:cubicBezTo>
                  <a:cubicBezTo>
                    <a:pt x="246" y="135"/>
                    <a:pt x="257" y="128"/>
                    <a:pt x="270" y="123"/>
                  </a:cubicBezTo>
                  <a:cubicBezTo>
                    <a:pt x="283" y="150"/>
                    <a:pt x="283" y="150"/>
                    <a:pt x="283" y="150"/>
                  </a:cubicBezTo>
                  <a:cubicBezTo>
                    <a:pt x="270" y="154"/>
                    <a:pt x="261" y="160"/>
                    <a:pt x="255" y="167"/>
                  </a:cubicBezTo>
                  <a:cubicBezTo>
                    <a:pt x="250" y="175"/>
                    <a:pt x="247" y="185"/>
                    <a:pt x="247" y="198"/>
                  </a:cubicBezTo>
                  <a:cubicBezTo>
                    <a:pt x="278" y="198"/>
                    <a:pt x="278" y="198"/>
                    <a:pt x="278" y="198"/>
                  </a:cubicBezTo>
                  <a:lnTo>
                    <a:pt x="278" y="26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1800"/>
            </a:p>
          </p:txBody>
        </p:sp>
      </p:grpSp>
      <p:sp>
        <p:nvSpPr>
          <p:cNvPr id="28" name="TextBox slide number"/>
          <p:cNvSpPr txBox="1"/>
          <p:nvPr userDrawn="1"/>
        </p:nvSpPr>
        <p:spPr bwMode="white">
          <a:xfrm>
            <a:off x="11751760" y="6395206"/>
            <a:ext cx="440239" cy="246221"/>
          </a:xfrm>
          <a:prstGeom prst="rect">
            <a:avLst/>
          </a:prstGeom>
        </p:spPr>
        <p:txBody>
          <a:bodyPr vert="horz" lIns="0" tIns="0" rIns="0" bIns="0" rtlCol="0" anchor="b"/>
          <a:lstStyle>
            <a:defPPr>
              <a:defRPr lang="en-US"/>
            </a:defPPr>
            <a:lvl1pPr algn="ctr">
              <a:defRPr sz="1000">
                <a:solidFill>
                  <a:schemeClr val="bg1"/>
                </a:solidFill>
              </a:defRPr>
            </a:lvl1pPr>
          </a:lstStyle>
          <a:p>
            <a:pPr lvl="0" algn="ctr"/>
            <a:fld id="{6EA5B71A-1B18-4E34-A48F-65DC4937AA99}" type="slidenum">
              <a:rPr lang="en-US" sz="1000" b="0" smtClean="0">
                <a:solidFill>
                  <a:schemeClr val="tx1"/>
                </a:solidFill>
              </a:rPr>
              <a:pPr lvl="0" algn="ctr"/>
              <a:t>‹#›</a:t>
            </a:fld>
            <a:endParaRPr lang="en-US" sz="1000" b="0">
              <a:solidFill>
                <a:schemeClr val="tx1"/>
              </a:solidFill>
            </a:endParaRPr>
          </a:p>
        </p:txBody>
      </p:sp>
      <p:pic>
        <p:nvPicPr>
          <p:cNvPr id="30" name="图片 2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6200000">
            <a:off x="11562876" y="5800424"/>
            <a:ext cx="974339" cy="318995"/>
          </a:xfrm>
          <a:prstGeom prst="rect">
            <a:avLst/>
          </a:prstGeom>
        </p:spPr>
      </p:pic>
      <p:sp>
        <p:nvSpPr>
          <p:cNvPr id="31" name="Rectangle 6"/>
          <p:cNvSpPr/>
          <p:nvPr userDrawn="1"/>
        </p:nvSpPr>
        <p:spPr bwMode="gray">
          <a:xfrm flipH="1">
            <a:off x="11890545" y="6446656"/>
            <a:ext cx="311676" cy="182166"/>
          </a:xfrm>
          <a:prstGeom prst="rect">
            <a:avLst/>
          </a:prstGeom>
          <a:solidFill>
            <a:schemeClr val="tx1"/>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2" name="TextBox slide number"/>
          <p:cNvSpPr txBox="1"/>
          <p:nvPr userDrawn="1"/>
        </p:nvSpPr>
        <p:spPr bwMode="white">
          <a:xfrm>
            <a:off x="11907627" y="6491082"/>
            <a:ext cx="311675" cy="123111"/>
          </a:xfrm>
          <a:prstGeom prst="rect">
            <a:avLst/>
          </a:prstGeom>
        </p:spPr>
        <p:txBody>
          <a:bodyPr vert="horz" lIns="0" tIns="0" rIns="0" bIns="0" rtlCol="0" anchor="b"/>
          <a:lstStyle>
            <a:defPPr>
              <a:defRPr lang="en-US"/>
            </a:defPPr>
            <a:lvl1pPr algn="ctr">
              <a:defRPr sz="1000">
                <a:solidFill>
                  <a:schemeClr val="bg1"/>
                </a:solidFill>
              </a:defRPr>
            </a:lvl1pPr>
          </a:lstStyle>
          <a:p>
            <a:pPr lvl="0" algn="ctr"/>
            <a:fld id="{6EA5B71A-1B18-4E34-A48F-65DC4937AA99}" type="slidenum">
              <a:rPr lang="en-US" sz="1000" smtClean="0"/>
              <a:pPr lvl="0" algn="ctr"/>
              <a:t>‹#›</a:t>
            </a:fld>
            <a:endParaRPr lang="en-US" sz="1000"/>
          </a:p>
        </p:txBody>
      </p:sp>
    </p:spTree>
    <p:extLst>
      <p:ext uri="{BB962C8B-B14F-4D97-AF65-F5344CB8AC3E}">
        <p14:creationId xmlns:p14="http://schemas.microsoft.com/office/powerpoint/2010/main" val="4220889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Quote Layout - GREEN">
    <p:bg>
      <p:bgPr>
        <a:solidFill>
          <a:schemeClr val="bg1"/>
        </a:solidFill>
        <a:effectLst/>
      </p:bgPr>
    </p:bg>
    <p:spTree>
      <p:nvGrpSpPr>
        <p:cNvPr id="1" name=""/>
        <p:cNvGrpSpPr/>
        <p:nvPr/>
      </p:nvGrpSpPr>
      <p:grpSpPr>
        <a:xfrm>
          <a:off x="0" y="0"/>
          <a:ext cx="0" cy="0"/>
          <a:chOff x="0" y="0"/>
          <a:chExt cx="0" cy="0"/>
        </a:xfrm>
      </p:grpSpPr>
      <p:sp>
        <p:nvSpPr>
          <p:cNvPr id="27" name="Rectangle 26"/>
          <p:cNvSpPr/>
          <p:nvPr userDrawn="1"/>
        </p:nvSpPr>
        <p:spPr>
          <a:xfrm>
            <a:off x="1" y="893"/>
            <a:ext cx="12192000" cy="6857107"/>
          </a:xfrm>
          <a:prstGeom prst="rect">
            <a:avLst/>
          </a:prstGeom>
          <a:gradFill flip="none" rotWithShape="1">
            <a:gsLst>
              <a:gs pos="0">
                <a:schemeClr val="tx2">
                  <a:alpha val="25000"/>
                </a:schemeClr>
              </a:gs>
              <a:gs pos="50000">
                <a:schemeClr val="bg1">
                  <a:alpha val="50000"/>
                </a:schemeClr>
              </a:gs>
              <a:gs pos="100000">
                <a:schemeClr val="tx2">
                  <a:alpha val="2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1" y="4639112"/>
            <a:ext cx="12192000" cy="2219160"/>
          </a:xfrm>
          <a:prstGeom prst="rect">
            <a:avLst/>
          </a:prstGeom>
          <a:gradFill flip="none" rotWithShape="1">
            <a:gsLst>
              <a:gs pos="0">
                <a:schemeClr val="tx2">
                  <a:alpha val="25000"/>
                </a:schemeClr>
              </a:gs>
              <a:gs pos="50000">
                <a:schemeClr val="bg1">
                  <a:alpha val="50000"/>
                </a:schemeClr>
              </a:gs>
              <a:gs pos="100000">
                <a:schemeClr val="tx2">
                  <a:alpha val="2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Footer Placeholder 19"/>
          <p:cNvSpPr>
            <a:spLocks noGrp="1"/>
          </p:cNvSpPr>
          <p:nvPr>
            <p:ph type="ftr" sz="quarter" idx="13"/>
          </p:nvPr>
        </p:nvSpPr>
        <p:spPr>
          <a:xfrm>
            <a:off x="548783" y="6473952"/>
            <a:ext cx="3205329" cy="384320"/>
          </a:xfrm>
          <a:prstGeom prst="rect">
            <a:avLst/>
          </a:prstGeom>
        </p:spPr>
        <p:txBody>
          <a:bodyPr/>
          <a:lstStyle/>
          <a:p>
            <a:r>
              <a:rPr lang="en-US" sz="1000">
                <a:solidFill>
                  <a:srgbClr val="939598"/>
                </a:solidFill>
                <a:cs typeface="Arial" pitchFamily="34" charset="0"/>
              </a:rPr>
              <a:t>2016 LCFC Internal. All rights reserved.</a:t>
            </a:r>
          </a:p>
        </p:txBody>
      </p:sp>
      <p:grpSp>
        <p:nvGrpSpPr>
          <p:cNvPr id="8" name="Group 7"/>
          <p:cNvGrpSpPr/>
          <p:nvPr userDrawn="1"/>
        </p:nvGrpSpPr>
        <p:grpSpPr bwMode="gray">
          <a:xfrm>
            <a:off x="1828647" y="993484"/>
            <a:ext cx="8537884" cy="4341742"/>
            <a:chOff x="1828170" y="1258957"/>
            <a:chExt cx="8535661" cy="4341742"/>
          </a:xfrm>
        </p:grpSpPr>
        <p:sp>
          <p:nvSpPr>
            <p:cNvPr id="9" name="Freeform 9"/>
            <p:cNvSpPr>
              <a:spLocks/>
            </p:cNvSpPr>
            <p:nvPr userDrawn="1"/>
          </p:nvSpPr>
          <p:spPr bwMode="gray">
            <a:xfrm>
              <a:off x="5610226" y="4994274"/>
              <a:ext cx="974725" cy="606425"/>
            </a:xfrm>
            <a:custGeom>
              <a:avLst/>
              <a:gdLst>
                <a:gd name="T0" fmla="*/ 122 w 257"/>
                <a:gd name="T1" fmla="*/ 155 h 159"/>
                <a:gd name="T2" fmla="*/ 4 w 257"/>
                <a:gd name="T3" fmla="*/ 12 h 159"/>
                <a:gd name="T4" fmla="*/ 10 w 257"/>
                <a:gd name="T5" fmla="*/ 0 h 159"/>
                <a:gd name="T6" fmla="*/ 247 w 257"/>
                <a:gd name="T7" fmla="*/ 0 h 159"/>
                <a:gd name="T8" fmla="*/ 253 w 257"/>
                <a:gd name="T9" fmla="*/ 12 h 159"/>
                <a:gd name="T10" fmla="*/ 134 w 257"/>
                <a:gd name="T11" fmla="*/ 155 h 159"/>
                <a:gd name="T12" fmla="*/ 122 w 257"/>
                <a:gd name="T13" fmla="*/ 155 h 159"/>
              </a:gdLst>
              <a:ahLst/>
              <a:cxnLst>
                <a:cxn ang="0">
                  <a:pos x="T0" y="T1"/>
                </a:cxn>
                <a:cxn ang="0">
                  <a:pos x="T2" y="T3"/>
                </a:cxn>
                <a:cxn ang="0">
                  <a:pos x="T4" y="T5"/>
                </a:cxn>
                <a:cxn ang="0">
                  <a:pos x="T6" y="T7"/>
                </a:cxn>
                <a:cxn ang="0">
                  <a:pos x="T8" y="T9"/>
                </a:cxn>
                <a:cxn ang="0">
                  <a:pos x="T10" y="T11"/>
                </a:cxn>
                <a:cxn ang="0">
                  <a:pos x="T12" y="T13"/>
                </a:cxn>
              </a:cxnLst>
              <a:rect l="0" t="0" r="r" b="b"/>
              <a:pathLst>
                <a:path w="257" h="159">
                  <a:moveTo>
                    <a:pt x="122" y="155"/>
                  </a:moveTo>
                  <a:cubicBezTo>
                    <a:pt x="4" y="12"/>
                    <a:pt x="4" y="12"/>
                    <a:pt x="4" y="12"/>
                  </a:cubicBezTo>
                  <a:cubicBezTo>
                    <a:pt x="0" y="7"/>
                    <a:pt x="3" y="0"/>
                    <a:pt x="10" y="0"/>
                  </a:cubicBezTo>
                  <a:cubicBezTo>
                    <a:pt x="247" y="0"/>
                    <a:pt x="247" y="0"/>
                    <a:pt x="247" y="0"/>
                  </a:cubicBezTo>
                  <a:cubicBezTo>
                    <a:pt x="253" y="0"/>
                    <a:pt x="257" y="7"/>
                    <a:pt x="253" y="12"/>
                  </a:cubicBezTo>
                  <a:cubicBezTo>
                    <a:pt x="134" y="155"/>
                    <a:pt x="134" y="155"/>
                    <a:pt x="134" y="155"/>
                  </a:cubicBezTo>
                  <a:cubicBezTo>
                    <a:pt x="131" y="159"/>
                    <a:pt x="125" y="159"/>
                    <a:pt x="122" y="155"/>
                  </a:cubicBez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0" name="Rounded Rectangle 9"/>
            <p:cNvSpPr/>
            <p:nvPr userDrawn="1"/>
          </p:nvSpPr>
          <p:spPr bwMode="gray">
            <a:xfrm>
              <a:off x="1828170" y="1258957"/>
              <a:ext cx="8535661" cy="3893151"/>
            </a:xfrm>
            <a:prstGeom prst="roundRect">
              <a:avLst>
                <a:gd name="adj" fmla="val 5437"/>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grpSp>
      <p:sp>
        <p:nvSpPr>
          <p:cNvPr id="15" name="Text Placeholder 107"/>
          <p:cNvSpPr>
            <a:spLocks noGrp="1"/>
          </p:cNvSpPr>
          <p:nvPr>
            <p:ph type="body" sz="quarter" idx="18" hasCustomPrompt="1"/>
          </p:nvPr>
        </p:nvSpPr>
        <p:spPr bwMode="white">
          <a:xfrm>
            <a:off x="2043195" y="1276350"/>
            <a:ext cx="8108786" cy="3242641"/>
          </a:xfrm>
          <a:prstGeom prst="rect">
            <a:avLst/>
          </a:prstGeom>
        </p:spPr>
        <p:txBody>
          <a:bodyPr anchor="ctr">
            <a:normAutofit/>
          </a:bodyPr>
          <a:lstStyle>
            <a:lvl1pPr marL="0" indent="0" algn="ctr">
              <a:lnSpc>
                <a:spcPct val="100000"/>
              </a:lnSpc>
              <a:buNone/>
              <a:defRPr sz="3600">
                <a:solidFill>
                  <a:schemeClr val="bg1"/>
                </a:solidFill>
              </a:defRPr>
            </a:lvl1pPr>
            <a:lvl2pPr marL="341313" indent="0" algn="ctr">
              <a:buNone/>
              <a:defRPr>
                <a:solidFill>
                  <a:schemeClr val="bg1"/>
                </a:solidFill>
              </a:defRPr>
            </a:lvl2pPr>
            <a:lvl3pPr marL="679450" indent="0" algn="ctr">
              <a:buNone/>
              <a:defRPr>
                <a:solidFill>
                  <a:schemeClr val="bg1"/>
                </a:solidFill>
              </a:defRPr>
            </a:lvl3pPr>
            <a:lvl4pPr marL="966787" indent="0" algn="ctr">
              <a:buNone/>
              <a:defRPr>
                <a:solidFill>
                  <a:schemeClr val="bg1"/>
                </a:solidFill>
              </a:defRPr>
            </a:lvl4pPr>
            <a:lvl5pPr marL="1146175" indent="0" algn="ctr">
              <a:buNone/>
              <a:defRPr>
                <a:solidFill>
                  <a:schemeClr val="bg1"/>
                </a:solidFill>
              </a:defRPr>
            </a:lvl5pPr>
          </a:lstStyle>
          <a:p>
            <a:pPr lvl="0"/>
            <a:r>
              <a:rPr lang="en-US"/>
              <a:t>Click to edit quote</a:t>
            </a:r>
          </a:p>
        </p:txBody>
      </p:sp>
      <p:pic>
        <p:nvPicPr>
          <p:cNvPr id="16" name="Picture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078" y="6013482"/>
            <a:ext cx="10061020" cy="681925"/>
          </a:xfrm>
          <a:prstGeom prst="rect">
            <a:avLst/>
          </a:prstGeom>
        </p:spPr>
      </p:pic>
      <p:sp>
        <p:nvSpPr>
          <p:cNvPr id="17" name="Text Placeholder 110"/>
          <p:cNvSpPr>
            <a:spLocks noGrp="1"/>
          </p:cNvSpPr>
          <p:nvPr>
            <p:ph type="body" sz="quarter" idx="19" hasCustomPrompt="1"/>
          </p:nvPr>
        </p:nvSpPr>
        <p:spPr>
          <a:xfrm>
            <a:off x="2043195" y="5555972"/>
            <a:ext cx="8108786" cy="876300"/>
          </a:xfrm>
          <a:prstGeom prst="rect">
            <a:avLst/>
          </a:prstGeom>
        </p:spPr>
        <p:txBody>
          <a:bodyPr/>
          <a:lstStyle>
            <a:lvl1pPr marL="0" indent="0" algn="ctr">
              <a:buNone/>
              <a:defRPr sz="2400" b="1">
                <a:solidFill>
                  <a:schemeClr val="tx1"/>
                </a:solidFill>
              </a:defRPr>
            </a:lvl1pPr>
            <a:lvl2pPr marL="341313" indent="0">
              <a:buNone/>
              <a:defRPr/>
            </a:lvl2pPr>
            <a:lvl3pPr marL="679450" indent="0">
              <a:buNone/>
              <a:defRPr/>
            </a:lvl3pPr>
            <a:lvl4pPr marL="966787" indent="0">
              <a:buNone/>
              <a:defRPr/>
            </a:lvl4pPr>
            <a:lvl5pPr marL="1146175" indent="0">
              <a:buNone/>
              <a:defRPr/>
            </a:lvl5pPr>
          </a:lstStyle>
          <a:p>
            <a:pPr lvl="0"/>
            <a:r>
              <a:rPr lang="en-US"/>
              <a:t>Click to edit quote source</a:t>
            </a:r>
          </a:p>
        </p:txBody>
      </p:sp>
      <p:grpSp>
        <p:nvGrpSpPr>
          <p:cNvPr id="18" name="Group 17"/>
          <p:cNvGrpSpPr/>
          <p:nvPr userDrawn="1"/>
        </p:nvGrpSpPr>
        <p:grpSpPr>
          <a:xfrm>
            <a:off x="5802236" y="4633136"/>
            <a:ext cx="590704" cy="104775"/>
            <a:chOff x="5738813" y="4606631"/>
            <a:chExt cx="590550" cy="104775"/>
          </a:xfrm>
          <a:solidFill>
            <a:schemeClr val="accent4"/>
          </a:solidFill>
        </p:grpSpPr>
        <p:sp>
          <p:nvSpPr>
            <p:cNvPr id="19" name="Oval 18"/>
            <p:cNvSpPr/>
            <p:nvPr userDrawn="1"/>
          </p:nvSpPr>
          <p:spPr>
            <a:xfrm>
              <a:off x="5738813" y="4606631"/>
              <a:ext cx="104775"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sp>
          <p:nvSpPr>
            <p:cNvPr id="21" name="Oval 20"/>
            <p:cNvSpPr/>
            <p:nvPr userDrawn="1"/>
          </p:nvSpPr>
          <p:spPr>
            <a:xfrm>
              <a:off x="5981700" y="4606631"/>
              <a:ext cx="104775"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sp>
          <p:nvSpPr>
            <p:cNvPr id="22" name="Oval 21"/>
            <p:cNvSpPr/>
            <p:nvPr userDrawn="1"/>
          </p:nvSpPr>
          <p:spPr>
            <a:xfrm>
              <a:off x="6224588" y="4606631"/>
              <a:ext cx="104775"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grpSp>
      <p:grpSp>
        <p:nvGrpSpPr>
          <p:cNvPr id="23" name="Group 22"/>
          <p:cNvGrpSpPr/>
          <p:nvPr userDrawn="1"/>
        </p:nvGrpSpPr>
        <p:grpSpPr bwMode="gray">
          <a:xfrm>
            <a:off x="5854958" y="734066"/>
            <a:ext cx="485260" cy="485134"/>
            <a:chOff x="5853433" y="734066"/>
            <a:chExt cx="485134" cy="485134"/>
          </a:xfrm>
        </p:grpSpPr>
        <p:sp>
          <p:nvSpPr>
            <p:cNvPr id="24" name="Oval 23"/>
            <p:cNvSpPr/>
            <p:nvPr userDrawn="1"/>
          </p:nvSpPr>
          <p:spPr bwMode="gray">
            <a:xfrm>
              <a:off x="5886450" y="767634"/>
              <a:ext cx="419098" cy="41909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sp>
          <p:nvSpPr>
            <p:cNvPr id="25" name="Freeform 9"/>
            <p:cNvSpPr>
              <a:spLocks noEditPoints="1"/>
            </p:cNvSpPr>
            <p:nvPr userDrawn="1"/>
          </p:nvSpPr>
          <p:spPr bwMode="gray">
            <a:xfrm>
              <a:off x="5853433" y="734066"/>
              <a:ext cx="485134" cy="485134"/>
            </a:xfrm>
            <a:custGeom>
              <a:avLst/>
              <a:gdLst>
                <a:gd name="T0" fmla="*/ 206 w 412"/>
                <a:gd name="T1" fmla="*/ 0 h 412"/>
                <a:gd name="T2" fmla="*/ 0 w 412"/>
                <a:gd name="T3" fmla="*/ 206 h 412"/>
                <a:gd name="T4" fmla="*/ 206 w 412"/>
                <a:gd name="T5" fmla="*/ 412 h 412"/>
                <a:gd name="T6" fmla="*/ 412 w 412"/>
                <a:gd name="T7" fmla="*/ 206 h 412"/>
                <a:gd name="T8" fmla="*/ 206 w 412"/>
                <a:gd name="T9" fmla="*/ 0 h 412"/>
                <a:gd name="T10" fmla="*/ 206 w 412"/>
                <a:gd name="T11" fmla="*/ 376 h 412"/>
                <a:gd name="T12" fmla="*/ 36 w 412"/>
                <a:gd name="T13" fmla="*/ 206 h 412"/>
                <a:gd name="T14" fmla="*/ 206 w 412"/>
                <a:gd name="T15" fmla="*/ 36 h 412"/>
                <a:gd name="T16" fmla="*/ 376 w 412"/>
                <a:gd name="T17" fmla="*/ 206 h 412"/>
                <a:gd name="T18" fmla="*/ 206 w 412"/>
                <a:gd name="T19" fmla="*/ 376 h 412"/>
                <a:gd name="T20" fmla="*/ 189 w 412"/>
                <a:gd name="T21" fmla="*/ 262 h 412"/>
                <a:gd name="T22" fmla="*/ 125 w 412"/>
                <a:gd name="T23" fmla="*/ 262 h 412"/>
                <a:gd name="T24" fmla="*/ 125 w 412"/>
                <a:gd name="T25" fmla="*/ 216 h 412"/>
                <a:gd name="T26" fmla="*/ 130 w 412"/>
                <a:gd name="T27" fmla="*/ 172 h 412"/>
                <a:gd name="T28" fmla="*/ 148 w 412"/>
                <a:gd name="T29" fmla="*/ 143 h 412"/>
                <a:gd name="T30" fmla="*/ 182 w 412"/>
                <a:gd name="T31" fmla="*/ 123 h 412"/>
                <a:gd name="T32" fmla="*/ 194 w 412"/>
                <a:gd name="T33" fmla="*/ 150 h 412"/>
                <a:gd name="T34" fmla="*/ 167 w 412"/>
                <a:gd name="T35" fmla="*/ 167 h 412"/>
                <a:gd name="T36" fmla="*/ 158 w 412"/>
                <a:gd name="T37" fmla="*/ 198 h 412"/>
                <a:gd name="T38" fmla="*/ 189 w 412"/>
                <a:gd name="T39" fmla="*/ 198 h 412"/>
                <a:gd name="T40" fmla="*/ 189 w 412"/>
                <a:gd name="T41" fmla="*/ 262 h 412"/>
                <a:gd name="T42" fmla="*/ 278 w 412"/>
                <a:gd name="T43" fmla="*/ 262 h 412"/>
                <a:gd name="T44" fmla="*/ 214 w 412"/>
                <a:gd name="T45" fmla="*/ 262 h 412"/>
                <a:gd name="T46" fmla="*/ 214 w 412"/>
                <a:gd name="T47" fmla="*/ 216 h 412"/>
                <a:gd name="T48" fmla="*/ 219 w 412"/>
                <a:gd name="T49" fmla="*/ 172 h 412"/>
                <a:gd name="T50" fmla="*/ 237 w 412"/>
                <a:gd name="T51" fmla="*/ 143 h 412"/>
                <a:gd name="T52" fmla="*/ 270 w 412"/>
                <a:gd name="T53" fmla="*/ 123 h 412"/>
                <a:gd name="T54" fmla="*/ 283 w 412"/>
                <a:gd name="T55" fmla="*/ 150 h 412"/>
                <a:gd name="T56" fmla="*/ 255 w 412"/>
                <a:gd name="T57" fmla="*/ 167 h 412"/>
                <a:gd name="T58" fmla="*/ 247 w 412"/>
                <a:gd name="T59" fmla="*/ 198 h 412"/>
                <a:gd name="T60" fmla="*/ 278 w 412"/>
                <a:gd name="T61" fmla="*/ 198 h 412"/>
                <a:gd name="T62" fmla="*/ 278 w 412"/>
                <a:gd name="T63" fmla="*/ 262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12" h="412">
                  <a:moveTo>
                    <a:pt x="206" y="0"/>
                  </a:moveTo>
                  <a:cubicBezTo>
                    <a:pt x="92" y="0"/>
                    <a:pt x="0" y="93"/>
                    <a:pt x="0" y="206"/>
                  </a:cubicBezTo>
                  <a:cubicBezTo>
                    <a:pt x="0" y="320"/>
                    <a:pt x="92" y="412"/>
                    <a:pt x="206" y="412"/>
                  </a:cubicBezTo>
                  <a:cubicBezTo>
                    <a:pt x="320" y="412"/>
                    <a:pt x="412" y="320"/>
                    <a:pt x="412" y="206"/>
                  </a:cubicBezTo>
                  <a:cubicBezTo>
                    <a:pt x="412" y="93"/>
                    <a:pt x="320" y="0"/>
                    <a:pt x="206" y="0"/>
                  </a:cubicBezTo>
                  <a:close/>
                  <a:moveTo>
                    <a:pt x="206" y="376"/>
                  </a:moveTo>
                  <a:cubicBezTo>
                    <a:pt x="112" y="376"/>
                    <a:pt x="36" y="300"/>
                    <a:pt x="36" y="206"/>
                  </a:cubicBezTo>
                  <a:cubicBezTo>
                    <a:pt x="36" y="112"/>
                    <a:pt x="112" y="36"/>
                    <a:pt x="206" y="36"/>
                  </a:cubicBezTo>
                  <a:cubicBezTo>
                    <a:pt x="300" y="36"/>
                    <a:pt x="376" y="112"/>
                    <a:pt x="376" y="206"/>
                  </a:cubicBezTo>
                  <a:cubicBezTo>
                    <a:pt x="376" y="300"/>
                    <a:pt x="300" y="376"/>
                    <a:pt x="206" y="376"/>
                  </a:cubicBezTo>
                  <a:close/>
                  <a:moveTo>
                    <a:pt x="189" y="262"/>
                  </a:moveTo>
                  <a:cubicBezTo>
                    <a:pt x="125" y="262"/>
                    <a:pt x="125" y="262"/>
                    <a:pt x="125" y="262"/>
                  </a:cubicBezTo>
                  <a:cubicBezTo>
                    <a:pt x="125" y="216"/>
                    <a:pt x="125" y="216"/>
                    <a:pt x="125" y="216"/>
                  </a:cubicBezTo>
                  <a:cubicBezTo>
                    <a:pt x="125" y="197"/>
                    <a:pt x="127" y="183"/>
                    <a:pt x="130" y="172"/>
                  </a:cubicBezTo>
                  <a:cubicBezTo>
                    <a:pt x="133" y="161"/>
                    <a:pt x="139" y="152"/>
                    <a:pt x="148" y="143"/>
                  </a:cubicBezTo>
                  <a:cubicBezTo>
                    <a:pt x="157" y="135"/>
                    <a:pt x="168" y="128"/>
                    <a:pt x="182" y="123"/>
                  </a:cubicBezTo>
                  <a:cubicBezTo>
                    <a:pt x="194" y="150"/>
                    <a:pt x="194" y="150"/>
                    <a:pt x="194" y="150"/>
                  </a:cubicBezTo>
                  <a:cubicBezTo>
                    <a:pt x="182" y="154"/>
                    <a:pt x="172" y="160"/>
                    <a:pt x="167" y="167"/>
                  </a:cubicBezTo>
                  <a:cubicBezTo>
                    <a:pt x="161" y="175"/>
                    <a:pt x="158" y="185"/>
                    <a:pt x="158" y="198"/>
                  </a:cubicBezTo>
                  <a:cubicBezTo>
                    <a:pt x="189" y="198"/>
                    <a:pt x="189" y="198"/>
                    <a:pt x="189" y="198"/>
                  </a:cubicBezTo>
                  <a:lnTo>
                    <a:pt x="189" y="262"/>
                  </a:lnTo>
                  <a:close/>
                  <a:moveTo>
                    <a:pt x="278" y="262"/>
                  </a:moveTo>
                  <a:cubicBezTo>
                    <a:pt x="214" y="262"/>
                    <a:pt x="214" y="262"/>
                    <a:pt x="214" y="262"/>
                  </a:cubicBezTo>
                  <a:cubicBezTo>
                    <a:pt x="214" y="216"/>
                    <a:pt x="214" y="216"/>
                    <a:pt x="214" y="216"/>
                  </a:cubicBezTo>
                  <a:cubicBezTo>
                    <a:pt x="214" y="197"/>
                    <a:pt x="215" y="182"/>
                    <a:pt x="219" y="172"/>
                  </a:cubicBezTo>
                  <a:cubicBezTo>
                    <a:pt x="222" y="161"/>
                    <a:pt x="228" y="152"/>
                    <a:pt x="237" y="143"/>
                  </a:cubicBezTo>
                  <a:cubicBezTo>
                    <a:pt x="246" y="135"/>
                    <a:pt x="257" y="128"/>
                    <a:pt x="270" y="123"/>
                  </a:cubicBezTo>
                  <a:cubicBezTo>
                    <a:pt x="283" y="150"/>
                    <a:pt x="283" y="150"/>
                    <a:pt x="283" y="150"/>
                  </a:cubicBezTo>
                  <a:cubicBezTo>
                    <a:pt x="270" y="154"/>
                    <a:pt x="261" y="160"/>
                    <a:pt x="255" y="167"/>
                  </a:cubicBezTo>
                  <a:cubicBezTo>
                    <a:pt x="250" y="175"/>
                    <a:pt x="247" y="185"/>
                    <a:pt x="247" y="198"/>
                  </a:cubicBezTo>
                  <a:cubicBezTo>
                    <a:pt x="278" y="198"/>
                    <a:pt x="278" y="198"/>
                    <a:pt x="278" y="198"/>
                  </a:cubicBezTo>
                  <a:lnTo>
                    <a:pt x="278" y="26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1800"/>
            </a:p>
          </p:txBody>
        </p:sp>
      </p:grpSp>
      <p:sp>
        <p:nvSpPr>
          <p:cNvPr id="28" name="TextBox slide number"/>
          <p:cNvSpPr txBox="1"/>
          <p:nvPr userDrawn="1"/>
        </p:nvSpPr>
        <p:spPr bwMode="white">
          <a:xfrm>
            <a:off x="11751760" y="6395206"/>
            <a:ext cx="440239" cy="246221"/>
          </a:xfrm>
          <a:prstGeom prst="rect">
            <a:avLst/>
          </a:prstGeom>
        </p:spPr>
        <p:txBody>
          <a:bodyPr vert="horz" lIns="0" tIns="0" rIns="0" bIns="0" rtlCol="0" anchor="b"/>
          <a:lstStyle>
            <a:defPPr>
              <a:defRPr lang="en-US"/>
            </a:defPPr>
            <a:lvl1pPr algn="ctr">
              <a:defRPr sz="1000">
                <a:solidFill>
                  <a:schemeClr val="bg1"/>
                </a:solidFill>
              </a:defRPr>
            </a:lvl1pPr>
          </a:lstStyle>
          <a:p>
            <a:pPr lvl="0" algn="ctr"/>
            <a:fld id="{6EA5B71A-1B18-4E34-A48F-65DC4937AA99}" type="slidenum">
              <a:rPr lang="en-US" sz="1000" b="0" smtClean="0">
                <a:solidFill>
                  <a:schemeClr val="tx1"/>
                </a:solidFill>
              </a:rPr>
              <a:pPr lvl="0" algn="ctr"/>
              <a:t>‹#›</a:t>
            </a:fld>
            <a:endParaRPr lang="en-US" sz="1000" b="0">
              <a:solidFill>
                <a:schemeClr val="tx1"/>
              </a:solidFill>
            </a:endParaRPr>
          </a:p>
        </p:txBody>
      </p:sp>
      <p:pic>
        <p:nvPicPr>
          <p:cNvPr id="30" name="图片 2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6200000">
            <a:off x="11562876" y="5800424"/>
            <a:ext cx="974339" cy="318995"/>
          </a:xfrm>
          <a:prstGeom prst="rect">
            <a:avLst/>
          </a:prstGeom>
        </p:spPr>
      </p:pic>
      <p:sp>
        <p:nvSpPr>
          <p:cNvPr id="31" name="Rectangle 6"/>
          <p:cNvSpPr/>
          <p:nvPr userDrawn="1"/>
        </p:nvSpPr>
        <p:spPr bwMode="gray">
          <a:xfrm flipH="1">
            <a:off x="11890545" y="6446656"/>
            <a:ext cx="311676" cy="182166"/>
          </a:xfrm>
          <a:prstGeom prst="rect">
            <a:avLst/>
          </a:prstGeom>
          <a:solidFill>
            <a:schemeClr val="tx1"/>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2" name="TextBox slide number"/>
          <p:cNvSpPr txBox="1"/>
          <p:nvPr userDrawn="1"/>
        </p:nvSpPr>
        <p:spPr bwMode="white">
          <a:xfrm>
            <a:off x="11907627" y="6491082"/>
            <a:ext cx="311675" cy="123111"/>
          </a:xfrm>
          <a:prstGeom prst="rect">
            <a:avLst/>
          </a:prstGeom>
        </p:spPr>
        <p:txBody>
          <a:bodyPr vert="horz" lIns="0" tIns="0" rIns="0" bIns="0" rtlCol="0" anchor="b"/>
          <a:lstStyle>
            <a:defPPr>
              <a:defRPr lang="en-US"/>
            </a:defPPr>
            <a:lvl1pPr algn="ctr">
              <a:defRPr sz="1000">
                <a:solidFill>
                  <a:schemeClr val="bg1"/>
                </a:solidFill>
              </a:defRPr>
            </a:lvl1pPr>
          </a:lstStyle>
          <a:p>
            <a:pPr lvl="0" algn="ctr"/>
            <a:fld id="{6EA5B71A-1B18-4E34-A48F-65DC4937AA99}" type="slidenum">
              <a:rPr lang="en-US" sz="1000" smtClean="0"/>
              <a:pPr lvl="0" algn="ctr"/>
              <a:t>‹#›</a:t>
            </a:fld>
            <a:endParaRPr lang="en-US" sz="1000"/>
          </a:p>
        </p:txBody>
      </p:sp>
    </p:spTree>
    <p:extLst>
      <p:ext uri="{BB962C8B-B14F-4D97-AF65-F5344CB8AC3E}">
        <p14:creationId xmlns:p14="http://schemas.microsoft.com/office/powerpoint/2010/main" val="3531335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ontent w/Product - No Background">
    <p:bg>
      <p:bgPr>
        <a:solidFill>
          <a:schemeClr val="bg1"/>
        </a:solidFill>
        <a:effectLst/>
      </p:bgPr>
    </p:bg>
    <p:spTree>
      <p:nvGrpSpPr>
        <p:cNvPr id="1" name=""/>
        <p:cNvGrpSpPr/>
        <p:nvPr/>
      </p:nvGrpSpPr>
      <p:grpSpPr>
        <a:xfrm>
          <a:off x="0" y="0"/>
          <a:ext cx="0" cy="0"/>
          <a:chOff x="0" y="0"/>
          <a:chExt cx="0" cy="0"/>
        </a:xfrm>
      </p:grpSpPr>
      <p:sp>
        <p:nvSpPr>
          <p:cNvPr id="71" name="Rectangle 70"/>
          <p:cNvSpPr/>
          <p:nvPr userDrawn="1"/>
        </p:nvSpPr>
        <p:spPr>
          <a:xfrm>
            <a:off x="1" y="4639112"/>
            <a:ext cx="12192000" cy="2219160"/>
          </a:xfrm>
          <a:prstGeom prst="rect">
            <a:avLst/>
          </a:prstGeom>
          <a:gradFill flip="none" rotWithShape="1">
            <a:gsLst>
              <a:gs pos="0">
                <a:schemeClr val="tx2">
                  <a:alpha val="25000"/>
                </a:schemeClr>
              </a:gs>
              <a:gs pos="50000">
                <a:schemeClr val="bg1">
                  <a:alpha val="50000"/>
                </a:schemeClr>
              </a:gs>
              <a:gs pos="100000">
                <a:schemeClr val="tx2">
                  <a:alpha val="2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8" name="Oval 47"/>
          <p:cNvSpPr/>
          <p:nvPr userDrawn="1"/>
        </p:nvSpPr>
        <p:spPr>
          <a:xfrm>
            <a:off x="5932562" y="0"/>
            <a:ext cx="6262614" cy="6858000"/>
          </a:xfrm>
          <a:prstGeom prst="ellipse">
            <a:avLst/>
          </a:prstGeom>
          <a:gradFill flip="none" rotWithShape="1">
            <a:gsLst>
              <a:gs pos="0">
                <a:srgbClr val="515151"/>
              </a:gs>
              <a:gs pos="56000">
                <a:schemeClr val="bg2">
                  <a:lumMod val="45000"/>
                  <a:lumOff val="55000"/>
                  <a:alpha val="71000"/>
                </a:schemeClr>
              </a:gs>
              <a:gs pos="100000">
                <a:schemeClr val="bg2">
                  <a:lumMod val="30000"/>
                  <a:lumOff val="70000"/>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sp>
        <p:nvSpPr>
          <p:cNvPr id="20" name="Footer Placeholder 19"/>
          <p:cNvSpPr>
            <a:spLocks noGrp="1"/>
          </p:cNvSpPr>
          <p:nvPr>
            <p:ph type="ftr" sz="quarter" idx="13"/>
          </p:nvPr>
        </p:nvSpPr>
        <p:spPr>
          <a:xfrm>
            <a:off x="548783" y="6473952"/>
            <a:ext cx="3218980" cy="384320"/>
          </a:xfrm>
          <a:prstGeom prst="rect">
            <a:avLst/>
          </a:prstGeom>
        </p:spPr>
        <p:txBody>
          <a:bodyPr/>
          <a:lstStyle/>
          <a:p>
            <a:r>
              <a:rPr lang="en-US" sz="1000">
                <a:solidFill>
                  <a:srgbClr val="939598"/>
                </a:solidFill>
                <a:cs typeface="Arial" pitchFamily="34" charset="0"/>
              </a:rPr>
              <a:t>2016 LCFC Internal. All rights reserved.</a:t>
            </a:r>
          </a:p>
        </p:txBody>
      </p:sp>
      <p:sp>
        <p:nvSpPr>
          <p:cNvPr id="50" name="Rectangle 49"/>
          <p:cNvSpPr/>
          <p:nvPr userDrawn="1"/>
        </p:nvSpPr>
        <p:spPr bwMode="white">
          <a:xfrm>
            <a:off x="6802622" y="840981"/>
            <a:ext cx="4816540" cy="60170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1" name="Title 1"/>
          <p:cNvSpPr>
            <a:spLocks noGrp="1"/>
          </p:cNvSpPr>
          <p:nvPr>
            <p:ph type="title" hasCustomPrompt="1"/>
          </p:nvPr>
        </p:nvSpPr>
        <p:spPr>
          <a:xfrm>
            <a:off x="6923210" y="961121"/>
            <a:ext cx="4557645" cy="808956"/>
          </a:xfrm>
          <a:prstGeom prst="rect">
            <a:avLst/>
          </a:prstGeom>
        </p:spPr>
        <p:txBody>
          <a:bodyPr lIns="0" tIns="0" rIns="0" bIns="0">
            <a:noAutofit/>
          </a:bodyPr>
          <a:lstStyle>
            <a:lvl1pPr algn="l">
              <a:defRPr sz="2800" cap="none"/>
            </a:lvl1pPr>
          </a:lstStyle>
          <a:p>
            <a:r>
              <a:rPr lang="en-US"/>
              <a:t>Click To Edit Product Text</a:t>
            </a:r>
          </a:p>
        </p:txBody>
      </p:sp>
      <p:sp>
        <p:nvSpPr>
          <p:cNvPr id="64" name="Picture Placeholder 186"/>
          <p:cNvSpPr>
            <a:spLocks noGrp="1"/>
          </p:cNvSpPr>
          <p:nvPr>
            <p:ph type="pic" sz="quarter" idx="15"/>
          </p:nvPr>
        </p:nvSpPr>
        <p:spPr>
          <a:xfrm>
            <a:off x="548783" y="556261"/>
            <a:ext cx="6049951" cy="5579363"/>
          </a:xfrm>
          <a:prstGeom prst="rect">
            <a:avLst/>
          </a:prstGeom>
        </p:spPr>
        <p:txBody>
          <a:bodyPr anchor="ctr"/>
          <a:lstStyle>
            <a:lvl1pPr marL="0" indent="0" algn="ctr">
              <a:buNone/>
              <a:defRPr sz="2400">
                <a:solidFill>
                  <a:schemeClr val="accent1"/>
                </a:solidFill>
              </a:defRPr>
            </a:lvl1pPr>
          </a:lstStyle>
          <a:p>
            <a:r>
              <a:rPr lang="zh-CN" altLang="en-US"/>
              <a:t>单击图标添加图片</a:t>
            </a:r>
            <a:endParaRPr lang="en-US"/>
          </a:p>
        </p:txBody>
      </p:sp>
      <p:sp>
        <p:nvSpPr>
          <p:cNvPr id="66" name="Content Placeholder 2"/>
          <p:cNvSpPr>
            <a:spLocks noGrp="1"/>
          </p:cNvSpPr>
          <p:nvPr>
            <p:ph sz="half" idx="1"/>
          </p:nvPr>
        </p:nvSpPr>
        <p:spPr bwMode="gray">
          <a:xfrm>
            <a:off x="6923811" y="2020824"/>
            <a:ext cx="4554898" cy="4114800"/>
          </a:xfrm>
          <a:prstGeom prst="rect">
            <a:avLst/>
          </a:prstGeom>
        </p:spPr>
        <p:txBody>
          <a:bodyPr lIns="0" tIns="0" rIns="0" bIns="0"/>
          <a:lstStyle>
            <a:lvl1pPr marL="171450" indent="-171450">
              <a:lnSpc>
                <a:spcPct val="90000"/>
              </a:lnSpc>
              <a:spcBef>
                <a:spcPts val="500"/>
              </a:spcBef>
              <a:buClrTx/>
              <a:buFont typeface="Arial" panose="020B0604020202020204" pitchFamily="34" charset="0"/>
              <a:buChar char="•"/>
              <a:defRPr sz="24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20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cxnSp>
        <p:nvCxnSpPr>
          <p:cNvPr id="70" name="Straight Connector 69"/>
          <p:cNvCxnSpPr/>
          <p:nvPr userDrawn="1"/>
        </p:nvCxnSpPr>
        <p:spPr>
          <a:xfrm>
            <a:off x="6923811" y="1908190"/>
            <a:ext cx="4554898"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16200000">
            <a:off x="11562876" y="5800424"/>
            <a:ext cx="974339" cy="318995"/>
          </a:xfrm>
          <a:prstGeom prst="rect">
            <a:avLst/>
          </a:prstGeom>
        </p:spPr>
      </p:pic>
      <p:sp>
        <p:nvSpPr>
          <p:cNvPr id="14" name="Rectangle 6"/>
          <p:cNvSpPr/>
          <p:nvPr userDrawn="1"/>
        </p:nvSpPr>
        <p:spPr bwMode="gray">
          <a:xfrm flipH="1">
            <a:off x="11890545" y="6446656"/>
            <a:ext cx="311676" cy="182166"/>
          </a:xfrm>
          <a:prstGeom prst="rect">
            <a:avLst/>
          </a:prstGeom>
          <a:solidFill>
            <a:schemeClr val="tx1"/>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TextBox slide number"/>
          <p:cNvSpPr txBox="1"/>
          <p:nvPr userDrawn="1"/>
        </p:nvSpPr>
        <p:spPr bwMode="white">
          <a:xfrm>
            <a:off x="11907627" y="6491082"/>
            <a:ext cx="311675" cy="123111"/>
          </a:xfrm>
          <a:prstGeom prst="rect">
            <a:avLst/>
          </a:prstGeom>
        </p:spPr>
        <p:txBody>
          <a:bodyPr vert="horz" lIns="0" tIns="0" rIns="0" bIns="0" rtlCol="0" anchor="b"/>
          <a:lstStyle>
            <a:defPPr>
              <a:defRPr lang="en-US"/>
            </a:defPPr>
            <a:lvl1pPr algn="ctr">
              <a:defRPr sz="1000">
                <a:solidFill>
                  <a:schemeClr val="bg1"/>
                </a:solidFill>
              </a:defRPr>
            </a:lvl1pPr>
          </a:lstStyle>
          <a:p>
            <a:pPr lvl="0" algn="ctr"/>
            <a:fld id="{6EA5B71A-1B18-4E34-A48F-65DC4937AA99}" type="slidenum">
              <a:rPr lang="en-US" sz="1000" smtClean="0"/>
              <a:pPr lvl="0" algn="ctr"/>
              <a:t>‹#›</a:t>
            </a:fld>
            <a:endParaRPr lang="en-US" sz="1000"/>
          </a:p>
        </p:txBody>
      </p:sp>
    </p:spTree>
    <p:extLst>
      <p:ext uri="{BB962C8B-B14F-4D97-AF65-F5344CB8AC3E}">
        <p14:creationId xmlns:p14="http://schemas.microsoft.com/office/powerpoint/2010/main" val="2211084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Product - With Background">
    <p:bg>
      <p:bgPr>
        <a:solidFill>
          <a:schemeClr val="bg1"/>
        </a:solidFill>
        <a:effectLst/>
      </p:bgPr>
    </p:bg>
    <p:spTree>
      <p:nvGrpSpPr>
        <p:cNvPr id="1" name=""/>
        <p:cNvGrpSpPr/>
        <p:nvPr/>
      </p:nvGrpSpPr>
      <p:grpSpPr>
        <a:xfrm>
          <a:off x="0" y="0"/>
          <a:ext cx="0" cy="0"/>
          <a:chOff x="0" y="0"/>
          <a:chExt cx="0" cy="0"/>
        </a:xfrm>
      </p:grpSpPr>
      <p:sp>
        <p:nvSpPr>
          <p:cNvPr id="21" name="Rectangle 20"/>
          <p:cNvSpPr/>
          <p:nvPr userDrawn="1"/>
        </p:nvSpPr>
        <p:spPr>
          <a:xfrm>
            <a:off x="1" y="4639112"/>
            <a:ext cx="12192000" cy="2219160"/>
          </a:xfrm>
          <a:prstGeom prst="rect">
            <a:avLst/>
          </a:prstGeom>
          <a:gradFill flip="none" rotWithShape="1">
            <a:gsLst>
              <a:gs pos="0">
                <a:schemeClr val="tx2">
                  <a:alpha val="25000"/>
                </a:schemeClr>
              </a:gs>
              <a:gs pos="50000">
                <a:schemeClr val="bg1">
                  <a:alpha val="50000"/>
                </a:schemeClr>
              </a:gs>
              <a:gs pos="100000">
                <a:schemeClr val="tx2">
                  <a:alpha val="2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8" name="Oval 47"/>
          <p:cNvSpPr/>
          <p:nvPr userDrawn="1"/>
        </p:nvSpPr>
        <p:spPr>
          <a:xfrm>
            <a:off x="5932562" y="0"/>
            <a:ext cx="6262614" cy="6858000"/>
          </a:xfrm>
          <a:prstGeom prst="ellipse">
            <a:avLst/>
          </a:prstGeom>
          <a:gradFill flip="none" rotWithShape="1">
            <a:gsLst>
              <a:gs pos="0">
                <a:srgbClr val="515151"/>
              </a:gs>
              <a:gs pos="56000">
                <a:schemeClr val="bg2">
                  <a:lumMod val="45000"/>
                  <a:lumOff val="55000"/>
                  <a:alpha val="71000"/>
                </a:schemeClr>
              </a:gs>
              <a:gs pos="100000">
                <a:schemeClr val="bg2">
                  <a:lumMod val="30000"/>
                  <a:lumOff val="70000"/>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sp>
        <p:nvSpPr>
          <p:cNvPr id="20" name="Footer Placeholder 19"/>
          <p:cNvSpPr>
            <a:spLocks noGrp="1"/>
          </p:cNvSpPr>
          <p:nvPr>
            <p:ph type="ftr" sz="quarter" idx="13"/>
          </p:nvPr>
        </p:nvSpPr>
        <p:spPr>
          <a:xfrm>
            <a:off x="548783" y="6473952"/>
            <a:ext cx="3164375" cy="384048"/>
          </a:xfrm>
          <a:prstGeom prst="rect">
            <a:avLst/>
          </a:prstGeom>
        </p:spPr>
        <p:txBody>
          <a:bodyPr/>
          <a:lstStyle/>
          <a:p>
            <a:r>
              <a:rPr lang="en-US" sz="1000">
                <a:solidFill>
                  <a:srgbClr val="939598"/>
                </a:solidFill>
                <a:cs typeface="Arial" pitchFamily="34" charset="0"/>
              </a:rPr>
              <a:t>2016 LCFC Internal. All rights reserved.</a:t>
            </a:r>
          </a:p>
        </p:txBody>
      </p:sp>
      <p:sp>
        <p:nvSpPr>
          <p:cNvPr id="50" name="Rectangle 49"/>
          <p:cNvSpPr/>
          <p:nvPr userDrawn="1"/>
        </p:nvSpPr>
        <p:spPr bwMode="white">
          <a:xfrm>
            <a:off x="6802622" y="840981"/>
            <a:ext cx="4816540" cy="60170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1" name="Title 1"/>
          <p:cNvSpPr>
            <a:spLocks noGrp="1"/>
          </p:cNvSpPr>
          <p:nvPr>
            <p:ph type="title" hasCustomPrompt="1"/>
          </p:nvPr>
        </p:nvSpPr>
        <p:spPr>
          <a:xfrm>
            <a:off x="6923210" y="961121"/>
            <a:ext cx="4557645" cy="808956"/>
          </a:xfrm>
          <a:prstGeom prst="rect">
            <a:avLst/>
          </a:prstGeom>
        </p:spPr>
        <p:txBody>
          <a:bodyPr lIns="0" tIns="0" rIns="0" bIns="0">
            <a:noAutofit/>
          </a:bodyPr>
          <a:lstStyle>
            <a:lvl1pPr algn="l">
              <a:defRPr sz="2800" cap="none"/>
            </a:lvl1pPr>
          </a:lstStyle>
          <a:p>
            <a:r>
              <a:rPr lang="en-US"/>
              <a:t>Click To Edit Product Text</a:t>
            </a:r>
          </a:p>
        </p:txBody>
      </p:sp>
      <p:cxnSp>
        <p:nvCxnSpPr>
          <p:cNvPr id="63" name="Straight Connector 62"/>
          <p:cNvCxnSpPr/>
          <p:nvPr userDrawn="1"/>
        </p:nvCxnSpPr>
        <p:spPr>
          <a:xfrm>
            <a:off x="6923811" y="1908190"/>
            <a:ext cx="4554898"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64" name="Picture Placeholder 186"/>
          <p:cNvSpPr>
            <a:spLocks noGrp="1"/>
          </p:cNvSpPr>
          <p:nvPr>
            <p:ph type="pic" sz="quarter" idx="15"/>
          </p:nvPr>
        </p:nvSpPr>
        <p:spPr>
          <a:xfrm>
            <a:off x="0" y="1"/>
            <a:ext cx="6802622" cy="6135623"/>
          </a:xfrm>
          <a:prstGeom prst="rect">
            <a:avLst/>
          </a:prstGeom>
        </p:spPr>
        <p:txBody>
          <a:bodyPr anchor="ctr"/>
          <a:lstStyle>
            <a:lvl1pPr marL="0" indent="0" algn="ctr">
              <a:buNone/>
              <a:defRPr sz="2400">
                <a:solidFill>
                  <a:schemeClr val="accent1"/>
                </a:solidFill>
              </a:defRPr>
            </a:lvl1pPr>
          </a:lstStyle>
          <a:p>
            <a:r>
              <a:rPr lang="zh-CN" altLang="en-US"/>
              <a:t>单击图标添加图片</a:t>
            </a:r>
            <a:endParaRPr lang="en-US"/>
          </a:p>
        </p:txBody>
      </p:sp>
      <p:sp>
        <p:nvSpPr>
          <p:cNvPr id="66" name="Content Placeholder 2"/>
          <p:cNvSpPr>
            <a:spLocks noGrp="1"/>
          </p:cNvSpPr>
          <p:nvPr>
            <p:ph sz="half" idx="1"/>
          </p:nvPr>
        </p:nvSpPr>
        <p:spPr bwMode="gray">
          <a:xfrm>
            <a:off x="6923811" y="2020824"/>
            <a:ext cx="4554898" cy="4114800"/>
          </a:xfrm>
          <a:prstGeom prst="rect">
            <a:avLst/>
          </a:prstGeom>
        </p:spPr>
        <p:txBody>
          <a:bodyPr lIns="0" tIns="0" rIns="0" bIns="0"/>
          <a:lstStyle>
            <a:lvl1pPr marL="171450" indent="-171450">
              <a:lnSpc>
                <a:spcPct val="90000"/>
              </a:lnSpc>
              <a:spcBef>
                <a:spcPts val="500"/>
              </a:spcBef>
              <a:buClrTx/>
              <a:buFont typeface="Arial" panose="020B0604020202020204" pitchFamily="34" charset="0"/>
              <a:buChar char="•"/>
              <a:defRPr sz="24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20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25" name="TextBox slide number"/>
          <p:cNvSpPr txBox="1"/>
          <p:nvPr userDrawn="1"/>
        </p:nvSpPr>
        <p:spPr bwMode="white">
          <a:xfrm>
            <a:off x="11751760" y="6395206"/>
            <a:ext cx="440239" cy="246221"/>
          </a:xfrm>
          <a:prstGeom prst="rect">
            <a:avLst/>
          </a:prstGeom>
        </p:spPr>
        <p:txBody>
          <a:bodyPr vert="horz" lIns="0" tIns="0" rIns="0" bIns="0" rtlCol="0" anchor="b"/>
          <a:lstStyle>
            <a:defPPr>
              <a:defRPr lang="en-US"/>
            </a:defPPr>
            <a:lvl1pPr algn="ctr">
              <a:defRPr sz="1000">
                <a:solidFill>
                  <a:schemeClr val="bg1"/>
                </a:solidFill>
              </a:defRPr>
            </a:lvl1pPr>
          </a:lstStyle>
          <a:p>
            <a:pPr lvl="0" algn="ctr"/>
            <a:fld id="{6EA5B71A-1B18-4E34-A48F-65DC4937AA99}" type="slidenum">
              <a:rPr lang="en-US" sz="1000" b="0" smtClean="0">
                <a:solidFill>
                  <a:schemeClr val="tx1"/>
                </a:solidFill>
              </a:rPr>
              <a:pPr lvl="0" algn="ctr"/>
              <a:t>‹#›</a:t>
            </a:fld>
            <a:endParaRPr lang="en-US" sz="1000" b="0">
              <a:solidFill>
                <a:schemeClr val="tx1"/>
              </a:solidFill>
            </a:endParaRPr>
          </a:p>
        </p:txBody>
      </p:sp>
      <p:pic>
        <p:nvPicPr>
          <p:cNvPr id="13" name="图片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16200000">
            <a:off x="11562876" y="5800424"/>
            <a:ext cx="974339" cy="318995"/>
          </a:xfrm>
          <a:prstGeom prst="rect">
            <a:avLst/>
          </a:prstGeom>
        </p:spPr>
      </p:pic>
      <p:sp>
        <p:nvSpPr>
          <p:cNvPr id="14" name="Rectangle 6"/>
          <p:cNvSpPr/>
          <p:nvPr userDrawn="1"/>
        </p:nvSpPr>
        <p:spPr bwMode="gray">
          <a:xfrm flipH="1">
            <a:off x="11890545" y="6446656"/>
            <a:ext cx="311676" cy="182166"/>
          </a:xfrm>
          <a:prstGeom prst="rect">
            <a:avLst/>
          </a:prstGeom>
          <a:solidFill>
            <a:schemeClr val="tx1"/>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TextBox slide number"/>
          <p:cNvSpPr txBox="1"/>
          <p:nvPr userDrawn="1"/>
        </p:nvSpPr>
        <p:spPr bwMode="white">
          <a:xfrm>
            <a:off x="11907627" y="6491082"/>
            <a:ext cx="311675" cy="123111"/>
          </a:xfrm>
          <a:prstGeom prst="rect">
            <a:avLst/>
          </a:prstGeom>
        </p:spPr>
        <p:txBody>
          <a:bodyPr vert="horz" lIns="0" tIns="0" rIns="0" bIns="0" rtlCol="0" anchor="b"/>
          <a:lstStyle>
            <a:defPPr>
              <a:defRPr lang="en-US"/>
            </a:defPPr>
            <a:lvl1pPr algn="ctr">
              <a:defRPr sz="1000">
                <a:solidFill>
                  <a:schemeClr val="bg1"/>
                </a:solidFill>
              </a:defRPr>
            </a:lvl1pPr>
          </a:lstStyle>
          <a:p>
            <a:pPr lvl="0" algn="ctr"/>
            <a:fld id="{6EA5B71A-1B18-4E34-A48F-65DC4937AA99}" type="slidenum">
              <a:rPr lang="en-US" sz="1000" smtClean="0"/>
              <a:pPr lvl="0" algn="ctr"/>
              <a:t>‹#›</a:t>
            </a:fld>
            <a:endParaRPr lang="en-US" sz="1000"/>
          </a:p>
        </p:txBody>
      </p:sp>
    </p:spTree>
    <p:extLst>
      <p:ext uri="{BB962C8B-B14F-4D97-AF65-F5344CB8AC3E}">
        <p14:creationId xmlns:p14="http://schemas.microsoft.com/office/powerpoint/2010/main" val="3209194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hart Slide - No Background">
    <p:spTree>
      <p:nvGrpSpPr>
        <p:cNvPr id="1" name=""/>
        <p:cNvGrpSpPr/>
        <p:nvPr/>
      </p:nvGrpSpPr>
      <p:grpSpPr>
        <a:xfrm>
          <a:off x="0" y="0"/>
          <a:ext cx="0" cy="0"/>
          <a:chOff x="0" y="0"/>
          <a:chExt cx="0" cy="0"/>
        </a:xfrm>
      </p:grpSpPr>
      <p:sp>
        <p:nvSpPr>
          <p:cNvPr id="14" name="Footer Placeholder 13"/>
          <p:cNvSpPr>
            <a:spLocks noGrp="1"/>
          </p:cNvSpPr>
          <p:nvPr>
            <p:ph type="ftr" sz="quarter" idx="11"/>
          </p:nvPr>
        </p:nvSpPr>
        <p:spPr>
          <a:xfrm>
            <a:off x="548784" y="6473952"/>
            <a:ext cx="3273585" cy="384048"/>
          </a:xfrm>
          <a:prstGeom prst="rect">
            <a:avLst/>
          </a:prstGeom>
        </p:spPr>
        <p:txBody>
          <a:bodyPr/>
          <a:lstStyle/>
          <a:p>
            <a:r>
              <a:rPr lang="en-US" sz="1000">
                <a:solidFill>
                  <a:srgbClr val="939598"/>
                </a:solidFill>
                <a:cs typeface="Arial" pitchFamily="34" charset="0"/>
              </a:rPr>
              <a:t>2016 LCFC Internal. All rights reserved.</a:t>
            </a:r>
          </a:p>
        </p:txBody>
      </p:sp>
      <p:sp>
        <p:nvSpPr>
          <p:cNvPr id="10" name="Title 28"/>
          <p:cNvSpPr>
            <a:spLocks noGrp="1"/>
          </p:cNvSpPr>
          <p:nvPr>
            <p:ph type="title" hasCustomPrompt="1"/>
          </p:nvPr>
        </p:nvSpPr>
        <p:spPr bwMode="gray">
          <a:xfrm>
            <a:off x="548783" y="274320"/>
            <a:ext cx="11076268" cy="521208"/>
          </a:xfrm>
          <a:prstGeom prst="rect">
            <a:avLst/>
          </a:prstGeom>
        </p:spPr>
        <p:txBody>
          <a:bodyPr wrap="square" lIns="0" tIns="0" rIns="0" bIns="0" anchor="ctr" anchorCtr="0"/>
          <a:lstStyle>
            <a:lvl1pPr marL="0" algn="l" defTabSz="1218987" rtl="0" eaLnBrk="1" latinLnBrk="0" hangingPunct="1">
              <a:lnSpc>
                <a:spcPct val="100000"/>
              </a:lnSpc>
              <a:spcBef>
                <a:spcPct val="0"/>
              </a:spcBef>
              <a:buNone/>
              <a:tabLst>
                <a:tab pos="1218987" algn="l"/>
              </a:tabLst>
              <a:defRPr lang="en-US" sz="3600" kern="1200" cap="none" spc="0" baseline="0" dirty="0">
                <a:solidFill>
                  <a:schemeClr val="tx1"/>
                </a:solidFill>
                <a:latin typeface="Arial" pitchFamily="34" charset="0"/>
                <a:ea typeface="+mn-ea"/>
                <a:cs typeface="Arial" pitchFamily="34" charset="0"/>
              </a:defRPr>
            </a:lvl1pPr>
          </a:lstStyle>
          <a:p>
            <a:r>
              <a:rPr lang="en-US"/>
              <a:t>Click To Edit Master Title</a:t>
            </a:r>
          </a:p>
        </p:txBody>
      </p:sp>
      <p:sp>
        <p:nvSpPr>
          <p:cNvPr id="11" name="Freeform 5"/>
          <p:cNvSpPr>
            <a:spLocks noChangeAspect="1" noEditPoints="1"/>
          </p:cNvSpPr>
          <p:nvPr userDrawn="1"/>
        </p:nvSpPr>
        <p:spPr bwMode="black">
          <a:xfrm>
            <a:off x="205408" y="423407"/>
            <a:ext cx="200639" cy="200587"/>
          </a:xfrm>
          <a:custGeom>
            <a:avLst/>
            <a:gdLst>
              <a:gd name="T0" fmla="*/ 684 w 1368"/>
              <a:gd name="T1" fmla="*/ 0 h 1368"/>
              <a:gd name="T2" fmla="*/ 0 w 1368"/>
              <a:gd name="T3" fmla="*/ 684 h 1368"/>
              <a:gd name="T4" fmla="*/ 684 w 1368"/>
              <a:gd name="T5" fmla="*/ 1368 h 1368"/>
              <a:gd name="T6" fmla="*/ 1368 w 1368"/>
              <a:gd name="T7" fmla="*/ 684 h 1368"/>
              <a:gd name="T8" fmla="*/ 684 w 1368"/>
              <a:gd name="T9" fmla="*/ 0 h 1368"/>
              <a:gd name="T10" fmla="*/ 1068 w 1368"/>
              <a:gd name="T11" fmla="*/ 698 h 1368"/>
              <a:gd name="T12" fmla="*/ 973 w 1368"/>
              <a:gd name="T13" fmla="*/ 793 h 1368"/>
              <a:gd name="T14" fmla="*/ 793 w 1368"/>
              <a:gd name="T15" fmla="*/ 793 h 1368"/>
              <a:gd name="T16" fmla="*/ 793 w 1368"/>
              <a:gd name="T17" fmla="*/ 973 h 1368"/>
              <a:gd name="T18" fmla="*/ 698 w 1368"/>
              <a:gd name="T19" fmla="*/ 1068 h 1368"/>
              <a:gd name="T20" fmla="*/ 670 w 1368"/>
              <a:gd name="T21" fmla="*/ 1068 h 1368"/>
              <a:gd name="T22" fmla="*/ 576 w 1368"/>
              <a:gd name="T23" fmla="*/ 973 h 1368"/>
              <a:gd name="T24" fmla="*/ 576 w 1368"/>
              <a:gd name="T25" fmla="*/ 793 h 1368"/>
              <a:gd name="T26" fmla="*/ 396 w 1368"/>
              <a:gd name="T27" fmla="*/ 793 h 1368"/>
              <a:gd name="T28" fmla="*/ 301 w 1368"/>
              <a:gd name="T29" fmla="*/ 698 h 1368"/>
              <a:gd name="T30" fmla="*/ 301 w 1368"/>
              <a:gd name="T31" fmla="*/ 671 h 1368"/>
              <a:gd name="T32" fmla="*/ 396 w 1368"/>
              <a:gd name="T33" fmla="*/ 576 h 1368"/>
              <a:gd name="T34" fmla="*/ 576 w 1368"/>
              <a:gd name="T35" fmla="*/ 576 h 1368"/>
              <a:gd name="T36" fmla="*/ 576 w 1368"/>
              <a:gd name="T37" fmla="*/ 396 h 1368"/>
              <a:gd name="T38" fmla="*/ 670 w 1368"/>
              <a:gd name="T39" fmla="*/ 301 h 1368"/>
              <a:gd name="T40" fmla="*/ 698 w 1368"/>
              <a:gd name="T41" fmla="*/ 301 h 1368"/>
              <a:gd name="T42" fmla="*/ 793 w 1368"/>
              <a:gd name="T43" fmla="*/ 396 h 1368"/>
              <a:gd name="T44" fmla="*/ 793 w 1368"/>
              <a:gd name="T45" fmla="*/ 576 h 1368"/>
              <a:gd name="T46" fmla="*/ 973 w 1368"/>
              <a:gd name="T47" fmla="*/ 576 h 1368"/>
              <a:gd name="T48" fmla="*/ 1068 w 1368"/>
              <a:gd name="T49" fmla="*/ 671 h 1368"/>
              <a:gd name="T50" fmla="*/ 1068 w 1368"/>
              <a:gd name="T51" fmla="*/ 698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68" h="1368">
                <a:moveTo>
                  <a:pt x="684" y="0"/>
                </a:moveTo>
                <a:cubicBezTo>
                  <a:pt x="307" y="0"/>
                  <a:pt x="0" y="307"/>
                  <a:pt x="0" y="684"/>
                </a:cubicBezTo>
                <a:cubicBezTo>
                  <a:pt x="0" y="1062"/>
                  <a:pt x="307" y="1368"/>
                  <a:pt x="684" y="1368"/>
                </a:cubicBezTo>
                <a:cubicBezTo>
                  <a:pt x="1062" y="1368"/>
                  <a:pt x="1368" y="1062"/>
                  <a:pt x="1368" y="684"/>
                </a:cubicBezTo>
                <a:cubicBezTo>
                  <a:pt x="1368" y="307"/>
                  <a:pt x="1062" y="0"/>
                  <a:pt x="684" y="0"/>
                </a:cubicBezTo>
                <a:close/>
                <a:moveTo>
                  <a:pt x="1068" y="698"/>
                </a:moveTo>
                <a:cubicBezTo>
                  <a:pt x="1068" y="751"/>
                  <a:pt x="1025" y="793"/>
                  <a:pt x="973" y="793"/>
                </a:cubicBezTo>
                <a:cubicBezTo>
                  <a:pt x="793" y="793"/>
                  <a:pt x="793" y="793"/>
                  <a:pt x="793" y="793"/>
                </a:cubicBezTo>
                <a:cubicBezTo>
                  <a:pt x="793" y="973"/>
                  <a:pt x="793" y="973"/>
                  <a:pt x="793" y="973"/>
                </a:cubicBezTo>
                <a:cubicBezTo>
                  <a:pt x="793" y="1025"/>
                  <a:pt x="750" y="1068"/>
                  <a:pt x="698" y="1068"/>
                </a:cubicBezTo>
                <a:cubicBezTo>
                  <a:pt x="670" y="1068"/>
                  <a:pt x="670" y="1068"/>
                  <a:pt x="670" y="1068"/>
                </a:cubicBezTo>
                <a:cubicBezTo>
                  <a:pt x="618" y="1068"/>
                  <a:pt x="576" y="1025"/>
                  <a:pt x="576" y="973"/>
                </a:cubicBezTo>
                <a:cubicBezTo>
                  <a:pt x="576" y="793"/>
                  <a:pt x="576" y="793"/>
                  <a:pt x="576" y="793"/>
                </a:cubicBezTo>
                <a:cubicBezTo>
                  <a:pt x="396" y="793"/>
                  <a:pt x="396" y="793"/>
                  <a:pt x="396" y="793"/>
                </a:cubicBezTo>
                <a:cubicBezTo>
                  <a:pt x="344" y="793"/>
                  <a:pt x="301" y="751"/>
                  <a:pt x="301" y="698"/>
                </a:cubicBezTo>
                <a:cubicBezTo>
                  <a:pt x="301" y="671"/>
                  <a:pt x="301" y="671"/>
                  <a:pt x="301" y="671"/>
                </a:cubicBezTo>
                <a:cubicBezTo>
                  <a:pt x="301" y="618"/>
                  <a:pt x="344" y="576"/>
                  <a:pt x="396" y="576"/>
                </a:cubicBezTo>
                <a:cubicBezTo>
                  <a:pt x="576" y="576"/>
                  <a:pt x="576" y="576"/>
                  <a:pt x="576" y="576"/>
                </a:cubicBezTo>
                <a:cubicBezTo>
                  <a:pt x="576" y="396"/>
                  <a:pt x="576" y="396"/>
                  <a:pt x="576" y="396"/>
                </a:cubicBezTo>
                <a:cubicBezTo>
                  <a:pt x="576" y="344"/>
                  <a:pt x="618" y="301"/>
                  <a:pt x="670" y="301"/>
                </a:cubicBezTo>
                <a:cubicBezTo>
                  <a:pt x="698" y="301"/>
                  <a:pt x="698" y="301"/>
                  <a:pt x="698" y="301"/>
                </a:cubicBezTo>
                <a:cubicBezTo>
                  <a:pt x="750" y="301"/>
                  <a:pt x="793" y="344"/>
                  <a:pt x="793" y="396"/>
                </a:cubicBezTo>
                <a:cubicBezTo>
                  <a:pt x="793" y="576"/>
                  <a:pt x="793" y="576"/>
                  <a:pt x="793" y="576"/>
                </a:cubicBezTo>
                <a:cubicBezTo>
                  <a:pt x="973" y="576"/>
                  <a:pt x="973" y="576"/>
                  <a:pt x="973" y="576"/>
                </a:cubicBezTo>
                <a:cubicBezTo>
                  <a:pt x="1025" y="576"/>
                  <a:pt x="1068" y="618"/>
                  <a:pt x="1068" y="671"/>
                </a:cubicBezTo>
                <a:lnTo>
                  <a:pt x="1068" y="69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1800"/>
          </a:p>
        </p:txBody>
      </p:sp>
      <p:sp>
        <p:nvSpPr>
          <p:cNvPr id="9" name="Chart Placeholder 2"/>
          <p:cNvSpPr>
            <a:spLocks noGrp="1"/>
          </p:cNvSpPr>
          <p:nvPr>
            <p:ph type="chart" sz="quarter" idx="10" hasCustomPrompt="1"/>
          </p:nvPr>
        </p:nvSpPr>
        <p:spPr bwMode="gray">
          <a:xfrm>
            <a:off x="548783" y="1179576"/>
            <a:ext cx="11076269" cy="5212835"/>
          </a:xfrm>
          <a:prstGeom prst="rect">
            <a:avLst/>
          </a:prstGeom>
        </p:spPr>
        <p:txBody>
          <a:bodyPr lIns="121899" tIns="853291" rIns="121899" bIns="60949" anchor="ctr" anchorCtr="0"/>
          <a:lstStyle>
            <a:lvl1pPr marL="0" indent="0" algn="ctr">
              <a:buFontTx/>
              <a:buNone/>
              <a:defRPr sz="2400" baseline="0">
                <a:solidFill>
                  <a:schemeClr val="bg2"/>
                </a:solidFill>
              </a:defRPr>
            </a:lvl1pPr>
          </a:lstStyle>
          <a:p>
            <a:r>
              <a:rPr lang="en-US"/>
              <a:t>Click icon to create chart</a:t>
            </a:r>
          </a:p>
        </p:txBody>
      </p:sp>
      <p:pic>
        <p:nvPicPr>
          <p:cNvPr id="13" name="图片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16200000">
            <a:off x="11562876" y="5800424"/>
            <a:ext cx="974339" cy="318995"/>
          </a:xfrm>
          <a:prstGeom prst="rect">
            <a:avLst/>
          </a:prstGeom>
        </p:spPr>
      </p:pic>
      <p:sp>
        <p:nvSpPr>
          <p:cNvPr id="15" name="Rectangle 6"/>
          <p:cNvSpPr/>
          <p:nvPr userDrawn="1"/>
        </p:nvSpPr>
        <p:spPr bwMode="gray">
          <a:xfrm flipH="1">
            <a:off x="11890545" y="6446656"/>
            <a:ext cx="311676" cy="182166"/>
          </a:xfrm>
          <a:prstGeom prst="rect">
            <a:avLst/>
          </a:prstGeom>
          <a:solidFill>
            <a:schemeClr val="tx1"/>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TextBox slide number"/>
          <p:cNvSpPr txBox="1"/>
          <p:nvPr userDrawn="1"/>
        </p:nvSpPr>
        <p:spPr bwMode="white">
          <a:xfrm>
            <a:off x="11907627" y="6491082"/>
            <a:ext cx="311675" cy="123111"/>
          </a:xfrm>
          <a:prstGeom prst="rect">
            <a:avLst/>
          </a:prstGeom>
        </p:spPr>
        <p:txBody>
          <a:bodyPr vert="horz" lIns="0" tIns="0" rIns="0" bIns="0" rtlCol="0" anchor="b"/>
          <a:lstStyle>
            <a:defPPr>
              <a:defRPr lang="en-US"/>
            </a:defPPr>
            <a:lvl1pPr algn="ctr">
              <a:defRPr sz="1000">
                <a:solidFill>
                  <a:schemeClr val="bg1"/>
                </a:solidFill>
              </a:defRPr>
            </a:lvl1pPr>
          </a:lstStyle>
          <a:p>
            <a:pPr lvl="0" algn="ctr"/>
            <a:fld id="{6EA5B71A-1B18-4E34-A48F-65DC4937AA99}" type="slidenum">
              <a:rPr lang="en-US" sz="1000" smtClean="0"/>
              <a:pPr lvl="0" algn="ctr"/>
              <a:t>‹#›</a:t>
            </a:fld>
            <a:endParaRPr lang="en-US" sz="1000"/>
          </a:p>
        </p:txBody>
      </p:sp>
    </p:spTree>
    <p:extLst>
      <p:ext uri="{BB962C8B-B14F-4D97-AF65-F5344CB8AC3E}">
        <p14:creationId xmlns:p14="http://schemas.microsoft.com/office/powerpoint/2010/main" val="1703753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rt Slide - With Background">
    <p:spTree>
      <p:nvGrpSpPr>
        <p:cNvPr id="1" name=""/>
        <p:cNvGrpSpPr/>
        <p:nvPr/>
      </p:nvGrpSpPr>
      <p:grpSpPr>
        <a:xfrm>
          <a:off x="0" y="0"/>
          <a:ext cx="0" cy="0"/>
          <a:chOff x="0" y="0"/>
          <a:chExt cx="0" cy="0"/>
        </a:xfrm>
      </p:grpSpPr>
      <p:sp>
        <p:nvSpPr>
          <p:cNvPr id="3" name="Chart Placeholder 2"/>
          <p:cNvSpPr>
            <a:spLocks noGrp="1"/>
          </p:cNvSpPr>
          <p:nvPr>
            <p:ph type="chart" sz="quarter" idx="10" hasCustomPrompt="1"/>
          </p:nvPr>
        </p:nvSpPr>
        <p:spPr bwMode="gray">
          <a:xfrm>
            <a:off x="548783" y="1179576"/>
            <a:ext cx="11076269" cy="5212835"/>
          </a:xfrm>
          <a:prstGeom prst="rect">
            <a:avLst/>
          </a:prstGeom>
        </p:spPr>
        <p:txBody>
          <a:bodyPr lIns="121899" tIns="853291" rIns="121899" bIns="60949" anchor="ctr" anchorCtr="0"/>
          <a:lstStyle>
            <a:lvl1pPr marL="0" indent="0" algn="ctr">
              <a:buFontTx/>
              <a:buNone/>
              <a:defRPr sz="2400" baseline="0">
                <a:solidFill>
                  <a:schemeClr val="bg2"/>
                </a:solidFill>
              </a:defRPr>
            </a:lvl1pPr>
          </a:lstStyle>
          <a:p>
            <a:r>
              <a:rPr lang="en-US"/>
              <a:t>Click icon to create chart</a:t>
            </a:r>
          </a:p>
        </p:txBody>
      </p:sp>
      <p:sp>
        <p:nvSpPr>
          <p:cNvPr id="10" name="Title 28"/>
          <p:cNvSpPr>
            <a:spLocks noGrp="1"/>
          </p:cNvSpPr>
          <p:nvPr>
            <p:ph type="title" hasCustomPrompt="1"/>
          </p:nvPr>
        </p:nvSpPr>
        <p:spPr bwMode="gray">
          <a:xfrm>
            <a:off x="548783" y="274320"/>
            <a:ext cx="11076268" cy="521208"/>
          </a:xfrm>
          <a:prstGeom prst="rect">
            <a:avLst/>
          </a:prstGeom>
        </p:spPr>
        <p:txBody>
          <a:bodyPr wrap="square" lIns="0" tIns="0" rIns="0" bIns="0" anchor="ctr" anchorCtr="0"/>
          <a:lstStyle>
            <a:lvl1pPr marL="0" algn="l" defTabSz="1218987" rtl="0" eaLnBrk="1" latinLnBrk="0" hangingPunct="1">
              <a:lnSpc>
                <a:spcPct val="100000"/>
              </a:lnSpc>
              <a:spcBef>
                <a:spcPct val="0"/>
              </a:spcBef>
              <a:buNone/>
              <a:tabLst>
                <a:tab pos="1218987" algn="l"/>
              </a:tabLst>
              <a:defRPr lang="en-US" sz="3600" kern="1200" cap="none" spc="0" baseline="0" dirty="0">
                <a:solidFill>
                  <a:schemeClr val="tx1"/>
                </a:solidFill>
                <a:latin typeface="Arial" pitchFamily="34" charset="0"/>
                <a:ea typeface="+mn-ea"/>
                <a:cs typeface="Arial" pitchFamily="34" charset="0"/>
              </a:defRPr>
            </a:lvl1pPr>
          </a:lstStyle>
          <a:p>
            <a:r>
              <a:rPr lang="en-US"/>
              <a:t>Click To Edit Master Title</a:t>
            </a:r>
          </a:p>
        </p:txBody>
      </p:sp>
      <p:sp>
        <p:nvSpPr>
          <p:cNvPr id="11" name="Freeform 5"/>
          <p:cNvSpPr>
            <a:spLocks noChangeAspect="1" noEditPoints="1"/>
          </p:cNvSpPr>
          <p:nvPr userDrawn="1"/>
        </p:nvSpPr>
        <p:spPr bwMode="black">
          <a:xfrm>
            <a:off x="205408" y="423407"/>
            <a:ext cx="200639" cy="200587"/>
          </a:xfrm>
          <a:custGeom>
            <a:avLst/>
            <a:gdLst>
              <a:gd name="T0" fmla="*/ 684 w 1368"/>
              <a:gd name="T1" fmla="*/ 0 h 1368"/>
              <a:gd name="T2" fmla="*/ 0 w 1368"/>
              <a:gd name="T3" fmla="*/ 684 h 1368"/>
              <a:gd name="T4" fmla="*/ 684 w 1368"/>
              <a:gd name="T5" fmla="*/ 1368 h 1368"/>
              <a:gd name="T6" fmla="*/ 1368 w 1368"/>
              <a:gd name="T7" fmla="*/ 684 h 1368"/>
              <a:gd name="T8" fmla="*/ 684 w 1368"/>
              <a:gd name="T9" fmla="*/ 0 h 1368"/>
              <a:gd name="T10" fmla="*/ 1068 w 1368"/>
              <a:gd name="T11" fmla="*/ 698 h 1368"/>
              <a:gd name="T12" fmla="*/ 973 w 1368"/>
              <a:gd name="T13" fmla="*/ 793 h 1368"/>
              <a:gd name="T14" fmla="*/ 793 w 1368"/>
              <a:gd name="T15" fmla="*/ 793 h 1368"/>
              <a:gd name="T16" fmla="*/ 793 w 1368"/>
              <a:gd name="T17" fmla="*/ 973 h 1368"/>
              <a:gd name="T18" fmla="*/ 698 w 1368"/>
              <a:gd name="T19" fmla="*/ 1068 h 1368"/>
              <a:gd name="T20" fmla="*/ 670 w 1368"/>
              <a:gd name="T21" fmla="*/ 1068 h 1368"/>
              <a:gd name="T22" fmla="*/ 576 w 1368"/>
              <a:gd name="T23" fmla="*/ 973 h 1368"/>
              <a:gd name="T24" fmla="*/ 576 w 1368"/>
              <a:gd name="T25" fmla="*/ 793 h 1368"/>
              <a:gd name="T26" fmla="*/ 396 w 1368"/>
              <a:gd name="T27" fmla="*/ 793 h 1368"/>
              <a:gd name="T28" fmla="*/ 301 w 1368"/>
              <a:gd name="T29" fmla="*/ 698 h 1368"/>
              <a:gd name="T30" fmla="*/ 301 w 1368"/>
              <a:gd name="T31" fmla="*/ 671 h 1368"/>
              <a:gd name="T32" fmla="*/ 396 w 1368"/>
              <a:gd name="T33" fmla="*/ 576 h 1368"/>
              <a:gd name="T34" fmla="*/ 576 w 1368"/>
              <a:gd name="T35" fmla="*/ 576 h 1368"/>
              <a:gd name="T36" fmla="*/ 576 w 1368"/>
              <a:gd name="T37" fmla="*/ 396 h 1368"/>
              <a:gd name="T38" fmla="*/ 670 w 1368"/>
              <a:gd name="T39" fmla="*/ 301 h 1368"/>
              <a:gd name="T40" fmla="*/ 698 w 1368"/>
              <a:gd name="T41" fmla="*/ 301 h 1368"/>
              <a:gd name="T42" fmla="*/ 793 w 1368"/>
              <a:gd name="T43" fmla="*/ 396 h 1368"/>
              <a:gd name="T44" fmla="*/ 793 w 1368"/>
              <a:gd name="T45" fmla="*/ 576 h 1368"/>
              <a:gd name="T46" fmla="*/ 973 w 1368"/>
              <a:gd name="T47" fmla="*/ 576 h 1368"/>
              <a:gd name="T48" fmla="*/ 1068 w 1368"/>
              <a:gd name="T49" fmla="*/ 671 h 1368"/>
              <a:gd name="T50" fmla="*/ 1068 w 1368"/>
              <a:gd name="T51" fmla="*/ 698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68" h="1368">
                <a:moveTo>
                  <a:pt x="684" y="0"/>
                </a:moveTo>
                <a:cubicBezTo>
                  <a:pt x="307" y="0"/>
                  <a:pt x="0" y="307"/>
                  <a:pt x="0" y="684"/>
                </a:cubicBezTo>
                <a:cubicBezTo>
                  <a:pt x="0" y="1062"/>
                  <a:pt x="307" y="1368"/>
                  <a:pt x="684" y="1368"/>
                </a:cubicBezTo>
                <a:cubicBezTo>
                  <a:pt x="1062" y="1368"/>
                  <a:pt x="1368" y="1062"/>
                  <a:pt x="1368" y="684"/>
                </a:cubicBezTo>
                <a:cubicBezTo>
                  <a:pt x="1368" y="307"/>
                  <a:pt x="1062" y="0"/>
                  <a:pt x="684" y="0"/>
                </a:cubicBezTo>
                <a:close/>
                <a:moveTo>
                  <a:pt x="1068" y="698"/>
                </a:moveTo>
                <a:cubicBezTo>
                  <a:pt x="1068" y="751"/>
                  <a:pt x="1025" y="793"/>
                  <a:pt x="973" y="793"/>
                </a:cubicBezTo>
                <a:cubicBezTo>
                  <a:pt x="793" y="793"/>
                  <a:pt x="793" y="793"/>
                  <a:pt x="793" y="793"/>
                </a:cubicBezTo>
                <a:cubicBezTo>
                  <a:pt x="793" y="973"/>
                  <a:pt x="793" y="973"/>
                  <a:pt x="793" y="973"/>
                </a:cubicBezTo>
                <a:cubicBezTo>
                  <a:pt x="793" y="1025"/>
                  <a:pt x="750" y="1068"/>
                  <a:pt x="698" y="1068"/>
                </a:cubicBezTo>
                <a:cubicBezTo>
                  <a:pt x="670" y="1068"/>
                  <a:pt x="670" y="1068"/>
                  <a:pt x="670" y="1068"/>
                </a:cubicBezTo>
                <a:cubicBezTo>
                  <a:pt x="618" y="1068"/>
                  <a:pt x="576" y="1025"/>
                  <a:pt x="576" y="973"/>
                </a:cubicBezTo>
                <a:cubicBezTo>
                  <a:pt x="576" y="793"/>
                  <a:pt x="576" y="793"/>
                  <a:pt x="576" y="793"/>
                </a:cubicBezTo>
                <a:cubicBezTo>
                  <a:pt x="396" y="793"/>
                  <a:pt x="396" y="793"/>
                  <a:pt x="396" y="793"/>
                </a:cubicBezTo>
                <a:cubicBezTo>
                  <a:pt x="344" y="793"/>
                  <a:pt x="301" y="751"/>
                  <a:pt x="301" y="698"/>
                </a:cubicBezTo>
                <a:cubicBezTo>
                  <a:pt x="301" y="671"/>
                  <a:pt x="301" y="671"/>
                  <a:pt x="301" y="671"/>
                </a:cubicBezTo>
                <a:cubicBezTo>
                  <a:pt x="301" y="618"/>
                  <a:pt x="344" y="576"/>
                  <a:pt x="396" y="576"/>
                </a:cubicBezTo>
                <a:cubicBezTo>
                  <a:pt x="576" y="576"/>
                  <a:pt x="576" y="576"/>
                  <a:pt x="576" y="576"/>
                </a:cubicBezTo>
                <a:cubicBezTo>
                  <a:pt x="576" y="396"/>
                  <a:pt x="576" y="396"/>
                  <a:pt x="576" y="396"/>
                </a:cubicBezTo>
                <a:cubicBezTo>
                  <a:pt x="576" y="344"/>
                  <a:pt x="618" y="301"/>
                  <a:pt x="670" y="301"/>
                </a:cubicBezTo>
                <a:cubicBezTo>
                  <a:pt x="698" y="301"/>
                  <a:pt x="698" y="301"/>
                  <a:pt x="698" y="301"/>
                </a:cubicBezTo>
                <a:cubicBezTo>
                  <a:pt x="750" y="301"/>
                  <a:pt x="793" y="344"/>
                  <a:pt x="793" y="396"/>
                </a:cubicBezTo>
                <a:cubicBezTo>
                  <a:pt x="793" y="576"/>
                  <a:pt x="793" y="576"/>
                  <a:pt x="793" y="576"/>
                </a:cubicBezTo>
                <a:cubicBezTo>
                  <a:pt x="973" y="576"/>
                  <a:pt x="973" y="576"/>
                  <a:pt x="973" y="576"/>
                </a:cubicBezTo>
                <a:cubicBezTo>
                  <a:pt x="1025" y="576"/>
                  <a:pt x="1068" y="618"/>
                  <a:pt x="1068" y="671"/>
                </a:cubicBezTo>
                <a:lnTo>
                  <a:pt x="1068" y="69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1800"/>
          </a:p>
        </p:txBody>
      </p:sp>
      <p:sp>
        <p:nvSpPr>
          <p:cNvPr id="6" name="Footer Placeholder 2"/>
          <p:cNvSpPr>
            <a:spLocks noGrp="1"/>
          </p:cNvSpPr>
          <p:nvPr>
            <p:ph type="ftr" sz="quarter" idx="11"/>
          </p:nvPr>
        </p:nvSpPr>
        <p:spPr>
          <a:xfrm>
            <a:off x="548783" y="6473952"/>
            <a:ext cx="3861806" cy="153888"/>
          </a:xfrm>
          <a:prstGeom prst="rect">
            <a:avLst/>
          </a:prstGeom>
        </p:spPr>
        <p:txBody>
          <a:bodyPr/>
          <a:lstStyle/>
          <a:p>
            <a:r>
              <a:rPr lang="en-US" altLang="zh-CN" sz="1000">
                <a:solidFill>
                  <a:srgbClr val="939598"/>
                </a:solidFill>
                <a:cs typeface="Arial" pitchFamily="34" charset="0"/>
              </a:rPr>
              <a:t>2016 LCFC Internal. All rights reserved.</a:t>
            </a:r>
          </a:p>
        </p:txBody>
      </p:sp>
    </p:spTree>
    <p:extLst>
      <p:ext uri="{BB962C8B-B14F-4D97-AF65-F5344CB8AC3E}">
        <p14:creationId xmlns:p14="http://schemas.microsoft.com/office/powerpoint/2010/main" val="46465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hart Slide - With Background &amp; Shelf">
    <p:spTree>
      <p:nvGrpSpPr>
        <p:cNvPr id="1" name=""/>
        <p:cNvGrpSpPr/>
        <p:nvPr/>
      </p:nvGrpSpPr>
      <p:grpSpPr>
        <a:xfrm>
          <a:off x="0" y="0"/>
          <a:ext cx="0" cy="0"/>
          <a:chOff x="0" y="0"/>
          <a:chExt cx="0" cy="0"/>
        </a:xfrm>
      </p:grpSpPr>
      <p:sp>
        <p:nvSpPr>
          <p:cNvPr id="12" name="Rectangle 11"/>
          <p:cNvSpPr/>
          <p:nvPr userDrawn="1"/>
        </p:nvSpPr>
        <p:spPr>
          <a:xfrm>
            <a:off x="1" y="4639112"/>
            <a:ext cx="12192000" cy="2219160"/>
          </a:xfrm>
          <a:prstGeom prst="rect">
            <a:avLst/>
          </a:prstGeom>
          <a:gradFill flip="none" rotWithShape="1">
            <a:gsLst>
              <a:gs pos="0">
                <a:schemeClr val="tx2">
                  <a:alpha val="25000"/>
                </a:schemeClr>
              </a:gs>
              <a:gs pos="50000">
                <a:schemeClr val="bg1">
                  <a:alpha val="50000"/>
                </a:schemeClr>
              </a:gs>
              <a:gs pos="100000">
                <a:schemeClr val="tx2">
                  <a:alpha val="2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Chart Placeholder 2"/>
          <p:cNvSpPr>
            <a:spLocks noGrp="1"/>
          </p:cNvSpPr>
          <p:nvPr>
            <p:ph type="chart" sz="quarter" idx="10" hasCustomPrompt="1"/>
          </p:nvPr>
        </p:nvSpPr>
        <p:spPr bwMode="gray">
          <a:xfrm>
            <a:off x="548783" y="1179576"/>
            <a:ext cx="11076269" cy="5209682"/>
          </a:xfrm>
          <a:prstGeom prst="rect">
            <a:avLst/>
          </a:prstGeom>
        </p:spPr>
        <p:txBody>
          <a:bodyPr lIns="121899" tIns="853291" rIns="121899" bIns="60949" anchor="ctr" anchorCtr="0"/>
          <a:lstStyle>
            <a:lvl1pPr marL="0" indent="0" algn="ctr">
              <a:buFontTx/>
              <a:buNone/>
              <a:defRPr sz="2400" baseline="0">
                <a:solidFill>
                  <a:schemeClr val="bg2"/>
                </a:solidFill>
              </a:defRPr>
            </a:lvl1pPr>
          </a:lstStyle>
          <a:p>
            <a:r>
              <a:rPr lang="en-US"/>
              <a:t>Click icon to create chart</a:t>
            </a:r>
          </a:p>
        </p:txBody>
      </p:sp>
      <p:sp>
        <p:nvSpPr>
          <p:cNvPr id="15" name="Footer Placeholder 14"/>
          <p:cNvSpPr>
            <a:spLocks noGrp="1"/>
          </p:cNvSpPr>
          <p:nvPr>
            <p:ph type="ftr" sz="quarter" idx="11"/>
          </p:nvPr>
        </p:nvSpPr>
        <p:spPr>
          <a:xfrm>
            <a:off x="548783" y="6473952"/>
            <a:ext cx="3109770" cy="384048"/>
          </a:xfrm>
          <a:prstGeom prst="rect">
            <a:avLst/>
          </a:prstGeom>
        </p:spPr>
        <p:txBody>
          <a:bodyPr/>
          <a:lstStyle/>
          <a:p>
            <a:r>
              <a:rPr lang="en-US" sz="1000">
                <a:solidFill>
                  <a:srgbClr val="939598"/>
                </a:solidFill>
                <a:cs typeface="Arial" pitchFamily="34" charset="0"/>
              </a:rPr>
              <a:t>2016 LCFC Internal. All rights reserved.</a:t>
            </a:r>
          </a:p>
        </p:txBody>
      </p:sp>
      <p:sp>
        <p:nvSpPr>
          <p:cNvPr id="10" name="Title 28"/>
          <p:cNvSpPr>
            <a:spLocks noGrp="1"/>
          </p:cNvSpPr>
          <p:nvPr>
            <p:ph type="title" hasCustomPrompt="1"/>
          </p:nvPr>
        </p:nvSpPr>
        <p:spPr bwMode="gray">
          <a:xfrm>
            <a:off x="548783" y="274320"/>
            <a:ext cx="11076268" cy="521208"/>
          </a:xfrm>
          <a:prstGeom prst="rect">
            <a:avLst/>
          </a:prstGeom>
        </p:spPr>
        <p:txBody>
          <a:bodyPr wrap="square" lIns="0" tIns="0" rIns="0" bIns="0" anchor="ctr" anchorCtr="0"/>
          <a:lstStyle>
            <a:lvl1pPr marL="0" algn="l" defTabSz="1218987" rtl="0" eaLnBrk="1" latinLnBrk="0" hangingPunct="1">
              <a:lnSpc>
                <a:spcPct val="100000"/>
              </a:lnSpc>
              <a:spcBef>
                <a:spcPct val="0"/>
              </a:spcBef>
              <a:buNone/>
              <a:tabLst>
                <a:tab pos="1218987" algn="l"/>
              </a:tabLst>
              <a:defRPr lang="en-US" sz="3600" kern="1200" cap="none" spc="0" baseline="0" dirty="0">
                <a:solidFill>
                  <a:schemeClr val="tx1"/>
                </a:solidFill>
                <a:latin typeface="Arial" pitchFamily="34" charset="0"/>
                <a:ea typeface="+mn-ea"/>
                <a:cs typeface="Arial" pitchFamily="34" charset="0"/>
              </a:defRPr>
            </a:lvl1pPr>
          </a:lstStyle>
          <a:p>
            <a:r>
              <a:rPr lang="en-US"/>
              <a:t>Click To Edit Master Title</a:t>
            </a:r>
          </a:p>
        </p:txBody>
      </p:sp>
      <p:sp>
        <p:nvSpPr>
          <p:cNvPr id="11" name="Freeform 5"/>
          <p:cNvSpPr>
            <a:spLocks noChangeAspect="1" noEditPoints="1"/>
          </p:cNvSpPr>
          <p:nvPr userDrawn="1"/>
        </p:nvSpPr>
        <p:spPr bwMode="black">
          <a:xfrm>
            <a:off x="205408" y="423407"/>
            <a:ext cx="200639" cy="200587"/>
          </a:xfrm>
          <a:custGeom>
            <a:avLst/>
            <a:gdLst>
              <a:gd name="T0" fmla="*/ 684 w 1368"/>
              <a:gd name="T1" fmla="*/ 0 h 1368"/>
              <a:gd name="T2" fmla="*/ 0 w 1368"/>
              <a:gd name="T3" fmla="*/ 684 h 1368"/>
              <a:gd name="T4" fmla="*/ 684 w 1368"/>
              <a:gd name="T5" fmla="*/ 1368 h 1368"/>
              <a:gd name="T6" fmla="*/ 1368 w 1368"/>
              <a:gd name="T7" fmla="*/ 684 h 1368"/>
              <a:gd name="T8" fmla="*/ 684 w 1368"/>
              <a:gd name="T9" fmla="*/ 0 h 1368"/>
              <a:gd name="T10" fmla="*/ 1068 w 1368"/>
              <a:gd name="T11" fmla="*/ 698 h 1368"/>
              <a:gd name="T12" fmla="*/ 973 w 1368"/>
              <a:gd name="T13" fmla="*/ 793 h 1368"/>
              <a:gd name="T14" fmla="*/ 793 w 1368"/>
              <a:gd name="T15" fmla="*/ 793 h 1368"/>
              <a:gd name="T16" fmla="*/ 793 w 1368"/>
              <a:gd name="T17" fmla="*/ 973 h 1368"/>
              <a:gd name="T18" fmla="*/ 698 w 1368"/>
              <a:gd name="T19" fmla="*/ 1068 h 1368"/>
              <a:gd name="T20" fmla="*/ 670 w 1368"/>
              <a:gd name="T21" fmla="*/ 1068 h 1368"/>
              <a:gd name="T22" fmla="*/ 576 w 1368"/>
              <a:gd name="T23" fmla="*/ 973 h 1368"/>
              <a:gd name="T24" fmla="*/ 576 w 1368"/>
              <a:gd name="T25" fmla="*/ 793 h 1368"/>
              <a:gd name="T26" fmla="*/ 396 w 1368"/>
              <a:gd name="T27" fmla="*/ 793 h 1368"/>
              <a:gd name="T28" fmla="*/ 301 w 1368"/>
              <a:gd name="T29" fmla="*/ 698 h 1368"/>
              <a:gd name="T30" fmla="*/ 301 w 1368"/>
              <a:gd name="T31" fmla="*/ 671 h 1368"/>
              <a:gd name="T32" fmla="*/ 396 w 1368"/>
              <a:gd name="T33" fmla="*/ 576 h 1368"/>
              <a:gd name="T34" fmla="*/ 576 w 1368"/>
              <a:gd name="T35" fmla="*/ 576 h 1368"/>
              <a:gd name="T36" fmla="*/ 576 w 1368"/>
              <a:gd name="T37" fmla="*/ 396 h 1368"/>
              <a:gd name="T38" fmla="*/ 670 w 1368"/>
              <a:gd name="T39" fmla="*/ 301 h 1368"/>
              <a:gd name="T40" fmla="*/ 698 w 1368"/>
              <a:gd name="T41" fmla="*/ 301 h 1368"/>
              <a:gd name="T42" fmla="*/ 793 w 1368"/>
              <a:gd name="T43" fmla="*/ 396 h 1368"/>
              <a:gd name="T44" fmla="*/ 793 w 1368"/>
              <a:gd name="T45" fmla="*/ 576 h 1368"/>
              <a:gd name="T46" fmla="*/ 973 w 1368"/>
              <a:gd name="T47" fmla="*/ 576 h 1368"/>
              <a:gd name="T48" fmla="*/ 1068 w 1368"/>
              <a:gd name="T49" fmla="*/ 671 h 1368"/>
              <a:gd name="T50" fmla="*/ 1068 w 1368"/>
              <a:gd name="T51" fmla="*/ 698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68" h="1368">
                <a:moveTo>
                  <a:pt x="684" y="0"/>
                </a:moveTo>
                <a:cubicBezTo>
                  <a:pt x="307" y="0"/>
                  <a:pt x="0" y="307"/>
                  <a:pt x="0" y="684"/>
                </a:cubicBezTo>
                <a:cubicBezTo>
                  <a:pt x="0" y="1062"/>
                  <a:pt x="307" y="1368"/>
                  <a:pt x="684" y="1368"/>
                </a:cubicBezTo>
                <a:cubicBezTo>
                  <a:pt x="1062" y="1368"/>
                  <a:pt x="1368" y="1062"/>
                  <a:pt x="1368" y="684"/>
                </a:cubicBezTo>
                <a:cubicBezTo>
                  <a:pt x="1368" y="307"/>
                  <a:pt x="1062" y="0"/>
                  <a:pt x="684" y="0"/>
                </a:cubicBezTo>
                <a:close/>
                <a:moveTo>
                  <a:pt x="1068" y="698"/>
                </a:moveTo>
                <a:cubicBezTo>
                  <a:pt x="1068" y="751"/>
                  <a:pt x="1025" y="793"/>
                  <a:pt x="973" y="793"/>
                </a:cubicBezTo>
                <a:cubicBezTo>
                  <a:pt x="793" y="793"/>
                  <a:pt x="793" y="793"/>
                  <a:pt x="793" y="793"/>
                </a:cubicBezTo>
                <a:cubicBezTo>
                  <a:pt x="793" y="973"/>
                  <a:pt x="793" y="973"/>
                  <a:pt x="793" y="973"/>
                </a:cubicBezTo>
                <a:cubicBezTo>
                  <a:pt x="793" y="1025"/>
                  <a:pt x="750" y="1068"/>
                  <a:pt x="698" y="1068"/>
                </a:cubicBezTo>
                <a:cubicBezTo>
                  <a:pt x="670" y="1068"/>
                  <a:pt x="670" y="1068"/>
                  <a:pt x="670" y="1068"/>
                </a:cubicBezTo>
                <a:cubicBezTo>
                  <a:pt x="618" y="1068"/>
                  <a:pt x="576" y="1025"/>
                  <a:pt x="576" y="973"/>
                </a:cubicBezTo>
                <a:cubicBezTo>
                  <a:pt x="576" y="793"/>
                  <a:pt x="576" y="793"/>
                  <a:pt x="576" y="793"/>
                </a:cubicBezTo>
                <a:cubicBezTo>
                  <a:pt x="396" y="793"/>
                  <a:pt x="396" y="793"/>
                  <a:pt x="396" y="793"/>
                </a:cubicBezTo>
                <a:cubicBezTo>
                  <a:pt x="344" y="793"/>
                  <a:pt x="301" y="751"/>
                  <a:pt x="301" y="698"/>
                </a:cubicBezTo>
                <a:cubicBezTo>
                  <a:pt x="301" y="671"/>
                  <a:pt x="301" y="671"/>
                  <a:pt x="301" y="671"/>
                </a:cubicBezTo>
                <a:cubicBezTo>
                  <a:pt x="301" y="618"/>
                  <a:pt x="344" y="576"/>
                  <a:pt x="396" y="576"/>
                </a:cubicBezTo>
                <a:cubicBezTo>
                  <a:pt x="576" y="576"/>
                  <a:pt x="576" y="576"/>
                  <a:pt x="576" y="576"/>
                </a:cubicBezTo>
                <a:cubicBezTo>
                  <a:pt x="576" y="396"/>
                  <a:pt x="576" y="396"/>
                  <a:pt x="576" y="396"/>
                </a:cubicBezTo>
                <a:cubicBezTo>
                  <a:pt x="576" y="344"/>
                  <a:pt x="618" y="301"/>
                  <a:pt x="670" y="301"/>
                </a:cubicBezTo>
                <a:cubicBezTo>
                  <a:pt x="698" y="301"/>
                  <a:pt x="698" y="301"/>
                  <a:pt x="698" y="301"/>
                </a:cubicBezTo>
                <a:cubicBezTo>
                  <a:pt x="750" y="301"/>
                  <a:pt x="793" y="344"/>
                  <a:pt x="793" y="396"/>
                </a:cubicBezTo>
                <a:cubicBezTo>
                  <a:pt x="793" y="576"/>
                  <a:pt x="793" y="576"/>
                  <a:pt x="793" y="576"/>
                </a:cubicBezTo>
                <a:cubicBezTo>
                  <a:pt x="973" y="576"/>
                  <a:pt x="973" y="576"/>
                  <a:pt x="973" y="576"/>
                </a:cubicBezTo>
                <a:cubicBezTo>
                  <a:pt x="1025" y="576"/>
                  <a:pt x="1068" y="618"/>
                  <a:pt x="1068" y="671"/>
                </a:cubicBezTo>
                <a:lnTo>
                  <a:pt x="1068" y="69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1800"/>
          </a:p>
        </p:txBody>
      </p:sp>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16200000">
            <a:off x="11562876" y="5800424"/>
            <a:ext cx="974339" cy="318995"/>
          </a:xfrm>
          <a:prstGeom prst="rect">
            <a:avLst/>
          </a:prstGeom>
        </p:spPr>
      </p:pic>
      <p:sp>
        <p:nvSpPr>
          <p:cNvPr id="13" name="Rectangle 6"/>
          <p:cNvSpPr/>
          <p:nvPr userDrawn="1"/>
        </p:nvSpPr>
        <p:spPr bwMode="gray">
          <a:xfrm flipH="1">
            <a:off x="11890545" y="6446656"/>
            <a:ext cx="311676" cy="182166"/>
          </a:xfrm>
          <a:prstGeom prst="rect">
            <a:avLst/>
          </a:prstGeom>
          <a:solidFill>
            <a:schemeClr val="tx1"/>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TextBox slide number"/>
          <p:cNvSpPr txBox="1"/>
          <p:nvPr userDrawn="1"/>
        </p:nvSpPr>
        <p:spPr bwMode="white">
          <a:xfrm>
            <a:off x="11907627" y="6491082"/>
            <a:ext cx="311675" cy="123111"/>
          </a:xfrm>
          <a:prstGeom prst="rect">
            <a:avLst/>
          </a:prstGeom>
        </p:spPr>
        <p:txBody>
          <a:bodyPr vert="horz" lIns="0" tIns="0" rIns="0" bIns="0" rtlCol="0" anchor="b"/>
          <a:lstStyle>
            <a:defPPr>
              <a:defRPr lang="en-US"/>
            </a:defPPr>
            <a:lvl1pPr algn="ctr">
              <a:defRPr sz="1000">
                <a:solidFill>
                  <a:schemeClr val="bg1"/>
                </a:solidFill>
              </a:defRPr>
            </a:lvl1pPr>
          </a:lstStyle>
          <a:p>
            <a:pPr lvl="0" algn="ctr"/>
            <a:fld id="{6EA5B71A-1B18-4E34-A48F-65DC4937AA99}" type="slidenum">
              <a:rPr lang="en-US" sz="1000" smtClean="0"/>
              <a:pPr lvl="0" algn="ctr"/>
              <a:t>‹#›</a:t>
            </a:fld>
            <a:endParaRPr lang="en-US" sz="1000"/>
          </a:p>
        </p:txBody>
      </p:sp>
    </p:spTree>
    <p:extLst>
      <p:ext uri="{BB962C8B-B14F-4D97-AF65-F5344CB8AC3E}">
        <p14:creationId xmlns:p14="http://schemas.microsoft.com/office/powerpoint/2010/main" val="1043689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Blank Slide - No Background">
    <p:spTree>
      <p:nvGrpSpPr>
        <p:cNvPr id="1" name=""/>
        <p:cNvGrpSpPr/>
        <p:nvPr/>
      </p:nvGrpSpPr>
      <p:grpSpPr>
        <a:xfrm>
          <a:off x="0" y="0"/>
          <a:ext cx="0" cy="0"/>
          <a:chOff x="0" y="0"/>
          <a:chExt cx="0" cy="0"/>
        </a:xfrm>
      </p:grpSpPr>
      <p:sp>
        <p:nvSpPr>
          <p:cNvPr id="6" name="Footer Placeholder 5"/>
          <p:cNvSpPr>
            <a:spLocks noGrp="1"/>
          </p:cNvSpPr>
          <p:nvPr>
            <p:ph type="ftr" sz="quarter" idx="10"/>
          </p:nvPr>
        </p:nvSpPr>
        <p:spPr>
          <a:xfrm>
            <a:off x="548783" y="6473952"/>
            <a:ext cx="3328191" cy="384048"/>
          </a:xfrm>
          <a:prstGeom prst="rect">
            <a:avLst/>
          </a:prstGeom>
        </p:spPr>
        <p:txBody>
          <a:bodyPr/>
          <a:lstStyle/>
          <a:p>
            <a:r>
              <a:rPr lang="en-US" sz="1000">
                <a:solidFill>
                  <a:srgbClr val="939598"/>
                </a:solidFill>
                <a:cs typeface="Arial" pitchFamily="34" charset="0"/>
              </a:rPr>
              <a:t>2016 LCFC Internal. All rights reserved.</a:t>
            </a:r>
          </a:p>
        </p:txBody>
      </p:sp>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16200000">
            <a:off x="11562876" y="5800424"/>
            <a:ext cx="974339" cy="318995"/>
          </a:xfrm>
          <a:prstGeom prst="rect">
            <a:avLst/>
          </a:prstGeom>
        </p:spPr>
      </p:pic>
      <p:sp>
        <p:nvSpPr>
          <p:cNvPr id="9" name="Rectangle 6"/>
          <p:cNvSpPr/>
          <p:nvPr userDrawn="1"/>
        </p:nvSpPr>
        <p:spPr bwMode="gray">
          <a:xfrm flipH="1">
            <a:off x="11890545" y="6446656"/>
            <a:ext cx="311676" cy="182166"/>
          </a:xfrm>
          <a:prstGeom prst="rect">
            <a:avLst/>
          </a:prstGeom>
          <a:solidFill>
            <a:schemeClr val="tx1"/>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TextBox slide number"/>
          <p:cNvSpPr txBox="1"/>
          <p:nvPr userDrawn="1"/>
        </p:nvSpPr>
        <p:spPr bwMode="white">
          <a:xfrm>
            <a:off x="11907627" y="6491082"/>
            <a:ext cx="311675" cy="123111"/>
          </a:xfrm>
          <a:prstGeom prst="rect">
            <a:avLst/>
          </a:prstGeom>
        </p:spPr>
        <p:txBody>
          <a:bodyPr vert="horz" lIns="0" tIns="0" rIns="0" bIns="0" rtlCol="0" anchor="b"/>
          <a:lstStyle>
            <a:defPPr>
              <a:defRPr lang="en-US"/>
            </a:defPPr>
            <a:lvl1pPr algn="ctr">
              <a:defRPr sz="1000">
                <a:solidFill>
                  <a:schemeClr val="bg1"/>
                </a:solidFill>
              </a:defRPr>
            </a:lvl1pPr>
          </a:lstStyle>
          <a:p>
            <a:pPr lvl="0" algn="ctr"/>
            <a:fld id="{6EA5B71A-1B18-4E34-A48F-65DC4937AA99}" type="slidenum">
              <a:rPr lang="en-US" sz="1000" smtClean="0"/>
              <a:pPr lvl="0" algn="ctr"/>
              <a:t>‹#›</a:t>
            </a:fld>
            <a:endParaRPr lang="en-US" sz="1000"/>
          </a:p>
        </p:txBody>
      </p:sp>
    </p:spTree>
    <p:extLst>
      <p:ext uri="{BB962C8B-B14F-4D97-AF65-F5344CB8AC3E}">
        <p14:creationId xmlns:p14="http://schemas.microsoft.com/office/powerpoint/2010/main" val="1529650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Slide - With Background">
    <p:spTree>
      <p:nvGrpSpPr>
        <p:cNvPr id="1" name=""/>
        <p:cNvGrpSpPr/>
        <p:nvPr/>
      </p:nvGrpSpPr>
      <p:grpSpPr>
        <a:xfrm>
          <a:off x="0" y="0"/>
          <a:ext cx="0" cy="0"/>
          <a:chOff x="0" y="0"/>
          <a:chExt cx="0" cy="0"/>
        </a:xfrm>
      </p:grpSpPr>
      <p:sp>
        <p:nvSpPr>
          <p:cNvPr id="8" name="Footer Placeholder 7"/>
          <p:cNvSpPr>
            <a:spLocks noGrp="1"/>
          </p:cNvSpPr>
          <p:nvPr>
            <p:ph type="ftr" sz="quarter" idx="10"/>
          </p:nvPr>
        </p:nvSpPr>
        <p:spPr>
          <a:xfrm>
            <a:off x="548783" y="6473952"/>
            <a:ext cx="3341842" cy="384048"/>
          </a:xfrm>
          <a:prstGeom prst="rect">
            <a:avLst/>
          </a:prstGeom>
        </p:spPr>
        <p:txBody>
          <a:bodyPr/>
          <a:lstStyle/>
          <a:p>
            <a:r>
              <a:rPr lang="en-US" sz="1000">
                <a:solidFill>
                  <a:srgbClr val="939598"/>
                </a:solidFill>
                <a:cs typeface="Arial" pitchFamily="34" charset="0"/>
              </a:rPr>
              <a:t>2016 LCFC Internal. All rights reserved.</a:t>
            </a:r>
          </a:p>
        </p:txBody>
      </p:sp>
    </p:spTree>
    <p:extLst>
      <p:ext uri="{BB962C8B-B14F-4D97-AF65-F5344CB8AC3E}">
        <p14:creationId xmlns:p14="http://schemas.microsoft.com/office/powerpoint/2010/main" val="2337953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grpSp>
        <p:nvGrpSpPr>
          <p:cNvPr id="22" name="Group 3"/>
          <p:cNvGrpSpPr/>
          <p:nvPr userDrawn="1"/>
        </p:nvGrpSpPr>
        <p:grpSpPr bwMode="gray">
          <a:xfrm>
            <a:off x="1828647" y="1519963"/>
            <a:ext cx="8537884" cy="4341742"/>
            <a:chOff x="1828170" y="1258957"/>
            <a:chExt cx="8535661" cy="4341742"/>
          </a:xfrm>
          <a:solidFill>
            <a:schemeClr val="bg1">
              <a:lumMod val="85000"/>
            </a:schemeClr>
          </a:solidFill>
        </p:grpSpPr>
        <p:sp>
          <p:nvSpPr>
            <p:cNvPr id="23" name="Freeform 9"/>
            <p:cNvSpPr>
              <a:spLocks/>
            </p:cNvSpPr>
            <p:nvPr userDrawn="1"/>
          </p:nvSpPr>
          <p:spPr bwMode="gray">
            <a:xfrm>
              <a:off x="5610226" y="4994274"/>
              <a:ext cx="974725" cy="606425"/>
            </a:xfrm>
            <a:custGeom>
              <a:avLst/>
              <a:gdLst>
                <a:gd name="T0" fmla="*/ 122 w 257"/>
                <a:gd name="T1" fmla="*/ 155 h 159"/>
                <a:gd name="T2" fmla="*/ 4 w 257"/>
                <a:gd name="T3" fmla="*/ 12 h 159"/>
                <a:gd name="T4" fmla="*/ 10 w 257"/>
                <a:gd name="T5" fmla="*/ 0 h 159"/>
                <a:gd name="T6" fmla="*/ 247 w 257"/>
                <a:gd name="T7" fmla="*/ 0 h 159"/>
                <a:gd name="T8" fmla="*/ 253 w 257"/>
                <a:gd name="T9" fmla="*/ 12 h 159"/>
                <a:gd name="T10" fmla="*/ 134 w 257"/>
                <a:gd name="T11" fmla="*/ 155 h 159"/>
                <a:gd name="T12" fmla="*/ 122 w 257"/>
                <a:gd name="T13" fmla="*/ 155 h 159"/>
              </a:gdLst>
              <a:ahLst/>
              <a:cxnLst>
                <a:cxn ang="0">
                  <a:pos x="T0" y="T1"/>
                </a:cxn>
                <a:cxn ang="0">
                  <a:pos x="T2" y="T3"/>
                </a:cxn>
                <a:cxn ang="0">
                  <a:pos x="T4" y="T5"/>
                </a:cxn>
                <a:cxn ang="0">
                  <a:pos x="T6" y="T7"/>
                </a:cxn>
                <a:cxn ang="0">
                  <a:pos x="T8" y="T9"/>
                </a:cxn>
                <a:cxn ang="0">
                  <a:pos x="T10" y="T11"/>
                </a:cxn>
                <a:cxn ang="0">
                  <a:pos x="T12" y="T13"/>
                </a:cxn>
              </a:cxnLst>
              <a:rect l="0" t="0" r="r" b="b"/>
              <a:pathLst>
                <a:path w="257" h="159">
                  <a:moveTo>
                    <a:pt x="122" y="155"/>
                  </a:moveTo>
                  <a:cubicBezTo>
                    <a:pt x="4" y="12"/>
                    <a:pt x="4" y="12"/>
                    <a:pt x="4" y="12"/>
                  </a:cubicBezTo>
                  <a:cubicBezTo>
                    <a:pt x="0" y="7"/>
                    <a:pt x="3" y="0"/>
                    <a:pt x="10" y="0"/>
                  </a:cubicBezTo>
                  <a:cubicBezTo>
                    <a:pt x="247" y="0"/>
                    <a:pt x="247" y="0"/>
                    <a:pt x="247" y="0"/>
                  </a:cubicBezTo>
                  <a:cubicBezTo>
                    <a:pt x="253" y="0"/>
                    <a:pt x="257" y="7"/>
                    <a:pt x="253" y="12"/>
                  </a:cubicBezTo>
                  <a:cubicBezTo>
                    <a:pt x="134" y="155"/>
                    <a:pt x="134" y="155"/>
                    <a:pt x="134" y="155"/>
                  </a:cubicBezTo>
                  <a:cubicBezTo>
                    <a:pt x="131" y="159"/>
                    <a:pt x="125" y="159"/>
                    <a:pt x="122" y="1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4" name="Rounded Rectangle 7"/>
            <p:cNvSpPr/>
            <p:nvPr userDrawn="1"/>
          </p:nvSpPr>
          <p:spPr bwMode="gray">
            <a:xfrm>
              <a:off x="1828170" y="1258957"/>
              <a:ext cx="8535661" cy="3893151"/>
            </a:xfrm>
            <a:prstGeom prst="roundRect">
              <a:avLst>
                <a:gd name="adj" fmla="val 543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grpSp>
      <p:pic>
        <p:nvPicPr>
          <p:cNvPr id="12" name="Picture 4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93"/>
            <a:ext cx="12193587" cy="6857107"/>
          </a:xfrm>
          <a:prstGeom prst="rect">
            <a:avLst/>
          </a:prstGeom>
        </p:spPr>
      </p:pic>
      <p:sp>
        <p:nvSpPr>
          <p:cNvPr id="14" name="Rectangle 1"/>
          <p:cNvSpPr/>
          <p:nvPr userDrawn="1"/>
        </p:nvSpPr>
        <p:spPr>
          <a:xfrm>
            <a:off x="1" y="893"/>
            <a:ext cx="12192000" cy="6857107"/>
          </a:xfrm>
          <a:prstGeom prst="rect">
            <a:avLst/>
          </a:prstGeom>
          <a:gradFill flip="none" rotWithShape="1">
            <a:gsLst>
              <a:gs pos="0">
                <a:schemeClr val="tx2">
                  <a:alpha val="25000"/>
                </a:schemeClr>
              </a:gs>
              <a:gs pos="50000">
                <a:schemeClr val="bg1">
                  <a:alpha val="50000"/>
                </a:schemeClr>
              </a:gs>
              <a:gs pos="100000">
                <a:schemeClr val="tx2">
                  <a:alpha val="2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nvGrpSpPr>
          <p:cNvPr id="18" name="Group 60"/>
          <p:cNvGrpSpPr/>
          <p:nvPr userDrawn="1"/>
        </p:nvGrpSpPr>
        <p:grpSpPr bwMode="gray">
          <a:xfrm>
            <a:off x="5854958" y="1265716"/>
            <a:ext cx="485260" cy="485134"/>
            <a:chOff x="5853433" y="734066"/>
            <a:chExt cx="485134" cy="485134"/>
          </a:xfrm>
        </p:grpSpPr>
        <p:sp>
          <p:nvSpPr>
            <p:cNvPr id="19" name="Oval 61"/>
            <p:cNvSpPr/>
            <p:nvPr userDrawn="1"/>
          </p:nvSpPr>
          <p:spPr bwMode="gray">
            <a:xfrm>
              <a:off x="5886450" y="767634"/>
              <a:ext cx="419098" cy="41909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sp>
          <p:nvSpPr>
            <p:cNvPr id="20" name="Freeform 9"/>
            <p:cNvSpPr>
              <a:spLocks noEditPoints="1"/>
            </p:cNvSpPr>
            <p:nvPr userDrawn="1"/>
          </p:nvSpPr>
          <p:spPr bwMode="gray">
            <a:xfrm>
              <a:off x="5853433" y="734066"/>
              <a:ext cx="485134" cy="485134"/>
            </a:xfrm>
            <a:custGeom>
              <a:avLst/>
              <a:gdLst>
                <a:gd name="T0" fmla="*/ 206 w 412"/>
                <a:gd name="T1" fmla="*/ 0 h 412"/>
                <a:gd name="T2" fmla="*/ 0 w 412"/>
                <a:gd name="T3" fmla="*/ 206 h 412"/>
                <a:gd name="T4" fmla="*/ 206 w 412"/>
                <a:gd name="T5" fmla="*/ 412 h 412"/>
                <a:gd name="T6" fmla="*/ 412 w 412"/>
                <a:gd name="T7" fmla="*/ 206 h 412"/>
                <a:gd name="T8" fmla="*/ 206 w 412"/>
                <a:gd name="T9" fmla="*/ 0 h 412"/>
                <a:gd name="T10" fmla="*/ 206 w 412"/>
                <a:gd name="T11" fmla="*/ 376 h 412"/>
                <a:gd name="T12" fmla="*/ 36 w 412"/>
                <a:gd name="T13" fmla="*/ 206 h 412"/>
                <a:gd name="T14" fmla="*/ 206 w 412"/>
                <a:gd name="T15" fmla="*/ 36 h 412"/>
                <a:gd name="T16" fmla="*/ 376 w 412"/>
                <a:gd name="T17" fmla="*/ 206 h 412"/>
                <a:gd name="T18" fmla="*/ 206 w 412"/>
                <a:gd name="T19" fmla="*/ 376 h 412"/>
                <a:gd name="T20" fmla="*/ 189 w 412"/>
                <a:gd name="T21" fmla="*/ 262 h 412"/>
                <a:gd name="T22" fmla="*/ 125 w 412"/>
                <a:gd name="T23" fmla="*/ 262 h 412"/>
                <a:gd name="T24" fmla="*/ 125 w 412"/>
                <a:gd name="T25" fmla="*/ 216 h 412"/>
                <a:gd name="T26" fmla="*/ 130 w 412"/>
                <a:gd name="T27" fmla="*/ 172 h 412"/>
                <a:gd name="T28" fmla="*/ 148 w 412"/>
                <a:gd name="T29" fmla="*/ 143 h 412"/>
                <a:gd name="T30" fmla="*/ 182 w 412"/>
                <a:gd name="T31" fmla="*/ 123 h 412"/>
                <a:gd name="T32" fmla="*/ 194 w 412"/>
                <a:gd name="T33" fmla="*/ 150 h 412"/>
                <a:gd name="T34" fmla="*/ 167 w 412"/>
                <a:gd name="T35" fmla="*/ 167 h 412"/>
                <a:gd name="T36" fmla="*/ 158 w 412"/>
                <a:gd name="T37" fmla="*/ 198 h 412"/>
                <a:gd name="T38" fmla="*/ 189 w 412"/>
                <a:gd name="T39" fmla="*/ 198 h 412"/>
                <a:gd name="T40" fmla="*/ 189 w 412"/>
                <a:gd name="T41" fmla="*/ 262 h 412"/>
                <a:gd name="T42" fmla="*/ 278 w 412"/>
                <a:gd name="T43" fmla="*/ 262 h 412"/>
                <a:gd name="T44" fmla="*/ 214 w 412"/>
                <a:gd name="T45" fmla="*/ 262 h 412"/>
                <a:gd name="T46" fmla="*/ 214 w 412"/>
                <a:gd name="T47" fmla="*/ 216 h 412"/>
                <a:gd name="T48" fmla="*/ 219 w 412"/>
                <a:gd name="T49" fmla="*/ 172 h 412"/>
                <a:gd name="T50" fmla="*/ 237 w 412"/>
                <a:gd name="T51" fmla="*/ 143 h 412"/>
                <a:gd name="T52" fmla="*/ 270 w 412"/>
                <a:gd name="T53" fmla="*/ 123 h 412"/>
                <a:gd name="T54" fmla="*/ 283 w 412"/>
                <a:gd name="T55" fmla="*/ 150 h 412"/>
                <a:gd name="T56" fmla="*/ 255 w 412"/>
                <a:gd name="T57" fmla="*/ 167 h 412"/>
                <a:gd name="T58" fmla="*/ 247 w 412"/>
                <a:gd name="T59" fmla="*/ 198 h 412"/>
                <a:gd name="T60" fmla="*/ 278 w 412"/>
                <a:gd name="T61" fmla="*/ 198 h 412"/>
                <a:gd name="T62" fmla="*/ 278 w 412"/>
                <a:gd name="T63" fmla="*/ 262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12" h="412">
                  <a:moveTo>
                    <a:pt x="206" y="0"/>
                  </a:moveTo>
                  <a:cubicBezTo>
                    <a:pt x="92" y="0"/>
                    <a:pt x="0" y="93"/>
                    <a:pt x="0" y="206"/>
                  </a:cubicBezTo>
                  <a:cubicBezTo>
                    <a:pt x="0" y="320"/>
                    <a:pt x="92" y="412"/>
                    <a:pt x="206" y="412"/>
                  </a:cubicBezTo>
                  <a:cubicBezTo>
                    <a:pt x="320" y="412"/>
                    <a:pt x="412" y="320"/>
                    <a:pt x="412" y="206"/>
                  </a:cubicBezTo>
                  <a:cubicBezTo>
                    <a:pt x="412" y="93"/>
                    <a:pt x="320" y="0"/>
                    <a:pt x="206" y="0"/>
                  </a:cubicBezTo>
                  <a:close/>
                  <a:moveTo>
                    <a:pt x="206" y="376"/>
                  </a:moveTo>
                  <a:cubicBezTo>
                    <a:pt x="112" y="376"/>
                    <a:pt x="36" y="300"/>
                    <a:pt x="36" y="206"/>
                  </a:cubicBezTo>
                  <a:cubicBezTo>
                    <a:pt x="36" y="112"/>
                    <a:pt x="112" y="36"/>
                    <a:pt x="206" y="36"/>
                  </a:cubicBezTo>
                  <a:cubicBezTo>
                    <a:pt x="300" y="36"/>
                    <a:pt x="376" y="112"/>
                    <a:pt x="376" y="206"/>
                  </a:cubicBezTo>
                  <a:cubicBezTo>
                    <a:pt x="376" y="300"/>
                    <a:pt x="300" y="376"/>
                    <a:pt x="206" y="376"/>
                  </a:cubicBezTo>
                  <a:close/>
                  <a:moveTo>
                    <a:pt x="189" y="262"/>
                  </a:moveTo>
                  <a:cubicBezTo>
                    <a:pt x="125" y="262"/>
                    <a:pt x="125" y="262"/>
                    <a:pt x="125" y="262"/>
                  </a:cubicBezTo>
                  <a:cubicBezTo>
                    <a:pt x="125" y="216"/>
                    <a:pt x="125" y="216"/>
                    <a:pt x="125" y="216"/>
                  </a:cubicBezTo>
                  <a:cubicBezTo>
                    <a:pt x="125" y="197"/>
                    <a:pt x="127" y="183"/>
                    <a:pt x="130" y="172"/>
                  </a:cubicBezTo>
                  <a:cubicBezTo>
                    <a:pt x="133" y="161"/>
                    <a:pt x="139" y="152"/>
                    <a:pt x="148" y="143"/>
                  </a:cubicBezTo>
                  <a:cubicBezTo>
                    <a:pt x="157" y="135"/>
                    <a:pt x="168" y="128"/>
                    <a:pt x="182" y="123"/>
                  </a:cubicBezTo>
                  <a:cubicBezTo>
                    <a:pt x="194" y="150"/>
                    <a:pt x="194" y="150"/>
                    <a:pt x="194" y="150"/>
                  </a:cubicBezTo>
                  <a:cubicBezTo>
                    <a:pt x="182" y="154"/>
                    <a:pt x="172" y="160"/>
                    <a:pt x="167" y="167"/>
                  </a:cubicBezTo>
                  <a:cubicBezTo>
                    <a:pt x="161" y="175"/>
                    <a:pt x="158" y="185"/>
                    <a:pt x="158" y="198"/>
                  </a:cubicBezTo>
                  <a:cubicBezTo>
                    <a:pt x="189" y="198"/>
                    <a:pt x="189" y="198"/>
                    <a:pt x="189" y="198"/>
                  </a:cubicBezTo>
                  <a:lnTo>
                    <a:pt x="189" y="262"/>
                  </a:lnTo>
                  <a:close/>
                  <a:moveTo>
                    <a:pt x="278" y="262"/>
                  </a:moveTo>
                  <a:cubicBezTo>
                    <a:pt x="214" y="262"/>
                    <a:pt x="214" y="262"/>
                    <a:pt x="214" y="262"/>
                  </a:cubicBezTo>
                  <a:cubicBezTo>
                    <a:pt x="214" y="216"/>
                    <a:pt x="214" y="216"/>
                    <a:pt x="214" y="216"/>
                  </a:cubicBezTo>
                  <a:cubicBezTo>
                    <a:pt x="214" y="197"/>
                    <a:pt x="215" y="182"/>
                    <a:pt x="219" y="172"/>
                  </a:cubicBezTo>
                  <a:cubicBezTo>
                    <a:pt x="222" y="161"/>
                    <a:pt x="228" y="152"/>
                    <a:pt x="237" y="143"/>
                  </a:cubicBezTo>
                  <a:cubicBezTo>
                    <a:pt x="246" y="135"/>
                    <a:pt x="257" y="128"/>
                    <a:pt x="270" y="123"/>
                  </a:cubicBezTo>
                  <a:cubicBezTo>
                    <a:pt x="283" y="150"/>
                    <a:pt x="283" y="150"/>
                    <a:pt x="283" y="150"/>
                  </a:cubicBezTo>
                  <a:cubicBezTo>
                    <a:pt x="270" y="154"/>
                    <a:pt x="261" y="160"/>
                    <a:pt x="255" y="167"/>
                  </a:cubicBezTo>
                  <a:cubicBezTo>
                    <a:pt x="250" y="175"/>
                    <a:pt x="247" y="185"/>
                    <a:pt x="247" y="198"/>
                  </a:cubicBezTo>
                  <a:cubicBezTo>
                    <a:pt x="278" y="198"/>
                    <a:pt x="278" y="198"/>
                    <a:pt x="278" y="198"/>
                  </a:cubicBezTo>
                  <a:lnTo>
                    <a:pt x="278" y="26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1800"/>
            </a:p>
          </p:txBody>
        </p:sp>
      </p:grpSp>
      <p:grpSp>
        <p:nvGrpSpPr>
          <p:cNvPr id="25" name="Group 12"/>
          <p:cNvGrpSpPr/>
          <p:nvPr userDrawn="1"/>
        </p:nvGrpSpPr>
        <p:grpSpPr>
          <a:xfrm>
            <a:off x="3620855" y="4738254"/>
            <a:ext cx="4953467" cy="283924"/>
            <a:chOff x="587076" y="4891945"/>
            <a:chExt cx="6379553" cy="365760"/>
          </a:xfrm>
        </p:grpSpPr>
        <p:pic>
          <p:nvPicPr>
            <p:cNvPr id="26" name="Picture 2" descr="C:\Users\kathyp\Documents\00_Brand-Resources\Multimode Elements\Multimode Icons\PNG\Multimode-Icon_HANG.png"/>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87076" y="4917112"/>
              <a:ext cx="311886" cy="311886"/>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3" descr="C:\Users\kathyp\Documents\00_Brand-Resources\Multimode Elements\Multimode Icons\PNG\Multimode-Icon_HOLD.png"/>
            <p:cNvPicPr>
              <a:picLocks noChangeAspect="1" noChangeArrowheads="1"/>
            </p:cNvPicPr>
            <p:nvPr userDrawn="1"/>
          </p:nvPicPr>
          <p:blipFill>
            <a:blip r:embed="rId4" cstate="screen">
              <a:extLst>
                <a:ext uri="{28A0092B-C50C-407E-A947-70E740481C1C}">
                  <a14:useLocalDpi xmlns:a14="http://schemas.microsoft.com/office/drawing/2010/main"/>
                </a:ext>
              </a:extLst>
            </a:blip>
            <a:srcRect/>
            <a:stretch>
              <a:fillRect/>
            </a:stretch>
          </p:blipFill>
          <p:spPr bwMode="auto">
            <a:xfrm>
              <a:off x="1300860" y="4917112"/>
              <a:ext cx="311886" cy="311886"/>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4" descr="C:\Users\kathyp\Documents\00_Brand-Resources\Multimode Elements\Multimode Icons\PNG\Multimode-Icon_LAPTOP.png"/>
            <p:cNvPicPr>
              <a:picLocks noChangeAspect="1" noChangeArrowheads="1"/>
            </p:cNvPicPr>
            <p:nvPr userDrawn="1"/>
          </p:nvPicPr>
          <p:blipFill>
            <a:blip r:embed="rId5" cstate="screen">
              <a:extLst>
                <a:ext uri="{28A0092B-C50C-407E-A947-70E740481C1C}">
                  <a14:useLocalDpi xmlns:a14="http://schemas.microsoft.com/office/drawing/2010/main"/>
                </a:ext>
              </a:extLst>
            </a:blip>
            <a:srcRect/>
            <a:stretch>
              <a:fillRect/>
            </a:stretch>
          </p:blipFill>
          <p:spPr bwMode="auto">
            <a:xfrm>
              <a:off x="1658247" y="4917112"/>
              <a:ext cx="311886" cy="311886"/>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5" descr="C:\Users\kathyp\Documents\00_Brand-Resources\Multimode Elements\Multimode Icons\PNG\Multimode-Icon_STAND.png"/>
            <p:cNvPicPr>
              <a:picLocks noChangeAspect="1" noChangeArrowheads="1"/>
            </p:cNvPicPr>
            <p:nvPr userDrawn="1"/>
          </p:nvPicPr>
          <p:blipFill>
            <a:blip r:embed="rId6" cstate="screen">
              <a:extLst>
                <a:ext uri="{28A0092B-C50C-407E-A947-70E740481C1C}">
                  <a14:useLocalDpi xmlns:a14="http://schemas.microsoft.com/office/drawing/2010/main"/>
                </a:ext>
              </a:extLst>
            </a:blip>
            <a:srcRect/>
            <a:stretch>
              <a:fillRect/>
            </a:stretch>
          </p:blipFill>
          <p:spPr bwMode="auto">
            <a:xfrm>
              <a:off x="2728428" y="4917112"/>
              <a:ext cx="311886" cy="311886"/>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6" descr="C:\Users\kathyp\Documents\00_Brand-Resources\Multimode Elements\Multimode Icons\PNG\Multimode-Icon_STAND-Tablet.png"/>
            <p:cNvPicPr>
              <a:picLocks noChangeAspect="1" noChangeArrowheads="1"/>
            </p:cNvPicPr>
            <p:nvPr userDrawn="1"/>
          </p:nvPicPr>
          <p:blipFill>
            <a:blip r:embed="rId7" cstate="screen">
              <a:extLst>
                <a:ext uri="{28A0092B-C50C-407E-A947-70E740481C1C}">
                  <a14:useLocalDpi xmlns:a14="http://schemas.microsoft.com/office/drawing/2010/main"/>
                </a:ext>
              </a:extLst>
            </a:blip>
            <a:srcRect/>
            <a:stretch>
              <a:fillRect/>
            </a:stretch>
          </p:blipFill>
          <p:spPr bwMode="auto">
            <a:xfrm>
              <a:off x="3442212" y="4917112"/>
              <a:ext cx="311886" cy="311886"/>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7" descr="C:\Users\kathyp\Documents\00_Brand-Resources\Multimode Elements\Multimode Icons\PNG\Multimode-Icon_TABLE.png"/>
            <p:cNvPicPr>
              <a:picLocks noChangeAspect="1" noChangeArrowheads="1"/>
            </p:cNvPicPr>
            <p:nvPr userDrawn="1"/>
          </p:nvPicPr>
          <p:blipFill>
            <a:blip r:embed="rId8" cstate="screen">
              <a:extLst>
                <a:ext uri="{28A0092B-C50C-407E-A947-70E740481C1C}">
                  <a14:useLocalDpi xmlns:a14="http://schemas.microsoft.com/office/drawing/2010/main"/>
                </a:ext>
              </a:extLst>
            </a:blip>
            <a:srcRect/>
            <a:stretch>
              <a:fillRect/>
            </a:stretch>
          </p:blipFill>
          <p:spPr bwMode="auto">
            <a:xfrm>
              <a:off x="3799599" y="4917112"/>
              <a:ext cx="311886" cy="311886"/>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8" descr="C:\Users\kathyp\Documents\00_Brand-Resources\Multimode Elements\Multimode Icons\PNG\Multimode-Icon_TABLET.png"/>
            <p:cNvPicPr>
              <a:picLocks noChangeAspect="1" noChangeArrowheads="1"/>
            </p:cNvPicPr>
            <p:nvPr userDrawn="1"/>
          </p:nvPicPr>
          <p:blipFill>
            <a:blip r:embed="rId9" cstate="screen">
              <a:extLst>
                <a:ext uri="{28A0092B-C50C-407E-A947-70E740481C1C}">
                  <a14:useLocalDpi xmlns:a14="http://schemas.microsoft.com/office/drawing/2010/main"/>
                </a:ext>
              </a:extLst>
            </a:blip>
            <a:srcRect/>
            <a:stretch>
              <a:fillRect/>
            </a:stretch>
          </p:blipFill>
          <p:spPr bwMode="auto">
            <a:xfrm>
              <a:off x="4156986" y="4917112"/>
              <a:ext cx="311886" cy="311886"/>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9" descr="C:\Users\kathyp\Documents\00_Brand-Resources\Multimode Elements\Multimode Icons\PNG\Multimode-Icon_TENT.png"/>
            <p:cNvPicPr>
              <a:picLocks noChangeAspect="1" noChangeArrowheads="1"/>
            </p:cNvPicPr>
            <p:nvPr userDrawn="1"/>
          </p:nvPicPr>
          <p:blipFill>
            <a:blip r:embed="rId10" cstate="screen">
              <a:extLst>
                <a:ext uri="{28A0092B-C50C-407E-A947-70E740481C1C}">
                  <a14:useLocalDpi xmlns:a14="http://schemas.microsoft.com/office/drawing/2010/main"/>
                </a:ext>
              </a:extLst>
            </a:blip>
            <a:srcRect/>
            <a:stretch>
              <a:fillRect/>
            </a:stretch>
          </p:blipFill>
          <p:spPr bwMode="auto">
            <a:xfrm>
              <a:off x="5583564" y="4917112"/>
              <a:ext cx="311886" cy="311886"/>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10" descr="C:\Users\kathyp\Documents\00_Brand-Resources\Multimode Elements\Multimode Icons\PNG\Multimode-Icon_TILT.png"/>
            <p:cNvPicPr>
              <a:picLocks noChangeAspect="1" noChangeArrowheads="1"/>
            </p:cNvPicPr>
            <p:nvPr userDrawn="1"/>
          </p:nvPicPr>
          <p:blipFill>
            <a:blip r:embed="rId11" cstate="screen">
              <a:extLst>
                <a:ext uri="{28A0092B-C50C-407E-A947-70E740481C1C}">
                  <a14:useLocalDpi xmlns:a14="http://schemas.microsoft.com/office/drawing/2010/main"/>
                </a:ext>
              </a:extLst>
            </a:blip>
            <a:srcRect/>
            <a:stretch>
              <a:fillRect/>
            </a:stretch>
          </p:blipFill>
          <p:spPr bwMode="auto">
            <a:xfrm>
              <a:off x="6297348" y="4917112"/>
              <a:ext cx="311886" cy="311886"/>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11" descr="C:\Users\kathyp\Documents\00_Brand-Resources\Multimode Elements\Multimode Icons\PNG\Multimode-Icon_TV.png"/>
            <p:cNvPicPr>
              <a:picLocks noChangeAspect="1" noChangeArrowheads="1"/>
            </p:cNvPicPr>
            <p:nvPr userDrawn="1"/>
          </p:nvPicPr>
          <p:blipFill>
            <a:blip r:embed="rId12" cstate="screen">
              <a:extLst>
                <a:ext uri="{28A0092B-C50C-407E-A947-70E740481C1C}">
                  <a14:useLocalDpi xmlns:a14="http://schemas.microsoft.com/office/drawing/2010/main"/>
                </a:ext>
              </a:extLst>
            </a:blip>
            <a:srcRect/>
            <a:stretch>
              <a:fillRect/>
            </a:stretch>
          </p:blipFill>
          <p:spPr bwMode="auto">
            <a:xfrm>
              <a:off x="6654743" y="4917112"/>
              <a:ext cx="311886" cy="311886"/>
            </a:xfrm>
            <a:prstGeom prst="rect">
              <a:avLst/>
            </a:prstGeom>
            <a:noFill/>
            <a:extLst>
              <a:ext uri="{909E8E84-426E-40DD-AFC4-6F175D3DCCD1}">
                <a14:hiddenFill xmlns:a14="http://schemas.microsoft.com/office/drawing/2010/main">
                  <a:solidFill>
                    <a:srgbClr val="FFFFFF"/>
                  </a:solidFill>
                </a14:hiddenFill>
              </a:ext>
            </a:extLst>
          </p:spPr>
        </p:pic>
        <p:grpSp>
          <p:nvGrpSpPr>
            <p:cNvPr id="36" name="Group 175"/>
            <p:cNvGrpSpPr/>
            <p:nvPr userDrawn="1"/>
          </p:nvGrpSpPr>
          <p:grpSpPr>
            <a:xfrm>
              <a:off x="2015634" y="4917112"/>
              <a:ext cx="310896" cy="310896"/>
              <a:chOff x="2024598" y="5468108"/>
              <a:chExt cx="310896" cy="310896"/>
            </a:xfrm>
          </p:grpSpPr>
          <p:sp>
            <p:nvSpPr>
              <p:cNvPr id="58" name="Oval 45"/>
              <p:cNvSpPr/>
              <p:nvPr userDrawn="1"/>
            </p:nvSpPr>
            <p:spPr>
              <a:xfrm>
                <a:off x="2024598" y="5468108"/>
                <a:ext cx="310896" cy="31089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pic>
            <p:nvPicPr>
              <p:cNvPr id="59" name="Picture 46"/>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2118814" y="5509256"/>
                <a:ext cx="122464" cy="228600"/>
              </a:xfrm>
              <a:prstGeom prst="rect">
                <a:avLst/>
              </a:prstGeom>
            </p:spPr>
          </p:pic>
        </p:grpSp>
        <p:grpSp>
          <p:nvGrpSpPr>
            <p:cNvPr id="37" name="Group 178"/>
            <p:cNvGrpSpPr/>
            <p:nvPr userDrawn="1"/>
          </p:nvGrpSpPr>
          <p:grpSpPr>
            <a:xfrm>
              <a:off x="3085815" y="4917112"/>
              <a:ext cx="310896" cy="310896"/>
              <a:chOff x="3094779" y="5468108"/>
              <a:chExt cx="310896" cy="310896"/>
            </a:xfrm>
          </p:grpSpPr>
          <p:sp>
            <p:nvSpPr>
              <p:cNvPr id="56" name="Oval 43"/>
              <p:cNvSpPr/>
              <p:nvPr userDrawn="1"/>
            </p:nvSpPr>
            <p:spPr>
              <a:xfrm>
                <a:off x="3094779" y="5468108"/>
                <a:ext cx="310896" cy="31089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pic>
            <p:nvPicPr>
              <p:cNvPr id="57" name="Picture 9" descr="C:\Users\yhwang\Desktop\WW Design\Multimode Icons\twitter-01.png"/>
              <p:cNvPicPr>
                <a:picLocks noChangeAspect="1" noChangeArrowheads="1"/>
              </p:cNvPicPr>
              <p:nvPr userDrawn="1"/>
            </p:nvPicPr>
            <p:blipFill>
              <a:blip r:embed="rId14" cstate="screen">
                <a:extLst>
                  <a:ext uri="{28A0092B-C50C-407E-A947-70E740481C1C}">
                    <a14:useLocalDpi xmlns:a14="http://schemas.microsoft.com/office/drawing/2010/main"/>
                  </a:ext>
                </a:extLst>
              </a:blip>
              <a:srcRect/>
              <a:stretch>
                <a:fillRect/>
              </a:stretch>
            </p:blipFill>
            <p:spPr bwMode="auto">
              <a:xfrm>
                <a:off x="3094779" y="5468108"/>
                <a:ext cx="310896" cy="310896"/>
              </a:xfrm>
              <a:prstGeom prst="rect">
                <a:avLst/>
              </a:prstGeom>
              <a:noFill/>
            </p:spPr>
          </p:pic>
        </p:grpSp>
        <p:grpSp>
          <p:nvGrpSpPr>
            <p:cNvPr id="38" name="Group 181"/>
            <p:cNvGrpSpPr/>
            <p:nvPr userDrawn="1"/>
          </p:nvGrpSpPr>
          <p:grpSpPr>
            <a:xfrm>
              <a:off x="944463" y="4917112"/>
              <a:ext cx="310896" cy="310896"/>
              <a:chOff x="953427" y="5468108"/>
              <a:chExt cx="310896" cy="310896"/>
            </a:xfrm>
          </p:grpSpPr>
          <p:sp>
            <p:nvSpPr>
              <p:cNvPr id="54" name="Oval 41"/>
              <p:cNvSpPr/>
              <p:nvPr userDrawn="1"/>
            </p:nvSpPr>
            <p:spPr>
              <a:xfrm>
                <a:off x="953427" y="5468108"/>
                <a:ext cx="310896" cy="31089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pic>
            <p:nvPicPr>
              <p:cNvPr id="55" name="Picture 5" descr="C:\Users\yhwang\Desktop\WW Design\Multimode Icons\globe-01.png"/>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a:fillRect/>
              </a:stretch>
            </p:blipFill>
            <p:spPr bwMode="auto">
              <a:xfrm>
                <a:off x="980859" y="5495540"/>
                <a:ext cx="256032" cy="256032"/>
              </a:xfrm>
              <a:prstGeom prst="rect">
                <a:avLst/>
              </a:prstGeom>
              <a:noFill/>
            </p:spPr>
          </p:pic>
        </p:grpSp>
        <p:grpSp>
          <p:nvGrpSpPr>
            <p:cNvPr id="39" name="Group 255"/>
            <p:cNvGrpSpPr/>
            <p:nvPr userDrawn="1"/>
          </p:nvGrpSpPr>
          <p:grpSpPr>
            <a:xfrm>
              <a:off x="2346864" y="4891945"/>
              <a:ext cx="365760" cy="365760"/>
              <a:chOff x="2355828" y="5442941"/>
              <a:chExt cx="365760" cy="365760"/>
            </a:xfrm>
          </p:grpSpPr>
          <p:sp>
            <p:nvSpPr>
              <p:cNvPr id="52" name="Oval 39"/>
              <p:cNvSpPr/>
              <p:nvPr userDrawn="1"/>
            </p:nvSpPr>
            <p:spPr>
              <a:xfrm>
                <a:off x="2380995" y="5468108"/>
                <a:ext cx="310896" cy="31089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pic>
            <p:nvPicPr>
              <p:cNvPr id="53" name="Picture 2" descr="C:\Users\yhwang\Desktop\WW Design\Multimode Icons\chain-01.png"/>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a:fillRect/>
              </a:stretch>
            </p:blipFill>
            <p:spPr bwMode="auto">
              <a:xfrm>
                <a:off x="2355828" y="5442941"/>
                <a:ext cx="365760" cy="365760"/>
              </a:xfrm>
              <a:prstGeom prst="rect">
                <a:avLst/>
              </a:prstGeom>
              <a:noFill/>
            </p:spPr>
          </p:pic>
        </p:grpSp>
        <p:grpSp>
          <p:nvGrpSpPr>
            <p:cNvPr id="40" name="Group 258"/>
            <p:cNvGrpSpPr/>
            <p:nvPr userDrawn="1"/>
          </p:nvGrpSpPr>
          <p:grpSpPr>
            <a:xfrm>
              <a:off x="5227167" y="4917112"/>
              <a:ext cx="310896" cy="310896"/>
              <a:chOff x="5236131" y="5468108"/>
              <a:chExt cx="310896" cy="310896"/>
            </a:xfrm>
          </p:grpSpPr>
          <p:sp>
            <p:nvSpPr>
              <p:cNvPr id="50" name="Oval 37"/>
              <p:cNvSpPr/>
              <p:nvPr userDrawn="1"/>
            </p:nvSpPr>
            <p:spPr>
              <a:xfrm>
                <a:off x="5236131" y="5468108"/>
                <a:ext cx="310896" cy="31089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pic>
            <p:nvPicPr>
              <p:cNvPr id="51" name="Picture 38" descr="C:\Users\yhwang\Desktop\WW Design\Multimode Icons\facebook-01.png"/>
              <p:cNvPicPr>
                <a:picLocks noChangeAspect="1" noChangeArrowheads="1"/>
              </p:cNvPicPr>
              <p:nvPr userDrawn="1"/>
            </p:nvPicPr>
            <p:blipFill>
              <a:blip r:embed="rId17" cstate="screen">
                <a:extLst>
                  <a:ext uri="{28A0092B-C50C-407E-A947-70E740481C1C}">
                    <a14:useLocalDpi xmlns:a14="http://schemas.microsoft.com/office/drawing/2010/main"/>
                  </a:ext>
                </a:extLst>
              </a:blip>
              <a:srcRect/>
              <a:stretch>
                <a:fillRect/>
              </a:stretch>
            </p:blipFill>
            <p:spPr bwMode="auto">
              <a:xfrm>
                <a:off x="5236131" y="5468108"/>
                <a:ext cx="310896" cy="310896"/>
              </a:xfrm>
              <a:prstGeom prst="rect">
                <a:avLst/>
              </a:prstGeom>
              <a:noFill/>
            </p:spPr>
          </p:pic>
        </p:grpSp>
        <p:grpSp>
          <p:nvGrpSpPr>
            <p:cNvPr id="41" name="Group 261"/>
            <p:cNvGrpSpPr/>
            <p:nvPr userDrawn="1"/>
          </p:nvGrpSpPr>
          <p:grpSpPr>
            <a:xfrm>
              <a:off x="4514373" y="4917112"/>
              <a:ext cx="310896" cy="310896"/>
              <a:chOff x="4523337" y="5468108"/>
              <a:chExt cx="310896" cy="310896"/>
            </a:xfrm>
          </p:grpSpPr>
          <p:sp>
            <p:nvSpPr>
              <p:cNvPr id="48" name="Oval 35"/>
              <p:cNvSpPr/>
              <p:nvPr userDrawn="1"/>
            </p:nvSpPr>
            <p:spPr>
              <a:xfrm>
                <a:off x="4523337" y="5468108"/>
                <a:ext cx="310896" cy="310896"/>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pic>
            <p:nvPicPr>
              <p:cNvPr id="49" name="Picture 7" descr="C:\Users\yhwang\Desktop\WW Design\Multimode Icons\server-01.png"/>
              <p:cNvPicPr>
                <a:picLocks noChangeAspect="1" noChangeArrowheads="1"/>
              </p:cNvPicPr>
              <p:nvPr userDrawn="1"/>
            </p:nvPicPr>
            <p:blipFill>
              <a:blip r:embed="rId18" cstate="screen">
                <a:extLst>
                  <a:ext uri="{28A0092B-C50C-407E-A947-70E740481C1C}">
                    <a14:useLocalDpi xmlns:a14="http://schemas.microsoft.com/office/drawing/2010/main"/>
                  </a:ext>
                </a:extLst>
              </a:blip>
              <a:srcRect/>
              <a:stretch>
                <a:fillRect/>
              </a:stretch>
            </p:blipFill>
            <p:spPr bwMode="auto">
              <a:xfrm>
                <a:off x="4523337" y="5468108"/>
                <a:ext cx="310896" cy="310896"/>
              </a:xfrm>
              <a:prstGeom prst="rect">
                <a:avLst/>
              </a:prstGeom>
              <a:noFill/>
            </p:spPr>
          </p:pic>
        </p:grpSp>
        <p:grpSp>
          <p:nvGrpSpPr>
            <p:cNvPr id="42" name="Group 264"/>
            <p:cNvGrpSpPr/>
            <p:nvPr userDrawn="1"/>
          </p:nvGrpSpPr>
          <p:grpSpPr>
            <a:xfrm>
              <a:off x="4870770" y="4917112"/>
              <a:ext cx="310896" cy="310896"/>
              <a:chOff x="4879734" y="5468108"/>
              <a:chExt cx="310896" cy="310896"/>
            </a:xfrm>
          </p:grpSpPr>
          <p:sp>
            <p:nvSpPr>
              <p:cNvPr id="46" name="Oval 33"/>
              <p:cNvSpPr/>
              <p:nvPr userDrawn="1"/>
            </p:nvSpPr>
            <p:spPr>
              <a:xfrm>
                <a:off x="4879734" y="5468108"/>
                <a:ext cx="310896" cy="31089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pic>
            <p:nvPicPr>
              <p:cNvPr id="47" name="Picture 6" descr="C:\Users\yhwang\Desktop\WW Design\Multimode Icons\network-01.png"/>
              <p:cNvPicPr>
                <a:picLocks noChangeAspect="1" noChangeArrowheads="1"/>
              </p:cNvPicPr>
              <p:nvPr userDrawn="1"/>
            </p:nvPicPr>
            <p:blipFill>
              <a:blip r:embed="rId19" cstate="screen">
                <a:extLst>
                  <a:ext uri="{28A0092B-C50C-407E-A947-70E740481C1C}">
                    <a14:useLocalDpi xmlns:a14="http://schemas.microsoft.com/office/drawing/2010/main"/>
                  </a:ext>
                </a:extLst>
              </a:blip>
              <a:srcRect/>
              <a:stretch>
                <a:fillRect/>
              </a:stretch>
            </p:blipFill>
            <p:spPr bwMode="auto">
              <a:xfrm>
                <a:off x="4879734" y="5468108"/>
                <a:ext cx="310896" cy="310896"/>
              </a:xfrm>
              <a:prstGeom prst="rect">
                <a:avLst/>
              </a:prstGeom>
              <a:noFill/>
            </p:spPr>
          </p:pic>
        </p:grpSp>
        <p:grpSp>
          <p:nvGrpSpPr>
            <p:cNvPr id="43" name="Group 267"/>
            <p:cNvGrpSpPr/>
            <p:nvPr userDrawn="1"/>
          </p:nvGrpSpPr>
          <p:grpSpPr>
            <a:xfrm>
              <a:off x="5940951" y="4917112"/>
              <a:ext cx="310896" cy="310896"/>
              <a:chOff x="5949915" y="5468108"/>
              <a:chExt cx="310896" cy="310896"/>
            </a:xfrm>
          </p:grpSpPr>
          <p:sp>
            <p:nvSpPr>
              <p:cNvPr id="44" name="Oval 31"/>
              <p:cNvSpPr/>
              <p:nvPr userDrawn="1"/>
            </p:nvSpPr>
            <p:spPr>
              <a:xfrm>
                <a:off x="5949915" y="5468108"/>
                <a:ext cx="310896" cy="31089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800"/>
              </a:p>
            </p:txBody>
          </p:sp>
          <p:pic>
            <p:nvPicPr>
              <p:cNvPr id="45" name="Picture 8" descr="C:\Users\yhwang\Desktop\WW Design\Multimode Icons\think_light-01.png"/>
              <p:cNvPicPr>
                <a:picLocks noChangeAspect="1" noChangeArrowheads="1"/>
              </p:cNvPicPr>
              <p:nvPr userDrawn="1"/>
            </p:nvPicPr>
            <p:blipFill>
              <a:blip r:embed="rId20" cstate="screen">
                <a:extLst>
                  <a:ext uri="{28A0092B-C50C-407E-A947-70E740481C1C}">
                    <a14:useLocalDpi xmlns:a14="http://schemas.microsoft.com/office/drawing/2010/main"/>
                  </a:ext>
                </a:extLst>
              </a:blip>
              <a:srcRect/>
              <a:stretch>
                <a:fillRect/>
              </a:stretch>
            </p:blipFill>
            <p:spPr bwMode="auto">
              <a:xfrm>
                <a:off x="5949915" y="5468108"/>
                <a:ext cx="310896" cy="310896"/>
              </a:xfrm>
              <a:prstGeom prst="rect">
                <a:avLst/>
              </a:prstGeom>
              <a:noFill/>
            </p:spPr>
          </p:pic>
        </p:grpSp>
      </p:grpSp>
      <p:pic>
        <p:nvPicPr>
          <p:cNvPr id="60" name="Picture 47"/>
          <p:cNvPicPr>
            <a:picLocks noChangeAspect="1"/>
          </p:cNvPicPr>
          <p:nvPr userDrawn="1"/>
        </p:nvPicPr>
        <p:blipFill>
          <a:blip r:embed="rId21">
            <a:extLst>
              <a:ext uri="{28A0092B-C50C-407E-A947-70E740481C1C}">
                <a14:useLocalDpi xmlns:a14="http://schemas.microsoft.com/office/drawing/2010/main" val="0"/>
              </a:ext>
            </a:extLst>
          </a:blip>
          <a:stretch>
            <a:fillRect/>
          </a:stretch>
        </p:blipFill>
        <p:spPr>
          <a:xfrm>
            <a:off x="2610867" y="2009776"/>
            <a:ext cx="6973443" cy="2231536"/>
          </a:xfrm>
          <a:prstGeom prst="rect">
            <a:avLst/>
          </a:prstGeom>
        </p:spPr>
      </p:pic>
      <p:pic>
        <p:nvPicPr>
          <p:cNvPr id="61" name="图片 60"/>
          <p:cNvPicPr>
            <a:picLocks noChangeAspect="1"/>
          </p:cNvPicPr>
          <p:nvPr userDrawn="1"/>
        </p:nvPicPr>
        <p:blipFill>
          <a:blip r:embed="rId22" cstate="print">
            <a:extLst>
              <a:ext uri="{28A0092B-C50C-407E-A947-70E740481C1C}">
                <a14:useLocalDpi xmlns:a14="http://schemas.microsoft.com/office/drawing/2010/main" val="0"/>
              </a:ext>
            </a:extLst>
          </a:blip>
          <a:stretch>
            <a:fillRect/>
          </a:stretch>
        </p:blipFill>
        <p:spPr>
          <a:xfrm>
            <a:off x="11565110" y="2691925"/>
            <a:ext cx="626890" cy="1972514"/>
          </a:xfrm>
          <a:prstGeom prst="rect">
            <a:avLst/>
          </a:prstGeom>
        </p:spPr>
      </p:pic>
    </p:spTree>
    <p:extLst>
      <p:ext uri="{BB962C8B-B14F-4D97-AF65-F5344CB8AC3E}">
        <p14:creationId xmlns:p14="http://schemas.microsoft.com/office/powerpoint/2010/main" val="87993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p:nvPicPr>
        <p:blipFill>
          <a:blip r:embed="rId30">
            <a:extLst>
              <a:ext uri="{28A0092B-C50C-407E-A947-70E740481C1C}">
                <a14:useLocalDpi xmlns:a14="http://schemas.microsoft.com/office/drawing/2010/main" val="0"/>
              </a:ext>
            </a:extLst>
          </a:blip>
          <a:stretch>
            <a:fillRect/>
          </a:stretch>
        </p:blipFill>
        <p:spPr>
          <a:xfrm>
            <a:off x="0" y="893"/>
            <a:ext cx="12193587" cy="6857107"/>
          </a:xfrm>
          <a:prstGeom prst="rect">
            <a:avLst/>
          </a:prstGeom>
        </p:spPr>
      </p:pic>
      <p:sp>
        <p:nvSpPr>
          <p:cNvPr id="9" name="TextBox slide number"/>
          <p:cNvSpPr txBox="1"/>
          <p:nvPr/>
        </p:nvSpPr>
        <p:spPr bwMode="white">
          <a:xfrm>
            <a:off x="11751760" y="6395206"/>
            <a:ext cx="440239" cy="246221"/>
          </a:xfrm>
          <a:prstGeom prst="rect">
            <a:avLst/>
          </a:prstGeom>
        </p:spPr>
        <p:txBody>
          <a:bodyPr vert="horz" lIns="0" tIns="0" rIns="0" bIns="0" rtlCol="0" anchor="b"/>
          <a:lstStyle>
            <a:defPPr>
              <a:defRPr lang="en-US"/>
            </a:defPPr>
            <a:lvl1pPr algn="ctr">
              <a:defRPr sz="1000">
                <a:solidFill>
                  <a:schemeClr val="bg1"/>
                </a:solidFill>
              </a:defRPr>
            </a:lvl1pPr>
          </a:lstStyle>
          <a:p>
            <a:pPr lvl="0" algn="ctr"/>
            <a:fld id="{6EA5B71A-1B18-4E34-A48F-65DC4937AA99}" type="slidenum">
              <a:rPr lang="en-US" sz="1000" b="0" smtClean="0">
                <a:solidFill>
                  <a:schemeClr val="tx1"/>
                </a:solidFill>
              </a:rPr>
              <a:pPr lvl="0" algn="ctr"/>
              <a:t>‹#›</a:t>
            </a:fld>
            <a:endParaRPr lang="en-US" sz="1000" b="0">
              <a:solidFill>
                <a:schemeClr val="tx1"/>
              </a:solidFill>
            </a:endParaRPr>
          </a:p>
        </p:txBody>
      </p:sp>
      <p:pic>
        <p:nvPicPr>
          <p:cNvPr id="7" name="图片 6"/>
          <p:cNvPicPr>
            <a:picLocks noChangeAspect="1"/>
          </p:cNvPicPr>
          <p:nvPr userDrawn="1"/>
        </p:nvPicPr>
        <p:blipFill>
          <a:blip r:embed="rId31" cstate="print">
            <a:extLst>
              <a:ext uri="{28A0092B-C50C-407E-A947-70E740481C1C}">
                <a14:useLocalDpi xmlns:a14="http://schemas.microsoft.com/office/drawing/2010/main" val="0"/>
              </a:ext>
            </a:extLst>
          </a:blip>
          <a:stretch>
            <a:fillRect/>
          </a:stretch>
        </p:blipFill>
        <p:spPr>
          <a:xfrm rot="16200000">
            <a:off x="11562876" y="5800424"/>
            <a:ext cx="974339" cy="318995"/>
          </a:xfrm>
          <a:prstGeom prst="rect">
            <a:avLst/>
          </a:prstGeom>
        </p:spPr>
      </p:pic>
      <p:sp>
        <p:nvSpPr>
          <p:cNvPr id="8" name="Footer Placeholder 19"/>
          <p:cNvSpPr>
            <a:spLocks noGrp="1"/>
          </p:cNvSpPr>
          <p:nvPr>
            <p:ph type="ftr" sz="quarter" idx="3"/>
          </p:nvPr>
        </p:nvSpPr>
        <p:spPr>
          <a:xfrm>
            <a:off x="548783" y="6473952"/>
            <a:ext cx="2413972" cy="153888"/>
          </a:xfrm>
          <a:prstGeom prst="rect">
            <a:avLst/>
          </a:prstGeom>
        </p:spPr>
        <p:txBody>
          <a:bodyPr/>
          <a:lstStyle/>
          <a:p>
            <a:r>
              <a:rPr lang="en-US" altLang="zh-CN" sz="1000">
                <a:solidFill>
                  <a:srgbClr val="939598"/>
                </a:solidFill>
                <a:cs typeface="Arial" pitchFamily="34" charset="0"/>
              </a:rPr>
              <a:t>2016 LCFC Internal. All rights reserved.</a:t>
            </a:r>
          </a:p>
          <a:p>
            <a:r>
              <a:rPr lang="en-US" sz="1000">
                <a:solidFill>
                  <a:srgbClr val="939598"/>
                </a:solidFill>
                <a:cs typeface="Arial" pitchFamily="34" charset="0"/>
              </a:rPr>
              <a:t>.</a:t>
            </a:r>
          </a:p>
        </p:txBody>
      </p:sp>
      <p:sp>
        <p:nvSpPr>
          <p:cNvPr id="6" name="Rectangle 6"/>
          <p:cNvSpPr/>
          <p:nvPr userDrawn="1"/>
        </p:nvSpPr>
        <p:spPr bwMode="gray">
          <a:xfrm flipH="1">
            <a:off x="11890545" y="6446656"/>
            <a:ext cx="311676" cy="182166"/>
          </a:xfrm>
          <a:prstGeom prst="rect">
            <a:avLst/>
          </a:prstGeom>
          <a:solidFill>
            <a:schemeClr val="tx1"/>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TextBox slide number"/>
          <p:cNvSpPr txBox="1"/>
          <p:nvPr userDrawn="1"/>
        </p:nvSpPr>
        <p:spPr bwMode="white">
          <a:xfrm>
            <a:off x="11907627" y="6491082"/>
            <a:ext cx="311675" cy="123111"/>
          </a:xfrm>
          <a:prstGeom prst="rect">
            <a:avLst/>
          </a:prstGeom>
        </p:spPr>
        <p:txBody>
          <a:bodyPr vert="horz" lIns="0" tIns="0" rIns="0" bIns="0" rtlCol="0" anchor="b"/>
          <a:lstStyle>
            <a:defPPr>
              <a:defRPr lang="en-US"/>
            </a:defPPr>
            <a:lvl1pPr algn="ctr">
              <a:defRPr sz="1000">
                <a:solidFill>
                  <a:schemeClr val="bg1"/>
                </a:solidFill>
              </a:defRPr>
            </a:lvl1pPr>
          </a:lstStyle>
          <a:p>
            <a:pPr lvl="0" algn="ctr"/>
            <a:fld id="{6EA5B71A-1B18-4E34-A48F-65DC4937AA99}" type="slidenum">
              <a:rPr lang="en-US" sz="1000" smtClean="0"/>
              <a:pPr lvl="0" algn="ctr"/>
              <a:t>‹#›</a:t>
            </a:fld>
            <a:endParaRPr lang="en-US" sz="1000"/>
          </a:p>
        </p:txBody>
      </p:sp>
    </p:spTree>
    <p:extLst>
      <p:ext uri="{BB962C8B-B14F-4D97-AF65-F5344CB8AC3E}">
        <p14:creationId xmlns:p14="http://schemas.microsoft.com/office/powerpoint/2010/main" val="20863465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algn="ctr" defTabSz="1218987" rtl="0" eaLnBrk="1" latinLnBrk="0" hangingPunct="1">
        <a:spcBef>
          <a:spcPct val="0"/>
        </a:spcBef>
        <a:buNone/>
        <a:defRPr sz="4300" kern="1200" cap="all" baseline="0">
          <a:solidFill>
            <a:schemeClr val="tx1"/>
          </a:solidFill>
          <a:latin typeface="Arial" pitchFamily="34" charset="0"/>
          <a:ea typeface="+mj-ea"/>
          <a:cs typeface="Arial" pitchFamily="34" charset="0"/>
        </a:defRPr>
      </a:lvl1pPr>
    </p:titleStyle>
    <p:bodyStyle>
      <a:lvl1pPr marL="457120" indent="-457120" algn="l" defTabSz="1218987" rtl="0" eaLnBrk="1" latinLnBrk="0" hangingPunct="1">
        <a:spcBef>
          <a:spcPct val="20000"/>
        </a:spcBef>
        <a:buClr>
          <a:schemeClr val="tx2"/>
        </a:buClr>
        <a:buFont typeface="Wingdings" pitchFamily="2" charset="2"/>
        <a:buChar char="§"/>
        <a:defRPr sz="4300" kern="1200">
          <a:solidFill>
            <a:schemeClr val="tx1"/>
          </a:solidFill>
          <a:latin typeface="Arial" pitchFamily="34" charset="0"/>
          <a:ea typeface="+mn-ea"/>
          <a:cs typeface="Arial" pitchFamily="34" charset="0"/>
        </a:defRPr>
      </a:lvl1pPr>
      <a:lvl2pPr marL="990427" indent="-380933" algn="l" defTabSz="1218987" rtl="0" eaLnBrk="1" latinLnBrk="0" hangingPunct="1">
        <a:spcBef>
          <a:spcPct val="20000"/>
        </a:spcBef>
        <a:buClr>
          <a:schemeClr val="tx2"/>
        </a:buClr>
        <a:buFont typeface="Wingdings" pitchFamily="2" charset="2"/>
        <a:buChar char="§"/>
        <a:defRPr sz="3700" kern="1200">
          <a:solidFill>
            <a:schemeClr val="tx1"/>
          </a:solidFill>
          <a:latin typeface="Arial" pitchFamily="34" charset="0"/>
          <a:ea typeface="+mn-ea"/>
          <a:cs typeface="Arial" pitchFamily="34" charset="0"/>
        </a:defRPr>
      </a:lvl2pPr>
      <a:lvl3pPr marL="1523733" indent="-304747" algn="l" defTabSz="1218987" rtl="0" eaLnBrk="1" latinLnBrk="0" hangingPunct="1">
        <a:spcBef>
          <a:spcPct val="20000"/>
        </a:spcBef>
        <a:buClr>
          <a:schemeClr val="tx2"/>
        </a:buClr>
        <a:buFont typeface="Wingdings" pitchFamily="2" charset="2"/>
        <a:buChar char="§"/>
        <a:defRPr sz="3200" kern="1200">
          <a:solidFill>
            <a:schemeClr val="tx1"/>
          </a:solidFill>
          <a:latin typeface="Arial" pitchFamily="34" charset="0"/>
          <a:ea typeface="+mn-ea"/>
          <a:cs typeface="Arial" pitchFamily="34" charset="0"/>
        </a:defRPr>
      </a:lvl3pPr>
      <a:lvl4pPr marL="2133227" indent="-304747" algn="l" defTabSz="1218987" rtl="0" eaLnBrk="1" latinLnBrk="0" hangingPunct="1">
        <a:spcBef>
          <a:spcPct val="20000"/>
        </a:spcBef>
        <a:buClr>
          <a:schemeClr val="tx2"/>
        </a:buClr>
        <a:buFont typeface="Wingdings" pitchFamily="2" charset="2"/>
        <a:buChar char="§"/>
        <a:defRPr sz="2700" kern="1200">
          <a:solidFill>
            <a:schemeClr val="tx1"/>
          </a:solidFill>
          <a:latin typeface="Arial" pitchFamily="34" charset="0"/>
          <a:ea typeface="+mn-ea"/>
          <a:cs typeface="Arial" pitchFamily="34" charset="0"/>
        </a:defRPr>
      </a:lvl4pPr>
      <a:lvl5pPr marL="2742720" indent="-304747" algn="l" defTabSz="1218987" rtl="0" eaLnBrk="1" latinLnBrk="0" hangingPunct="1">
        <a:spcBef>
          <a:spcPct val="20000"/>
        </a:spcBef>
        <a:buClr>
          <a:schemeClr val="tx2"/>
        </a:buClr>
        <a:buFont typeface="Wingdings" pitchFamily="2" charset="2"/>
        <a:buChar char="§"/>
        <a:defRPr sz="2700" kern="1200">
          <a:solidFill>
            <a:schemeClr val="tx1"/>
          </a:solidFill>
          <a:latin typeface="Arial" pitchFamily="34" charset="0"/>
          <a:ea typeface="+mn-ea"/>
          <a:cs typeface="Arial" pitchFamily="34" charset="0"/>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4.xml"/><Relationship Id="rId5" Type="http://schemas.openxmlformats.org/officeDocument/2006/relationships/image" Target="../media/image42.png"/><Relationship Id="rId4" Type="http://schemas.openxmlformats.org/officeDocument/2006/relationships/image" Target="../media/image41.png"/></Relationships>
</file>

<file path=ppt/slides/_rels/slide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png"/><Relationship Id="rId1" Type="http://schemas.openxmlformats.org/officeDocument/2006/relationships/slideLayout" Target="../slideLayouts/slideLayout4.xml"/><Relationship Id="rId5" Type="http://schemas.openxmlformats.org/officeDocument/2006/relationships/image" Target="../media/image47.png"/><Relationship Id="rId4" Type="http://schemas.openxmlformats.org/officeDocument/2006/relationships/image" Target="../media/image46.png"/></Relationships>
</file>

<file path=ppt/slides/_rels/slide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4.xml"/><Relationship Id="rId5" Type="http://schemas.openxmlformats.org/officeDocument/2006/relationships/image" Target="../media/image53.png"/><Relationship Id="rId4" Type="http://schemas.openxmlformats.org/officeDocument/2006/relationships/image" Target="../media/image52.png"/></Relationships>
</file>

<file path=ppt/slides/_rels/slide1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4.xml"/><Relationship Id="rId5" Type="http://schemas.openxmlformats.org/officeDocument/2006/relationships/image" Target="../media/image45.svg"/><Relationship Id="rId4" Type="http://schemas.openxmlformats.org/officeDocument/2006/relationships/image" Target="../media/image44.png"/></Relationships>
</file>

<file path=ppt/slides/_rels/slide12.xml.rels><?xml version="1.0" encoding="UTF-8" standalone="yes"?>
<Relationships xmlns="http://schemas.openxmlformats.org/package/2006/relationships"><Relationship Id="rId3" Type="http://schemas.openxmlformats.org/officeDocument/2006/relationships/hyperlink" Target="https://lcfuturecenter.sharepoint.com/:p:/r/sites/LCFC_TQM/Shared%20Documents/General/01.%20TQM/03.%20TQM%20War%20Room/02.%20FY24/06.%20%E5%A4%8D%E7%9B%98/%E3%80%9020250107%E3%80%91IdeaPad%20Slim%203%2014AHP10(%20MS4A5)RI%20%E6%B5%8B%E8%AF%95%E4%B8%AD%E6%97%A0%E6%98%BE.pptx?d=w051c8141cf2842029dbe910b5c8e4b02&amp;csf=1&amp;web=1&amp;e=oAzsR5" TargetMode="External"/><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60.emf"/><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rgbClr val="000000"/>
                </a:solidFill>
                <a:latin typeface="+mn-lt"/>
                <a:cs typeface="+mn-ea"/>
                <a:sym typeface="+mn-lt"/>
              </a:rPr>
              <a:t>基于质量知识库的智能解决方案章程</a:t>
            </a:r>
            <a:endParaRPr lang="zh-CN" altLang="en-US">
              <a:latin typeface="+mn-lt"/>
              <a:cs typeface="+mn-ea"/>
              <a:sym typeface="+mn-lt"/>
            </a:endParaRPr>
          </a:p>
        </p:txBody>
      </p:sp>
      <p:graphicFrame>
        <p:nvGraphicFramePr>
          <p:cNvPr id="6" name="表格 5"/>
          <p:cNvGraphicFramePr>
            <a:graphicFrameLocks noGrp="1"/>
          </p:cNvGraphicFramePr>
          <p:nvPr>
            <p:extLst>
              <p:ext uri="{D42A27DB-BD31-4B8C-83A1-F6EECF244321}">
                <p14:modId xmlns:p14="http://schemas.microsoft.com/office/powerpoint/2010/main" val="3866286886"/>
              </p:ext>
            </p:extLst>
          </p:nvPr>
        </p:nvGraphicFramePr>
        <p:xfrm>
          <a:off x="355993" y="975516"/>
          <a:ext cx="11267618" cy="6067087"/>
        </p:xfrm>
        <a:graphic>
          <a:graphicData uri="http://schemas.openxmlformats.org/drawingml/2006/table">
            <a:tbl>
              <a:tblPr>
                <a:tableStyleId>{5940675A-B579-460E-94D1-54222C63F5DA}</a:tableStyleId>
              </a:tblPr>
              <a:tblGrid>
                <a:gridCol w="6896137">
                  <a:extLst>
                    <a:ext uri="{9D8B030D-6E8A-4147-A177-3AD203B41FA5}">
                      <a16:colId xmlns:a16="http://schemas.microsoft.com/office/drawing/2014/main" val="2113042114"/>
                    </a:ext>
                  </a:extLst>
                </a:gridCol>
                <a:gridCol w="180918">
                  <a:extLst>
                    <a:ext uri="{9D8B030D-6E8A-4147-A177-3AD203B41FA5}">
                      <a16:colId xmlns:a16="http://schemas.microsoft.com/office/drawing/2014/main" val="552591151"/>
                    </a:ext>
                  </a:extLst>
                </a:gridCol>
                <a:gridCol w="4190563">
                  <a:extLst>
                    <a:ext uri="{9D8B030D-6E8A-4147-A177-3AD203B41FA5}">
                      <a16:colId xmlns:a16="http://schemas.microsoft.com/office/drawing/2014/main" val="919602561"/>
                    </a:ext>
                  </a:extLst>
                </a:gridCol>
              </a:tblGrid>
              <a:tr h="181505">
                <a:tc>
                  <a:txBody>
                    <a:bodyPr/>
                    <a:lstStyle/>
                    <a:p>
                      <a:pPr algn="l" rtl="0" fontAlgn="b"/>
                      <a:r>
                        <a:rPr lang="zh-CN" altLang="en-US" sz="1200" b="1" u="none" strike="noStrike">
                          <a:solidFill>
                            <a:schemeClr val="bg1"/>
                          </a:solidFill>
                          <a:effectLst/>
                          <a:latin typeface="+mn-lt"/>
                          <a:ea typeface="+mn-ea"/>
                          <a:cs typeface="+mn-ea"/>
                          <a:sym typeface="+mn-lt"/>
                        </a:rPr>
                        <a:t>项目描述</a:t>
                      </a:r>
                      <a:endParaRPr lang="en-US" sz="1200" b="1" i="0" u="none" strike="noStrike">
                        <a:solidFill>
                          <a:schemeClr val="bg1"/>
                        </a:solidFill>
                        <a:effectLst/>
                        <a:latin typeface="+mn-lt"/>
                        <a:ea typeface="+mn-ea"/>
                        <a:cs typeface="+mn-ea"/>
                        <a:sym typeface="+mn-lt"/>
                      </a:endParaRPr>
                    </a:p>
                  </a:txBody>
                  <a:tcPr marL="6044" marR="6044" marT="6044" marB="0" anchor="b">
                    <a:lnL w="6350" cap="flat" cmpd="sng" algn="ctr">
                      <a:solidFill>
                        <a:srgbClr val="154678"/>
                      </a:solidFill>
                      <a:prstDash val="solid"/>
                      <a:round/>
                      <a:headEnd type="none" w="med" len="med"/>
                      <a:tailEnd type="none" w="med" len="med"/>
                    </a:lnL>
                    <a:lnR w="6350" cap="flat" cmpd="sng" algn="ctr">
                      <a:solidFill>
                        <a:srgbClr val="154678"/>
                      </a:solidFill>
                      <a:prstDash val="solid"/>
                      <a:round/>
                      <a:headEnd type="none" w="med" len="med"/>
                      <a:tailEnd type="none" w="med" len="med"/>
                    </a:lnR>
                    <a:lnT w="6350" cap="flat" cmpd="sng" algn="ctr">
                      <a:solidFill>
                        <a:srgbClr val="154678"/>
                      </a:solidFill>
                      <a:prstDash val="solid"/>
                      <a:round/>
                      <a:headEnd type="none" w="med" len="med"/>
                      <a:tailEnd type="none" w="med" len="med"/>
                    </a:lnT>
                    <a:lnB w="6350" cap="flat" cmpd="sng" algn="ctr">
                      <a:solidFill>
                        <a:srgbClr val="154678"/>
                      </a:solidFill>
                      <a:prstDash val="solid"/>
                      <a:round/>
                      <a:headEnd type="none" w="med" len="med"/>
                      <a:tailEnd type="none" w="med" len="med"/>
                    </a:lnB>
                    <a:lnTlToBr w="12700" cmpd="sng">
                      <a:noFill/>
                      <a:prstDash val="solid"/>
                    </a:lnTlToBr>
                    <a:lnBlToTr w="12700" cmpd="sng">
                      <a:noFill/>
                      <a:prstDash val="solid"/>
                    </a:lnBlToTr>
                    <a:solidFill>
                      <a:srgbClr val="154678"/>
                    </a:solidFill>
                  </a:tcPr>
                </a:tc>
                <a:tc rowSpan="2">
                  <a:txBody>
                    <a:bodyPr/>
                    <a:lstStyle/>
                    <a:p>
                      <a:pPr algn="l" fontAlgn="b"/>
                      <a:r>
                        <a:rPr lang="zh-CN" altLang="en-US" sz="1200" u="none" strike="noStrike">
                          <a:effectLst/>
                          <a:latin typeface="+mn-lt"/>
                          <a:ea typeface="+mn-ea"/>
                          <a:cs typeface="+mn-ea"/>
                          <a:sym typeface="+mn-lt"/>
                        </a:rPr>
                        <a:t>　</a:t>
                      </a:r>
                      <a:endParaRPr lang="zh-CN" altLang="en-US" sz="1200" b="0" i="0" u="none" strike="noStrike">
                        <a:solidFill>
                          <a:srgbClr val="000000"/>
                        </a:solidFill>
                        <a:effectLst/>
                        <a:latin typeface="+mn-lt"/>
                        <a:ea typeface="+mn-ea"/>
                        <a:cs typeface="+mn-ea"/>
                        <a:sym typeface="+mn-lt"/>
                      </a:endParaRPr>
                    </a:p>
                    <a:p>
                      <a:pPr algn="l" fontAlgn="b"/>
                      <a:r>
                        <a:rPr lang="zh-CN" altLang="en-US" sz="1200" u="none" strike="noStrike">
                          <a:effectLst/>
                          <a:latin typeface="+mn-lt"/>
                          <a:ea typeface="+mn-ea"/>
                          <a:cs typeface="+mn-ea"/>
                          <a:sym typeface="+mn-lt"/>
                        </a:rPr>
                        <a:t>　</a:t>
                      </a:r>
                      <a:endParaRPr lang="zh-CN" altLang="en-US" sz="1200" b="0" i="0" u="none" strike="noStrike">
                        <a:solidFill>
                          <a:srgbClr val="000000"/>
                        </a:solidFill>
                        <a:effectLst/>
                        <a:latin typeface="+mn-lt"/>
                        <a:ea typeface="+mn-ea"/>
                        <a:cs typeface="+mn-ea"/>
                        <a:sym typeface="+mn-lt"/>
                      </a:endParaRPr>
                    </a:p>
                  </a:txBody>
                  <a:tcPr marL="6044" marR="6044" marT="6044" marB="0" anchor="b">
                    <a:lnL w="6350" cap="flat" cmpd="sng" algn="ctr">
                      <a:solidFill>
                        <a:srgbClr val="154678"/>
                      </a:solidFill>
                      <a:prstDash val="solid"/>
                      <a:round/>
                      <a:headEnd type="none" w="med" len="med"/>
                      <a:tailEnd type="none" w="med" len="med"/>
                    </a:lnL>
                    <a:lnR w="6350" cap="flat" cmpd="sng" algn="ctr">
                      <a:solidFill>
                        <a:srgbClr val="154678"/>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zh-CN" altLang="en-US" sz="1200" b="1" u="none" strike="noStrike">
                          <a:solidFill>
                            <a:schemeClr val="bg1"/>
                          </a:solidFill>
                          <a:effectLst/>
                          <a:latin typeface="+mn-lt"/>
                          <a:ea typeface="+mn-ea"/>
                          <a:cs typeface="+mn-ea"/>
                          <a:sym typeface="+mn-lt"/>
                        </a:rPr>
                        <a:t>项目团队</a:t>
                      </a:r>
                      <a:endParaRPr lang="en-US" sz="1200" b="1" i="0" u="none" strike="noStrike">
                        <a:solidFill>
                          <a:schemeClr val="bg1"/>
                        </a:solidFill>
                        <a:effectLst/>
                        <a:latin typeface="+mn-lt"/>
                        <a:ea typeface="+mn-ea"/>
                        <a:cs typeface="+mn-ea"/>
                        <a:sym typeface="+mn-lt"/>
                      </a:endParaRPr>
                    </a:p>
                  </a:txBody>
                  <a:tcPr marL="6044" marR="6044" marT="6044" marB="0" anchor="b">
                    <a:lnL w="6350" cap="flat" cmpd="sng" algn="ctr">
                      <a:solidFill>
                        <a:srgbClr val="154678"/>
                      </a:solidFill>
                      <a:prstDash val="solid"/>
                      <a:round/>
                      <a:headEnd type="none" w="med" len="med"/>
                      <a:tailEnd type="none" w="med" len="med"/>
                    </a:lnL>
                    <a:lnR w="6350" cap="flat" cmpd="sng" algn="ctr">
                      <a:solidFill>
                        <a:srgbClr val="154678"/>
                      </a:solidFill>
                      <a:prstDash val="solid"/>
                      <a:round/>
                      <a:headEnd type="none" w="med" len="med"/>
                      <a:tailEnd type="none" w="med" len="med"/>
                    </a:lnR>
                    <a:lnT w="6350" cap="flat" cmpd="sng" algn="ctr">
                      <a:solidFill>
                        <a:srgbClr val="154678"/>
                      </a:solidFill>
                      <a:prstDash val="solid"/>
                      <a:round/>
                      <a:headEnd type="none" w="med" len="med"/>
                      <a:tailEnd type="none" w="med" len="med"/>
                    </a:lnT>
                    <a:lnB w="6350" cap="flat" cmpd="sng" algn="ctr">
                      <a:solidFill>
                        <a:srgbClr val="154678"/>
                      </a:solidFill>
                      <a:prstDash val="solid"/>
                      <a:round/>
                      <a:headEnd type="none" w="med" len="med"/>
                      <a:tailEnd type="none" w="med" len="med"/>
                    </a:lnB>
                    <a:lnTlToBr w="12700" cmpd="sng">
                      <a:noFill/>
                      <a:prstDash val="solid"/>
                    </a:lnTlToBr>
                    <a:lnBlToTr w="12700" cmpd="sng">
                      <a:noFill/>
                      <a:prstDash val="solid"/>
                    </a:lnBlToTr>
                    <a:solidFill>
                      <a:srgbClr val="154678"/>
                    </a:solidFill>
                  </a:tcPr>
                </a:tc>
                <a:extLst>
                  <a:ext uri="{0D108BD9-81ED-4DB2-BD59-A6C34878D82A}">
                    <a16:rowId xmlns:a16="http://schemas.microsoft.com/office/drawing/2014/main" val="412047115"/>
                  </a:ext>
                </a:extLst>
              </a:tr>
              <a:tr h="841478">
                <a:tc>
                  <a:txBody>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lang="zh-CN" altLang="en-US" sz="1200" b="0" i="0" u="none" strike="noStrike">
                          <a:solidFill>
                            <a:srgbClr val="000000"/>
                          </a:solidFill>
                          <a:effectLst/>
                          <a:latin typeface="+mn-lt"/>
                          <a:ea typeface="+mn-ea"/>
                          <a:cs typeface="+mn-ea"/>
                          <a:sym typeface="+mn-lt"/>
                        </a:rPr>
                        <a:t>为落地公司</a:t>
                      </a:r>
                      <a:r>
                        <a:rPr lang="en-US" altLang="zh-CN" sz="1200" b="0" i="0" u="none" strike="noStrike">
                          <a:solidFill>
                            <a:srgbClr val="000000"/>
                          </a:solidFill>
                          <a:effectLst/>
                          <a:latin typeface="+mn-lt"/>
                          <a:ea typeface="+mn-ea"/>
                          <a:cs typeface="+mn-ea"/>
                          <a:sym typeface="+mn-lt"/>
                        </a:rPr>
                        <a:t>3D</a:t>
                      </a:r>
                      <a:r>
                        <a:rPr lang="zh-CN" altLang="en-US" sz="1200" b="0" i="0" u="none" strike="noStrike">
                          <a:solidFill>
                            <a:srgbClr val="000000"/>
                          </a:solidFill>
                          <a:effectLst/>
                          <a:latin typeface="+mn-lt"/>
                          <a:ea typeface="+mn-ea"/>
                          <a:cs typeface="+mn-ea"/>
                          <a:sym typeface="+mn-lt"/>
                        </a:rPr>
                        <a:t>及</a:t>
                      </a:r>
                      <a:r>
                        <a:rPr lang="en-US" altLang="zh-CN" sz="1200" b="0" i="0" u="none" strike="noStrike">
                          <a:solidFill>
                            <a:srgbClr val="000000"/>
                          </a:solidFill>
                          <a:effectLst/>
                          <a:latin typeface="+mn-lt"/>
                          <a:ea typeface="+mn-ea"/>
                          <a:cs typeface="+mn-ea"/>
                          <a:sym typeface="+mn-lt"/>
                        </a:rPr>
                        <a:t>TQM</a:t>
                      </a:r>
                      <a:r>
                        <a:rPr lang="zh-CN" altLang="en-US" sz="1200" b="0" i="0" u="none" strike="noStrike">
                          <a:solidFill>
                            <a:srgbClr val="000000"/>
                          </a:solidFill>
                          <a:effectLst/>
                          <a:latin typeface="+mn-lt"/>
                          <a:ea typeface="+mn-ea"/>
                          <a:cs typeface="+mn-ea"/>
                          <a:sym typeface="+mn-lt"/>
                        </a:rPr>
                        <a:t>智能驱动战略，经过</a:t>
                      </a:r>
                      <a:r>
                        <a:rPr lang="en-US" altLang="zh-CN" sz="1200" b="0" i="0" u="none" strike="noStrike">
                          <a:solidFill>
                            <a:srgbClr val="000000"/>
                          </a:solidFill>
                          <a:effectLst/>
                          <a:latin typeface="+mn-lt"/>
                          <a:ea typeface="+mn-ea"/>
                          <a:cs typeface="+mn-ea"/>
                          <a:sym typeface="+mn-lt"/>
                        </a:rPr>
                        <a:t>TQM 1/3/5</a:t>
                      </a:r>
                      <a:r>
                        <a:rPr lang="zh-CN" altLang="en-US" sz="1200" b="0" i="0" u="none" strike="noStrike">
                          <a:solidFill>
                            <a:srgbClr val="000000"/>
                          </a:solidFill>
                          <a:effectLst/>
                          <a:latin typeface="+mn-lt"/>
                          <a:ea typeface="+mn-ea"/>
                          <a:cs typeface="+mn-ea"/>
                          <a:sym typeface="+mn-lt"/>
                        </a:rPr>
                        <a:t>战略两年多来的深入落地，积累大量的宝贵质量知识库</a:t>
                      </a:r>
                      <a:r>
                        <a:rPr lang="en-US" altLang="zh-CN" sz="1200" b="0" i="0" u="none" strike="noStrike">
                          <a:solidFill>
                            <a:srgbClr val="000000"/>
                          </a:solidFill>
                          <a:effectLst/>
                          <a:latin typeface="+mn-lt"/>
                          <a:ea typeface="+mn-ea"/>
                          <a:cs typeface="+mn-ea"/>
                          <a:sym typeface="+mn-lt"/>
                        </a:rPr>
                        <a:t>(</a:t>
                      </a:r>
                      <a:r>
                        <a:rPr lang="zh-CN" altLang="en-US" sz="1200" b="0" i="0" u="none" strike="noStrike">
                          <a:solidFill>
                            <a:srgbClr val="000000"/>
                          </a:solidFill>
                          <a:effectLst/>
                          <a:latin typeface="+mn-lt"/>
                          <a:ea typeface="+mn-ea"/>
                          <a:cs typeface="+mn-ea"/>
                          <a:sym typeface="+mn-lt"/>
                        </a:rPr>
                        <a:t>包括麒麟</a:t>
                      </a:r>
                      <a:r>
                        <a:rPr lang="en-US" altLang="zh-CN" sz="1200" b="0" i="0" u="none" strike="noStrike">
                          <a:solidFill>
                            <a:srgbClr val="000000"/>
                          </a:solidFill>
                          <a:effectLst/>
                          <a:latin typeface="+mn-lt"/>
                          <a:ea typeface="+mn-ea"/>
                          <a:cs typeface="+mn-ea"/>
                          <a:sym typeface="+mn-lt"/>
                        </a:rPr>
                        <a:t>: 1285+</a:t>
                      </a:r>
                      <a:r>
                        <a:rPr lang="zh-CN" altLang="en-US" sz="1200" b="0" i="0" u="none" strike="noStrike">
                          <a:solidFill>
                            <a:srgbClr val="000000"/>
                          </a:solidFill>
                          <a:effectLst/>
                          <a:latin typeface="+mn-lt"/>
                          <a:ea typeface="+mn-ea"/>
                          <a:cs typeface="+mn-ea"/>
                          <a:sym typeface="+mn-lt"/>
                        </a:rPr>
                        <a:t>个案例</a:t>
                      </a:r>
                      <a:r>
                        <a:rPr lang="en-US" altLang="zh-CN" sz="1200" b="0" i="0" u="none" strike="noStrike">
                          <a:solidFill>
                            <a:srgbClr val="000000"/>
                          </a:solidFill>
                          <a:effectLst/>
                          <a:latin typeface="+mn-lt"/>
                          <a:ea typeface="+mn-ea"/>
                          <a:cs typeface="+mn-ea"/>
                          <a:sym typeface="+mn-lt"/>
                        </a:rPr>
                        <a:t>;</a:t>
                      </a:r>
                      <a:r>
                        <a:rPr lang="zh-CN" altLang="en-US" sz="1200" b="0" i="0" u="none" strike="noStrike">
                          <a:solidFill>
                            <a:srgbClr val="000000"/>
                          </a:solidFill>
                          <a:effectLst/>
                          <a:latin typeface="+mn-lt"/>
                          <a:ea typeface="+mn-ea"/>
                          <a:cs typeface="+mn-ea"/>
                          <a:sym typeface="+mn-lt"/>
                        </a:rPr>
                        <a:t>质量标准文件</a:t>
                      </a:r>
                      <a:r>
                        <a:rPr lang="en-US" altLang="zh-CN" sz="1200" b="0" i="0" u="none" strike="noStrike">
                          <a:solidFill>
                            <a:srgbClr val="000000"/>
                          </a:solidFill>
                          <a:effectLst/>
                          <a:latin typeface="+mn-lt"/>
                          <a:ea typeface="+mn-ea"/>
                          <a:cs typeface="+mn-ea"/>
                          <a:sym typeface="+mn-lt"/>
                        </a:rPr>
                        <a:t>: 282+</a:t>
                      </a:r>
                      <a:r>
                        <a:rPr lang="zh-CN" altLang="en-US" sz="1200" b="0" i="0" u="none" strike="noStrike">
                          <a:solidFill>
                            <a:srgbClr val="000000"/>
                          </a:solidFill>
                          <a:effectLst/>
                          <a:latin typeface="+mn-lt"/>
                          <a:ea typeface="+mn-ea"/>
                          <a:cs typeface="+mn-ea"/>
                          <a:sym typeface="+mn-lt"/>
                        </a:rPr>
                        <a:t>份</a:t>
                      </a:r>
                      <a:r>
                        <a:rPr lang="en-US" altLang="zh-CN" sz="1200" b="0" i="0" u="none" strike="noStrike">
                          <a:solidFill>
                            <a:srgbClr val="000000"/>
                          </a:solidFill>
                          <a:effectLst/>
                          <a:latin typeface="+mn-lt"/>
                          <a:ea typeface="+mn-ea"/>
                          <a:cs typeface="+mn-ea"/>
                          <a:sym typeface="+mn-lt"/>
                        </a:rPr>
                        <a:t>;One Page:</a:t>
                      </a:r>
                      <a:r>
                        <a:rPr lang="zh-CN" altLang="en-US" sz="1200" b="0" i="0" u="none" strike="noStrike">
                          <a:solidFill>
                            <a:srgbClr val="000000"/>
                          </a:solidFill>
                          <a:effectLst/>
                          <a:latin typeface="+mn-lt"/>
                          <a:ea typeface="+mn-ea"/>
                          <a:cs typeface="+mn-ea"/>
                          <a:sym typeface="+mn-lt"/>
                        </a:rPr>
                        <a:t> </a:t>
                      </a:r>
                      <a:r>
                        <a:rPr lang="en-US" altLang="zh-CN" sz="1200" b="0" i="0" u="none" strike="noStrike">
                          <a:solidFill>
                            <a:srgbClr val="000000"/>
                          </a:solidFill>
                          <a:effectLst/>
                          <a:latin typeface="+mn-lt"/>
                          <a:ea typeface="+mn-ea"/>
                          <a:cs typeface="+mn-ea"/>
                          <a:sym typeface="+mn-lt"/>
                        </a:rPr>
                        <a:t>315+</a:t>
                      </a:r>
                      <a:r>
                        <a:rPr lang="zh-CN" altLang="en-US" sz="1200" b="0" i="0" u="none" strike="noStrike">
                          <a:solidFill>
                            <a:srgbClr val="000000"/>
                          </a:solidFill>
                          <a:effectLst/>
                          <a:latin typeface="+mn-lt"/>
                          <a:ea typeface="+mn-ea"/>
                          <a:cs typeface="+mn-ea"/>
                          <a:sym typeface="+mn-lt"/>
                        </a:rPr>
                        <a:t>份等</a:t>
                      </a:r>
                      <a:r>
                        <a:rPr lang="en-US" altLang="zh-CN" sz="1200" b="0" i="0" u="none" strike="noStrike">
                          <a:solidFill>
                            <a:srgbClr val="000000"/>
                          </a:solidFill>
                          <a:effectLst/>
                          <a:latin typeface="+mn-lt"/>
                          <a:ea typeface="+mn-ea"/>
                          <a:cs typeface="+mn-ea"/>
                          <a:sym typeface="+mn-lt"/>
                        </a:rPr>
                        <a:t>)</a:t>
                      </a:r>
                      <a:r>
                        <a:rPr lang="zh-CN" altLang="en-US" sz="1200" b="0" i="0" u="none" strike="noStrike">
                          <a:solidFill>
                            <a:srgbClr val="000000"/>
                          </a:solidFill>
                          <a:effectLst/>
                          <a:latin typeface="+mn-lt"/>
                          <a:ea typeface="+mn-ea"/>
                          <a:cs typeface="+mn-ea"/>
                          <a:sym typeface="+mn-lt"/>
                        </a:rPr>
                        <a:t>，具备智能质量解决方案推荐的条件。建立质量域知识库，通过</a:t>
                      </a:r>
                      <a:r>
                        <a:rPr lang="en-US" altLang="zh-CN" sz="1200" b="0" i="0" u="none" strike="noStrike">
                          <a:solidFill>
                            <a:srgbClr val="000000"/>
                          </a:solidFill>
                          <a:effectLst/>
                          <a:latin typeface="+mn-lt"/>
                          <a:ea typeface="+mn-ea"/>
                          <a:cs typeface="+mn-ea"/>
                          <a:sym typeface="+mn-lt"/>
                        </a:rPr>
                        <a:t>AI</a:t>
                      </a:r>
                      <a:r>
                        <a:rPr lang="zh-CN" altLang="en-US" sz="1200" b="0" i="0" u="none" strike="noStrike">
                          <a:solidFill>
                            <a:srgbClr val="000000"/>
                          </a:solidFill>
                          <a:effectLst/>
                          <a:latin typeface="+mn-lt"/>
                          <a:ea typeface="+mn-ea"/>
                          <a:cs typeface="+mn-ea"/>
                          <a:sym typeface="+mn-lt"/>
                        </a:rPr>
                        <a:t>智能体，基于知识库实现知识库问答及智能质量解决方案推荐。最终</a:t>
                      </a:r>
                      <a:r>
                        <a:rPr lang="zh-CN" altLang="en-US" sz="1200" b="0" i="0" u="none" strike="noStrike">
                          <a:solidFill>
                            <a:schemeClr val="tx1"/>
                          </a:solidFill>
                          <a:effectLst/>
                          <a:latin typeface="+mn-lt"/>
                          <a:ea typeface="+mn-ea"/>
                          <a:cs typeface="+mn-ea"/>
                          <a:sym typeface="+mn-lt"/>
                        </a:rPr>
                        <a:t>转化并形成为可量化变现的质量知识资产，对内对外赋能，助力行业质量智能生态；</a:t>
                      </a:r>
                      <a:endParaRPr lang="en-US" altLang="zh-CN" sz="1200" i="1">
                        <a:solidFill>
                          <a:schemeClr val="tx1">
                            <a:lumMod val="50000"/>
                            <a:lumOff val="50000"/>
                          </a:schemeClr>
                        </a:solidFill>
                        <a:latin typeface="+mn-lt"/>
                        <a:ea typeface="+mn-ea"/>
                        <a:cs typeface="+mn-ea"/>
                        <a:sym typeface="+mn-lt"/>
                      </a:endParaRPr>
                    </a:p>
                  </a:txBody>
                  <a:tcPr marL="6044" marR="6044" marT="6044" marB="0">
                    <a:lnL w="6350" cap="flat" cmpd="sng" algn="ctr">
                      <a:solidFill>
                        <a:srgbClr val="154678"/>
                      </a:solidFill>
                      <a:prstDash val="solid"/>
                      <a:round/>
                      <a:headEnd type="none" w="med" len="med"/>
                      <a:tailEnd type="none" w="med" len="med"/>
                    </a:lnL>
                    <a:lnR w="6350" cap="flat" cmpd="sng" algn="ctr">
                      <a:solidFill>
                        <a:srgbClr val="154678"/>
                      </a:solidFill>
                      <a:prstDash val="solid"/>
                      <a:round/>
                      <a:headEnd type="none" w="med" len="med"/>
                      <a:tailEnd type="none" w="med" len="med"/>
                    </a:lnR>
                    <a:lnT w="6350" cap="flat" cmpd="sng" algn="ctr">
                      <a:solidFill>
                        <a:srgbClr val="154678"/>
                      </a:solidFill>
                      <a:prstDash val="solid"/>
                      <a:round/>
                      <a:headEnd type="none" w="med" len="med"/>
                      <a:tailEnd type="none" w="med" len="med"/>
                    </a:lnT>
                    <a:lnB w="6350" cap="flat" cmpd="sng" algn="ctr">
                      <a:solidFill>
                        <a:srgbClr val="154678"/>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b"/>
                      <a:endParaRPr lang="zh-CN" altLang="en-US" sz="1000" b="0" i="0" u="none" strike="noStrike">
                        <a:solidFill>
                          <a:srgbClr val="000000"/>
                        </a:solidFill>
                        <a:effectLst/>
                        <a:latin typeface="Arial" panose="020B0604020202020204" pitchFamily="34" charset="0"/>
                        <a:ea typeface="等线" panose="02010600030101010101" pitchFamily="2" charset="-122"/>
                      </a:endParaRPr>
                    </a:p>
                  </a:txBody>
                  <a:tcPr marL="4534" marR="4534" marT="4534" marB="0" anchor="b">
                    <a:lnB w="12700" cmpd="sng">
                      <a:noFill/>
                    </a:lnB>
                  </a:tcPr>
                </a:tc>
                <a:tc>
                  <a:txBody>
                    <a:bodyPr/>
                    <a:lstStyle/>
                    <a:p>
                      <a:pPr>
                        <a:lnSpc>
                          <a:spcPts val="1600"/>
                        </a:lnSpc>
                      </a:pPr>
                      <a:r>
                        <a:rPr lang="zh-CN" altLang="en-US" sz="1200" i="0" kern="1200">
                          <a:solidFill>
                            <a:schemeClr val="tx1"/>
                          </a:solidFill>
                          <a:latin typeface="+mn-lt"/>
                          <a:ea typeface="+mn-ea"/>
                          <a:cs typeface="+mn-ea"/>
                          <a:sym typeface="+mn-lt"/>
                        </a:rPr>
                        <a:t>用户</a:t>
                      </a:r>
                      <a:r>
                        <a:rPr lang="en-US" altLang="zh-CN" sz="1200" i="0" kern="1200">
                          <a:solidFill>
                            <a:schemeClr val="tx1"/>
                          </a:solidFill>
                          <a:latin typeface="+mn-lt"/>
                          <a:ea typeface="+mn-ea"/>
                          <a:cs typeface="+mn-ea"/>
                          <a:sym typeface="+mn-lt"/>
                        </a:rPr>
                        <a:t>: TQM,</a:t>
                      </a:r>
                      <a:r>
                        <a:rPr lang="zh-CN" altLang="en-US" sz="1200" i="0" kern="1200">
                          <a:solidFill>
                            <a:schemeClr val="tx1"/>
                          </a:solidFill>
                          <a:latin typeface="+mn-lt"/>
                          <a:ea typeface="+mn-ea"/>
                          <a:cs typeface="+mn-ea"/>
                          <a:sym typeface="+mn-lt"/>
                        </a:rPr>
                        <a:t> </a:t>
                      </a:r>
                      <a:r>
                        <a:rPr lang="en-US" altLang="zh-CN" sz="1200" i="0" kern="1200">
                          <a:solidFill>
                            <a:schemeClr val="tx1"/>
                          </a:solidFill>
                          <a:latin typeface="+mn-lt"/>
                          <a:ea typeface="+mn-ea"/>
                          <a:cs typeface="+mn-ea"/>
                          <a:sym typeface="+mn-lt"/>
                        </a:rPr>
                        <a:t>R&amp;D,</a:t>
                      </a:r>
                      <a:r>
                        <a:rPr lang="zh-CN" altLang="en-US" sz="1200" i="0" kern="1200">
                          <a:solidFill>
                            <a:schemeClr val="tx1"/>
                          </a:solidFill>
                          <a:latin typeface="+mn-lt"/>
                          <a:ea typeface="+mn-ea"/>
                          <a:cs typeface="+mn-ea"/>
                          <a:sym typeface="+mn-lt"/>
                        </a:rPr>
                        <a:t> </a:t>
                      </a:r>
                      <a:r>
                        <a:rPr lang="en-US" altLang="zh-CN" sz="1200" i="0" kern="1200">
                          <a:solidFill>
                            <a:schemeClr val="tx1"/>
                          </a:solidFill>
                          <a:latin typeface="+mn-lt"/>
                          <a:ea typeface="+mn-ea"/>
                          <a:cs typeface="+mn-ea"/>
                          <a:sym typeface="+mn-lt"/>
                        </a:rPr>
                        <a:t>IMLC</a:t>
                      </a:r>
                      <a:r>
                        <a:rPr lang="zh-CN" altLang="en-US" sz="1200" i="0" kern="1200">
                          <a:solidFill>
                            <a:schemeClr val="tx1"/>
                          </a:solidFill>
                          <a:latin typeface="+mn-lt"/>
                          <a:ea typeface="+mn-ea"/>
                          <a:cs typeface="+mn-ea"/>
                          <a:sym typeface="+mn-lt"/>
                        </a:rPr>
                        <a:t>等跨组织用户</a:t>
                      </a:r>
                      <a:endParaRPr lang="en-US" altLang="zh-CN" sz="1200" i="0" kern="1200">
                        <a:solidFill>
                          <a:schemeClr val="tx1"/>
                        </a:solidFill>
                        <a:latin typeface="+mn-lt"/>
                        <a:ea typeface="+mn-ea"/>
                        <a:cs typeface="+mn-ea"/>
                        <a:sym typeface="+mn-lt"/>
                      </a:endParaRPr>
                    </a:p>
                    <a:p>
                      <a:pPr>
                        <a:lnSpc>
                          <a:spcPts val="1600"/>
                        </a:lnSpc>
                      </a:pPr>
                      <a:r>
                        <a:rPr lang="zh-CN" altLang="en-US" sz="1200" i="0" kern="1200">
                          <a:solidFill>
                            <a:schemeClr val="tx1"/>
                          </a:solidFill>
                          <a:latin typeface="+mn-lt"/>
                          <a:ea typeface="+mn-ea"/>
                          <a:cs typeface="+mn-ea"/>
                          <a:sym typeface="+mn-lt"/>
                        </a:rPr>
                        <a:t>发起人</a:t>
                      </a:r>
                      <a:r>
                        <a:rPr lang="en-US" altLang="zh-CN" sz="1200" i="0" kern="1200">
                          <a:solidFill>
                            <a:schemeClr val="tx1"/>
                          </a:solidFill>
                          <a:latin typeface="+mn-lt"/>
                          <a:ea typeface="+mn-ea"/>
                          <a:cs typeface="+mn-ea"/>
                          <a:sym typeface="+mn-lt"/>
                        </a:rPr>
                        <a:t>: </a:t>
                      </a:r>
                      <a:r>
                        <a:rPr lang="zh-CN" altLang="en-US" sz="1200" i="0" kern="1200">
                          <a:solidFill>
                            <a:schemeClr val="tx1"/>
                          </a:solidFill>
                          <a:latin typeface="+mn-lt"/>
                          <a:ea typeface="+mn-ea"/>
                          <a:cs typeface="+mn-ea"/>
                          <a:sym typeface="+mn-lt"/>
                        </a:rPr>
                        <a:t>尹雷、代启龙</a:t>
                      </a:r>
                      <a:endParaRPr lang="en-US" altLang="zh-CN" sz="1200" i="0" kern="1200">
                        <a:solidFill>
                          <a:schemeClr val="tx1"/>
                        </a:solidFill>
                        <a:latin typeface="+mn-lt"/>
                        <a:ea typeface="+mn-ea"/>
                        <a:cs typeface="+mn-ea"/>
                        <a:sym typeface="+mn-lt"/>
                      </a:endParaRPr>
                    </a:p>
                    <a:p>
                      <a:pPr>
                        <a:lnSpc>
                          <a:spcPts val="1600"/>
                        </a:lnSpc>
                      </a:pPr>
                      <a:r>
                        <a:rPr lang="en-US" altLang="zh-CN" sz="1200" i="0" kern="1200">
                          <a:solidFill>
                            <a:schemeClr val="tx1"/>
                          </a:solidFill>
                          <a:latin typeface="+mn-lt"/>
                          <a:ea typeface="+mn-ea"/>
                          <a:cs typeface="+mn-ea"/>
                          <a:sym typeface="+mn-lt"/>
                        </a:rPr>
                        <a:t>PM: </a:t>
                      </a:r>
                      <a:r>
                        <a:rPr lang="zh-CN" altLang="en-US" sz="1200" i="0" kern="1200">
                          <a:solidFill>
                            <a:schemeClr val="tx1"/>
                          </a:solidFill>
                          <a:latin typeface="+mn-lt"/>
                          <a:ea typeface="+mn-ea"/>
                          <a:cs typeface="+mn-ea"/>
                          <a:sym typeface="+mn-lt"/>
                        </a:rPr>
                        <a:t>关杰</a:t>
                      </a:r>
                      <a:endParaRPr lang="en-US" altLang="zh-CN" sz="1200" i="0" kern="1200">
                        <a:solidFill>
                          <a:schemeClr val="tx1"/>
                        </a:solidFill>
                        <a:latin typeface="+mn-lt"/>
                        <a:ea typeface="+mn-ea"/>
                        <a:cs typeface="+mn-ea"/>
                        <a:sym typeface="+mn-lt"/>
                      </a:endParaRPr>
                    </a:p>
                    <a:p>
                      <a:pPr>
                        <a:lnSpc>
                          <a:spcPts val="1600"/>
                        </a:lnSpc>
                      </a:pPr>
                      <a:r>
                        <a:rPr lang="zh-CN" altLang="en-US" sz="1200" i="0" kern="1200">
                          <a:solidFill>
                            <a:schemeClr val="tx1"/>
                          </a:solidFill>
                          <a:latin typeface="+mn-lt"/>
                          <a:ea typeface="+mn-ea"/>
                          <a:cs typeface="+mn-ea"/>
                          <a:sym typeface="+mn-lt"/>
                        </a:rPr>
                        <a:t>核心成员</a:t>
                      </a:r>
                      <a:r>
                        <a:rPr lang="en-US" altLang="zh-CN" sz="1200" i="0" kern="1200">
                          <a:solidFill>
                            <a:schemeClr val="tx1"/>
                          </a:solidFill>
                          <a:latin typeface="+mn-lt"/>
                          <a:ea typeface="+mn-ea"/>
                          <a:cs typeface="+mn-ea"/>
                          <a:sym typeface="+mn-lt"/>
                        </a:rPr>
                        <a:t>: </a:t>
                      </a:r>
                      <a:r>
                        <a:rPr lang="zh-CN" altLang="en-US" sz="1200" i="0" kern="1200">
                          <a:solidFill>
                            <a:schemeClr val="tx1"/>
                          </a:solidFill>
                          <a:latin typeface="+mn-lt"/>
                          <a:ea typeface="+mn-ea"/>
                          <a:cs typeface="+mn-ea"/>
                          <a:sym typeface="+mn-lt"/>
                        </a:rPr>
                        <a:t>董娜</a:t>
                      </a:r>
                      <a:r>
                        <a:rPr lang="en-US" altLang="zh-CN" sz="1200" i="0" kern="1200">
                          <a:solidFill>
                            <a:schemeClr val="tx1"/>
                          </a:solidFill>
                          <a:latin typeface="+mn-lt"/>
                          <a:ea typeface="+mn-ea"/>
                          <a:cs typeface="+mn-ea"/>
                          <a:sym typeface="+mn-lt"/>
                        </a:rPr>
                        <a:t>, </a:t>
                      </a:r>
                      <a:r>
                        <a:rPr lang="zh-CN" altLang="en-US" sz="1200" i="0" kern="1200">
                          <a:solidFill>
                            <a:schemeClr val="tx1"/>
                          </a:solidFill>
                          <a:latin typeface="+mn-lt"/>
                          <a:ea typeface="+mn-ea"/>
                          <a:cs typeface="+mn-ea"/>
                          <a:sym typeface="+mn-lt"/>
                        </a:rPr>
                        <a:t>王龙</a:t>
                      </a:r>
                      <a:r>
                        <a:rPr lang="en-US" altLang="zh-CN" sz="1200" i="0" kern="1200">
                          <a:solidFill>
                            <a:schemeClr val="tx1"/>
                          </a:solidFill>
                          <a:latin typeface="+mn-lt"/>
                          <a:ea typeface="+mn-ea"/>
                          <a:cs typeface="+mn-ea"/>
                          <a:sym typeface="+mn-lt"/>
                        </a:rPr>
                        <a:t>, </a:t>
                      </a:r>
                      <a:r>
                        <a:rPr lang="zh-CN" altLang="en-US" sz="1200" i="0" kern="1200">
                          <a:solidFill>
                            <a:schemeClr val="tx1"/>
                          </a:solidFill>
                          <a:latin typeface="+mn-lt"/>
                          <a:ea typeface="+mn-ea"/>
                          <a:cs typeface="+mn-ea"/>
                          <a:sym typeface="+mn-lt"/>
                        </a:rPr>
                        <a:t>许燕萍</a:t>
                      </a:r>
                      <a:r>
                        <a:rPr lang="en-US" altLang="zh-CN" sz="1200" i="0" kern="1200">
                          <a:solidFill>
                            <a:schemeClr val="tx1"/>
                          </a:solidFill>
                          <a:latin typeface="+mn-lt"/>
                          <a:ea typeface="+mn-ea"/>
                          <a:cs typeface="+mn-ea"/>
                          <a:sym typeface="+mn-lt"/>
                        </a:rPr>
                        <a:t>, </a:t>
                      </a:r>
                      <a:r>
                        <a:rPr lang="zh-CN" altLang="en-US" sz="1200" i="0" kern="1200">
                          <a:solidFill>
                            <a:schemeClr val="tx1"/>
                          </a:solidFill>
                          <a:latin typeface="+mn-lt"/>
                          <a:ea typeface="+mn-ea"/>
                          <a:cs typeface="+mn-ea"/>
                          <a:sym typeface="+mn-lt"/>
                        </a:rPr>
                        <a:t>谭文广</a:t>
                      </a:r>
                      <a:r>
                        <a:rPr lang="en-US" altLang="zh-CN" sz="1200" i="0" kern="1200">
                          <a:solidFill>
                            <a:schemeClr val="tx1"/>
                          </a:solidFill>
                          <a:latin typeface="+mn-lt"/>
                          <a:ea typeface="+mn-ea"/>
                          <a:cs typeface="+mn-ea"/>
                          <a:sym typeface="+mn-lt"/>
                        </a:rPr>
                        <a:t>, </a:t>
                      </a:r>
                      <a:r>
                        <a:rPr lang="zh-CN" altLang="en-US" sz="1200" i="0" kern="1200">
                          <a:solidFill>
                            <a:schemeClr val="tx1"/>
                          </a:solidFill>
                          <a:latin typeface="+mn-lt"/>
                          <a:ea typeface="+mn-ea"/>
                          <a:cs typeface="+mn-ea"/>
                          <a:sym typeface="+mn-lt"/>
                        </a:rPr>
                        <a:t>耿彬</a:t>
                      </a:r>
                      <a:r>
                        <a:rPr lang="en-US" altLang="zh-CN" sz="1200" i="0" kern="1200">
                          <a:solidFill>
                            <a:schemeClr val="tx1"/>
                          </a:solidFill>
                          <a:latin typeface="+mn-lt"/>
                          <a:ea typeface="+mn-ea"/>
                          <a:cs typeface="+mn-ea"/>
                          <a:sym typeface="+mn-lt"/>
                        </a:rPr>
                        <a:t>, </a:t>
                      </a:r>
                      <a:r>
                        <a:rPr lang="zh-CN" altLang="en-US" sz="1200" i="0" kern="1200">
                          <a:solidFill>
                            <a:schemeClr val="tx1"/>
                          </a:solidFill>
                          <a:latin typeface="+mn-lt"/>
                          <a:ea typeface="+mn-ea"/>
                          <a:cs typeface="+mn-ea"/>
                          <a:sym typeface="+mn-lt"/>
                        </a:rPr>
                        <a:t>宛传斌</a:t>
                      </a:r>
                      <a:r>
                        <a:rPr lang="en-US" altLang="zh-CN" sz="1200" i="0" kern="1200">
                          <a:solidFill>
                            <a:schemeClr val="tx1"/>
                          </a:solidFill>
                          <a:latin typeface="+mn-lt"/>
                          <a:ea typeface="+mn-ea"/>
                          <a:cs typeface="+mn-ea"/>
                          <a:sym typeface="+mn-lt"/>
                        </a:rPr>
                        <a:t>,  </a:t>
                      </a:r>
                      <a:r>
                        <a:rPr lang="zh-CN" altLang="en-US" sz="1200" i="0" kern="1200">
                          <a:solidFill>
                            <a:schemeClr val="tx1"/>
                          </a:solidFill>
                          <a:latin typeface="+mn-lt"/>
                          <a:ea typeface="+mn-ea"/>
                          <a:cs typeface="+mn-ea"/>
                          <a:sym typeface="+mn-lt"/>
                        </a:rPr>
                        <a:t>刘家伟</a:t>
                      </a:r>
                      <a:r>
                        <a:rPr lang="en-US" altLang="zh-CN" sz="1200" i="0" kern="1200">
                          <a:solidFill>
                            <a:schemeClr val="tx1"/>
                          </a:solidFill>
                          <a:latin typeface="+mn-lt"/>
                          <a:ea typeface="+mn-ea"/>
                          <a:cs typeface="+mn-ea"/>
                          <a:sym typeface="+mn-lt"/>
                        </a:rPr>
                        <a:t>, </a:t>
                      </a:r>
                      <a:r>
                        <a:rPr lang="zh-CN" altLang="en-US" sz="1200" i="0" kern="1200">
                          <a:solidFill>
                            <a:schemeClr val="tx1"/>
                          </a:solidFill>
                          <a:latin typeface="+mn-lt"/>
                          <a:ea typeface="+mn-ea"/>
                          <a:cs typeface="+mn-ea"/>
                          <a:sym typeface="+mn-lt"/>
                        </a:rPr>
                        <a:t>张兵等</a:t>
                      </a:r>
                      <a:r>
                        <a:rPr lang="en-US" altLang="zh-CN" sz="1200" i="0" kern="1200">
                          <a:solidFill>
                            <a:schemeClr val="tx1"/>
                          </a:solidFill>
                          <a:latin typeface="+mn-lt"/>
                          <a:ea typeface="+mn-ea"/>
                          <a:cs typeface="+mn-ea"/>
                          <a:sym typeface="+mn-lt"/>
                        </a:rPr>
                        <a:t>; DIT: Draco, Herry</a:t>
                      </a:r>
                      <a:r>
                        <a:rPr lang="zh-CN" altLang="en-US" sz="1200" i="0" kern="1200">
                          <a:solidFill>
                            <a:schemeClr val="tx1"/>
                          </a:solidFill>
                          <a:latin typeface="+mn-lt"/>
                          <a:ea typeface="+mn-ea"/>
                          <a:cs typeface="+mn-ea"/>
                          <a:sym typeface="+mn-lt"/>
                        </a:rPr>
                        <a:t>等</a:t>
                      </a:r>
                      <a:r>
                        <a:rPr lang="en-US" altLang="zh-CN" sz="1200" i="0" kern="1200">
                          <a:solidFill>
                            <a:schemeClr val="tx1"/>
                          </a:solidFill>
                          <a:latin typeface="+mn-lt"/>
                          <a:ea typeface="+mn-ea"/>
                          <a:cs typeface="+mn-ea"/>
                          <a:sym typeface="+mn-lt"/>
                        </a:rPr>
                        <a:t>; R&amp;D:</a:t>
                      </a:r>
                      <a:r>
                        <a:rPr lang="zh-CN" altLang="en-US" sz="1200" i="0" kern="1200">
                          <a:solidFill>
                            <a:schemeClr val="tx1"/>
                          </a:solidFill>
                          <a:latin typeface="+mn-lt"/>
                          <a:ea typeface="+mn-ea"/>
                          <a:cs typeface="+mn-ea"/>
                          <a:sym typeface="+mn-lt"/>
                        </a:rPr>
                        <a:t> </a:t>
                      </a:r>
                      <a:r>
                        <a:rPr lang="en-US" altLang="zh-CN" sz="1200" i="0" kern="1200">
                          <a:solidFill>
                            <a:schemeClr val="tx1"/>
                          </a:solidFill>
                          <a:latin typeface="+mn-lt"/>
                          <a:ea typeface="+mn-ea"/>
                          <a:cs typeface="+mn-ea"/>
                          <a:sym typeface="+mn-lt"/>
                        </a:rPr>
                        <a:t>Jack Yang</a:t>
                      </a:r>
                      <a:r>
                        <a:rPr lang="zh-CN" altLang="en-US" sz="1200" i="0" kern="1200">
                          <a:solidFill>
                            <a:schemeClr val="tx1"/>
                          </a:solidFill>
                          <a:latin typeface="+mn-lt"/>
                          <a:ea typeface="+mn-ea"/>
                          <a:cs typeface="+mn-ea"/>
                          <a:sym typeface="+mn-lt"/>
                        </a:rPr>
                        <a:t>等</a:t>
                      </a:r>
                      <a:r>
                        <a:rPr lang="en-US" altLang="zh-CN" sz="1200" i="0" kern="1200">
                          <a:solidFill>
                            <a:schemeClr val="tx1"/>
                          </a:solidFill>
                          <a:latin typeface="+mn-lt"/>
                          <a:ea typeface="+mn-ea"/>
                          <a:cs typeface="+mn-ea"/>
                          <a:sym typeface="+mn-lt"/>
                        </a:rPr>
                        <a:t>;</a:t>
                      </a:r>
                    </a:p>
                  </a:txBody>
                  <a:tcPr marL="6044" marR="6044" marT="6044" marB="0">
                    <a:lnL w="6350" cap="flat" cmpd="sng" algn="ctr">
                      <a:solidFill>
                        <a:srgbClr val="154678"/>
                      </a:solidFill>
                      <a:prstDash val="solid"/>
                      <a:round/>
                      <a:headEnd type="none" w="med" len="med"/>
                      <a:tailEnd type="none" w="med" len="med"/>
                    </a:lnL>
                    <a:lnR w="6350" cap="flat" cmpd="sng" algn="ctr">
                      <a:solidFill>
                        <a:srgbClr val="154678"/>
                      </a:solidFill>
                      <a:prstDash val="solid"/>
                      <a:round/>
                      <a:headEnd type="none" w="med" len="med"/>
                      <a:tailEnd type="none" w="med" len="med"/>
                    </a:lnR>
                    <a:lnT w="6350" cap="flat" cmpd="sng" algn="ctr">
                      <a:solidFill>
                        <a:srgbClr val="154678"/>
                      </a:solidFill>
                      <a:prstDash val="solid"/>
                      <a:round/>
                      <a:headEnd type="none" w="med" len="med"/>
                      <a:tailEnd type="none" w="med" len="med"/>
                    </a:lnT>
                    <a:lnB w="6350" cap="flat" cmpd="sng" algn="ctr">
                      <a:solidFill>
                        <a:srgbClr val="154678"/>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27568665"/>
                  </a:ext>
                </a:extLst>
              </a:tr>
              <a:tr h="181505">
                <a:tc gridSpan="3">
                  <a:txBody>
                    <a:bodyPr/>
                    <a:lstStyle/>
                    <a:p>
                      <a:pPr algn="l" fontAlgn="b"/>
                      <a:endParaRPr lang="zh-CN" altLang="en-US" sz="1200" b="0" i="0" u="none" strike="noStrike">
                        <a:solidFill>
                          <a:srgbClr val="000000"/>
                        </a:solidFill>
                        <a:effectLst/>
                        <a:latin typeface="+mn-lt"/>
                        <a:ea typeface="+mn-ea"/>
                        <a:cs typeface="+mn-ea"/>
                        <a:sym typeface="+mn-lt"/>
                      </a:endParaRPr>
                    </a:p>
                  </a:txBody>
                  <a:tcPr marL="6044" marR="6044" marT="604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154678"/>
                      </a:solidFill>
                      <a:prstDash val="solid"/>
                      <a:round/>
                      <a:headEnd type="none" w="med" len="med"/>
                      <a:tailEnd type="none" w="med" len="med"/>
                    </a:lnT>
                    <a:lnB w="6350" cap="flat" cmpd="sng" algn="ctr">
                      <a:solidFill>
                        <a:srgbClr val="154678"/>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637669306"/>
                  </a:ext>
                </a:extLst>
              </a:tr>
              <a:tr h="181505">
                <a:tc>
                  <a:txBody>
                    <a:bodyPr/>
                    <a:lstStyle/>
                    <a:p>
                      <a:pPr algn="l" rtl="0" fontAlgn="b"/>
                      <a:r>
                        <a:rPr lang="zh-CN" altLang="en-US" sz="1200" b="1" u="none" strike="noStrike">
                          <a:solidFill>
                            <a:schemeClr val="bg1"/>
                          </a:solidFill>
                          <a:effectLst/>
                          <a:latin typeface="+mn-lt"/>
                          <a:ea typeface="+mn-ea"/>
                          <a:cs typeface="+mn-ea"/>
                          <a:sym typeface="+mn-lt"/>
                        </a:rPr>
                        <a:t>目标</a:t>
                      </a:r>
                      <a:r>
                        <a:rPr lang="en-US" altLang="zh-CN" sz="1200" b="1" u="none" strike="noStrike">
                          <a:solidFill>
                            <a:schemeClr val="bg1"/>
                          </a:solidFill>
                          <a:effectLst/>
                          <a:latin typeface="+mn-lt"/>
                          <a:ea typeface="+mn-ea"/>
                          <a:cs typeface="+mn-ea"/>
                          <a:sym typeface="+mn-lt"/>
                        </a:rPr>
                        <a:t>/</a:t>
                      </a:r>
                      <a:r>
                        <a:rPr lang="zh-CN" altLang="en-US" sz="1200" b="1" u="none" strike="noStrike">
                          <a:solidFill>
                            <a:schemeClr val="bg1"/>
                          </a:solidFill>
                          <a:effectLst/>
                          <a:latin typeface="+mn-lt"/>
                          <a:ea typeface="+mn-ea"/>
                          <a:cs typeface="+mn-ea"/>
                          <a:sym typeface="+mn-lt"/>
                        </a:rPr>
                        <a:t>成功标准（</a:t>
                      </a:r>
                      <a:r>
                        <a:rPr lang="en-US" altLang="zh-CN" sz="1200" b="1" u="none" strike="noStrike">
                          <a:solidFill>
                            <a:schemeClr val="bg1"/>
                          </a:solidFill>
                          <a:effectLst/>
                          <a:latin typeface="+mn-lt"/>
                          <a:ea typeface="+mn-ea"/>
                          <a:cs typeface="+mn-ea"/>
                          <a:sym typeface="+mn-lt"/>
                        </a:rPr>
                        <a:t>KPI</a:t>
                      </a:r>
                      <a:r>
                        <a:rPr lang="zh-CN" altLang="en-US" sz="1200" b="1" u="none" strike="noStrike">
                          <a:solidFill>
                            <a:schemeClr val="bg1"/>
                          </a:solidFill>
                          <a:effectLst/>
                          <a:latin typeface="+mn-lt"/>
                          <a:ea typeface="+mn-ea"/>
                          <a:cs typeface="+mn-ea"/>
                          <a:sym typeface="+mn-lt"/>
                        </a:rPr>
                        <a:t>和关键结果）</a:t>
                      </a:r>
                      <a:endParaRPr lang="en-US" altLang="zh-CN" sz="1200" b="1" i="0" u="none" strike="noStrike">
                        <a:solidFill>
                          <a:schemeClr val="bg1"/>
                        </a:solidFill>
                        <a:effectLst/>
                        <a:latin typeface="+mn-lt"/>
                        <a:ea typeface="+mn-ea"/>
                        <a:cs typeface="+mn-ea"/>
                        <a:sym typeface="+mn-lt"/>
                      </a:endParaRPr>
                    </a:p>
                  </a:txBody>
                  <a:tcPr marL="6044" marR="6044" marT="6044" marB="0" anchor="b">
                    <a:lnL w="6350" cap="flat" cmpd="sng" algn="ctr">
                      <a:solidFill>
                        <a:srgbClr val="154678"/>
                      </a:solidFill>
                      <a:prstDash val="solid"/>
                      <a:round/>
                      <a:headEnd type="none" w="med" len="med"/>
                      <a:tailEnd type="none" w="med" len="med"/>
                    </a:lnL>
                    <a:lnR w="6350" cap="flat" cmpd="sng" algn="ctr">
                      <a:solidFill>
                        <a:srgbClr val="154678"/>
                      </a:solidFill>
                      <a:prstDash val="solid"/>
                      <a:round/>
                      <a:headEnd type="none" w="med" len="med"/>
                      <a:tailEnd type="none" w="med" len="med"/>
                    </a:lnR>
                    <a:lnT w="6350" cap="flat" cmpd="sng" algn="ctr">
                      <a:solidFill>
                        <a:srgbClr val="154678"/>
                      </a:solidFill>
                      <a:prstDash val="solid"/>
                      <a:round/>
                      <a:headEnd type="none" w="med" len="med"/>
                      <a:tailEnd type="none" w="med" len="med"/>
                    </a:lnT>
                    <a:lnB w="6350" cap="flat" cmpd="sng" algn="ctr">
                      <a:solidFill>
                        <a:srgbClr val="154678"/>
                      </a:solidFill>
                      <a:prstDash val="solid"/>
                      <a:round/>
                      <a:headEnd type="none" w="med" len="med"/>
                      <a:tailEnd type="none" w="med" len="med"/>
                    </a:lnB>
                    <a:lnTlToBr w="12700" cmpd="sng">
                      <a:noFill/>
                      <a:prstDash val="solid"/>
                    </a:lnTlToBr>
                    <a:lnBlToTr w="12700" cmpd="sng">
                      <a:noFill/>
                      <a:prstDash val="solid"/>
                    </a:lnBlToTr>
                    <a:solidFill>
                      <a:srgbClr val="154678"/>
                    </a:solidFill>
                  </a:tcPr>
                </a:tc>
                <a:tc rowSpan="5">
                  <a:txBody>
                    <a:bodyPr/>
                    <a:lstStyle/>
                    <a:p>
                      <a:pPr algn="l" fontAlgn="b"/>
                      <a:r>
                        <a:rPr lang="zh-CN" altLang="en-US" sz="1200" u="none" strike="noStrike">
                          <a:effectLst/>
                          <a:latin typeface="+mn-lt"/>
                          <a:ea typeface="+mn-ea"/>
                          <a:cs typeface="+mn-ea"/>
                          <a:sym typeface="+mn-lt"/>
                        </a:rPr>
                        <a:t>　</a:t>
                      </a:r>
                      <a:endParaRPr lang="zh-CN" altLang="en-US" sz="1200" b="0" i="0" u="none" strike="noStrike">
                        <a:solidFill>
                          <a:srgbClr val="000000"/>
                        </a:solidFill>
                        <a:effectLst/>
                        <a:latin typeface="+mn-lt"/>
                        <a:ea typeface="+mn-ea"/>
                        <a:cs typeface="+mn-ea"/>
                        <a:sym typeface="+mn-lt"/>
                      </a:endParaRPr>
                    </a:p>
                    <a:p>
                      <a:pPr algn="l" fontAlgn="b"/>
                      <a:r>
                        <a:rPr lang="zh-CN" altLang="en-US" sz="1200" u="none" strike="noStrike">
                          <a:effectLst/>
                          <a:latin typeface="+mn-lt"/>
                          <a:ea typeface="+mn-ea"/>
                          <a:cs typeface="+mn-ea"/>
                          <a:sym typeface="+mn-lt"/>
                        </a:rPr>
                        <a:t>　</a:t>
                      </a:r>
                      <a:endParaRPr lang="zh-CN" altLang="en-US" sz="1200" b="0" i="0" u="none" strike="noStrike">
                        <a:solidFill>
                          <a:srgbClr val="000000"/>
                        </a:solidFill>
                        <a:effectLst/>
                        <a:latin typeface="+mn-lt"/>
                        <a:ea typeface="+mn-ea"/>
                        <a:cs typeface="+mn-ea"/>
                        <a:sym typeface="+mn-lt"/>
                      </a:endParaRPr>
                    </a:p>
                  </a:txBody>
                  <a:tcPr marL="6044" marR="6044" marT="6044" marB="0" anchor="b">
                    <a:lnL w="6350" cap="flat" cmpd="sng" algn="ctr">
                      <a:solidFill>
                        <a:srgbClr val="154678"/>
                      </a:solidFill>
                      <a:prstDash val="solid"/>
                      <a:round/>
                      <a:headEnd type="none" w="med" len="med"/>
                      <a:tailEnd type="none" w="med" len="med"/>
                    </a:lnL>
                    <a:lnR w="6350" cap="flat" cmpd="sng" algn="ctr">
                      <a:solidFill>
                        <a:srgbClr val="154678"/>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zh-CN" altLang="en-US" sz="1200" b="1" u="none" strike="noStrike">
                          <a:solidFill>
                            <a:schemeClr val="bg1"/>
                          </a:solidFill>
                          <a:effectLst/>
                          <a:latin typeface="+mn-lt"/>
                          <a:ea typeface="+mn-ea"/>
                          <a:cs typeface="+mn-ea"/>
                          <a:sym typeface="+mn-lt"/>
                        </a:rPr>
                        <a:t>项目技术路线</a:t>
                      </a:r>
                      <a:endParaRPr lang="en-US" sz="1200" b="1" i="0" u="none" strike="noStrike">
                        <a:solidFill>
                          <a:schemeClr val="bg1"/>
                        </a:solidFill>
                        <a:effectLst/>
                        <a:latin typeface="+mn-lt"/>
                        <a:ea typeface="+mn-ea"/>
                        <a:cs typeface="+mn-ea"/>
                        <a:sym typeface="+mn-lt"/>
                      </a:endParaRPr>
                    </a:p>
                  </a:txBody>
                  <a:tcPr marL="6044" marR="6044" marT="6044" marB="0" anchor="b">
                    <a:lnL w="6350" cap="flat" cmpd="sng" algn="ctr">
                      <a:solidFill>
                        <a:srgbClr val="154678"/>
                      </a:solidFill>
                      <a:prstDash val="solid"/>
                      <a:round/>
                      <a:headEnd type="none" w="med" len="med"/>
                      <a:tailEnd type="none" w="med" len="med"/>
                    </a:lnL>
                    <a:lnR w="6350" cap="flat" cmpd="sng" algn="ctr">
                      <a:solidFill>
                        <a:srgbClr val="154678"/>
                      </a:solidFill>
                      <a:prstDash val="solid"/>
                      <a:round/>
                      <a:headEnd type="none" w="med" len="med"/>
                      <a:tailEnd type="none" w="med" len="med"/>
                    </a:lnR>
                    <a:lnT w="6350" cap="flat" cmpd="sng" algn="ctr">
                      <a:solidFill>
                        <a:srgbClr val="154678"/>
                      </a:solidFill>
                      <a:prstDash val="solid"/>
                      <a:round/>
                      <a:headEnd type="none" w="med" len="med"/>
                      <a:tailEnd type="none" w="med" len="med"/>
                    </a:lnT>
                    <a:lnB w="6350" cap="flat" cmpd="sng" algn="ctr">
                      <a:solidFill>
                        <a:srgbClr val="154678"/>
                      </a:solidFill>
                      <a:prstDash val="solid"/>
                      <a:round/>
                      <a:headEnd type="none" w="med" len="med"/>
                      <a:tailEnd type="none" w="med" len="med"/>
                    </a:lnB>
                    <a:lnTlToBr w="12700" cmpd="sng">
                      <a:noFill/>
                      <a:prstDash val="solid"/>
                    </a:lnTlToBr>
                    <a:lnBlToTr w="12700" cmpd="sng">
                      <a:noFill/>
                      <a:prstDash val="solid"/>
                    </a:lnBlToTr>
                    <a:solidFill>
                      <a:srgbClr val="154678"/>
                    </a:solidFill>
                  </a:tcPr>
                </a:tc>
                <a:extLst>
                  <a:ext uri="{0D108BD9-81ED-4DB2-BD59-A6C34878D82A}">
                    <a16:rowId xmlns:a16="http://schemas.microsoft.com/office/drawing/2014/main" val="4107196943"/>
                  </a:ext>
                </a:extLst>
              </a:tr>
              <a:tr h="357203">
                <a:tc>
                  <a:txBody>
                    <a:bodyPr/>
                    <a:lstStyle/>
                    <a:p>
                      <a:pPr marL="228600" indent="-228600" algn="l" fontAlgn="ctr">
                        <a:buAutoNum type="arabicPeriod"/>
                      </a:pPr>
                      <a:r>
                        <a:rPr lang="zh-CN" altLang="en-US" sz="1200" b="0" i="0" u="none" strike="noStrike">
                          <a:solidFill>
                            <a:srgbClr val="000000"/>
                          </a:solidFill>
                          <a:effectLst/>
                          <a:latin typeface="+mn-lt"/>
                          <a:ea typeface="+mn-ea"/>
                          <a:cs typeface="+mn-ea"/>
                          <a:sym typeface="+mn-lt"/>
                        </a:rPr>
                        <a:t>知识问答准确率</a:t>
                      </a:r>
                      <a:r>
                        <a:rPr lang="en-US" altLang="zh-CN" sz="1200" b="0" i="0" u="none" strike="noStrike">
                          <a:solidFill>
                            <a:srgbClr val="000000"/>
                          </a:solidFill>
                          <a:effectLst/>
                          <a:latin typeface="+mn-lt"/>
                          <a:ea typeface="+mn-ea"/>
                          <a:cs typeface="+mn-ea"/>
                          <a:sym typeface="+mn-lt"/>
                        </a:rPr>
                        <a:t>90%+</a:t>
                      </a:r>
                      <a:r>
                        <a:rPr lang="zh-CN" altLang="en-US" sz="1200" b="0" i="0" u="none" strike="noStrike">
                          <a:solidFill>
                            <a:srgbClr val="000000"/>
                          </a:solidFill>
                          <a:effectLst/>
                          <a:latin typeface="+mn-lt"/>
                          <a:ea typeface="+mn-ea"/>
                          <a:cs typeface="+mn-ea"/>
                          <a:sym typeface="+mn-lt"/>
                        </a:rPr>
                        <a:t>；</a:t>
                      </a:r>
                      <a:endParaRPr lang="en-US" altLang="zh-CN" sz="1200" b="0" i="0" u="none" strike="noStrike">
                        <a:solidFill>
                          <a:srgbClr val="000000"/>
                        </a:solidFill>
                        <a:effectLst/>
                        <a:latin typeface="+mn-lt"/>
                        <a:ea typeface="+mn-ea"/>
                        <a:cs typeface="+mn-ea"/>
                        <a:sym typeface="+mn-lt"/>
                      </a:endParaRPr>
                    </a:p>
                    <a:p>
                      <a:pPr marL="228600" indent="-228600" algn="l" fontAlgn="ctr">
                        <a:buAutoNum type="arabicPeriod"/>
                      </a:pPr>
                      <a:r>
                        <a:rPr lang="zh-CN" altLang="en-US" sz="1200" b="0" i="0" u="none" strike="noStrike">
                          <a:solidFill>
                            <a:srgbClr val="000000"/>
                          </a:solidFill>
                          <a:effectLst/>
                          <a:latin typeface="+mn-lt"/>
                          <a:ea typeface="+mn-ea"/>
                          <a:cs typeface="+mn-ea"/>
                          <a:sym typeface="+mn-lt"/>
                        </a:rPr>
                        <a:t>提高质量问题分析效率</a:t>
                      </a:r>
                      <a:r>
                        <a:rPr lang="en-US" altLang="zh-CN" sz="1200" b="0" i="0" u="none" strike="noStrike">
                          <a:solidFill>
                            <a:srgbClr val="000000"/>
                          </a:solidFill>
                          <a:effectLst/>
                          <a:latin typeface="+mn-lt"/>
                          <a:ea typeface="+mn-ea"/>
                          <a:cs typeface="+mn-ea"/>
                          <a:sym typeface="+mn-lt"/>
                        </a:rPr>
                        <a:t>40%+</a:t>
                      </a:r>
                      <a:r>
                        <a:rPr lang="zh-CN" altLang="en-US" sz="1200" b="0" i="0" u="none" strike="noStrike">
                          <a:solidFill>
                            <a:srgbClr val="000000"/>
                          </a:solidFill>
                          <a:effectLst/>
                          <a:latin typeface="+mn-lt"/>
                          <a:ea typeface="+mn-ea"/>
                          <a:cs typeface="+mn-ea"/>
                          <a:sym typeface="+mn-lt"/>
                        </a:rPr>
                        <a:t>及</a:t>
                      </a:r>
                      <a:r>
                        <a:rPr lang="en-US" altLang="zh-CN" sz="1200" b="0" i="0" u="none" strike="noStrike">
                          <a:solidFill>
                            <a:srgbClr val="000000"/>
                          </a:solidFill>
                          <a:effectLst/>
                          <a:latin typeface="+mn-lt"/>
                          <a:ea typeface="+mn-ea"/>
                          <a:cs typeface="+mn-ea"/>
                          <a:sym typeface="+mn-lt"/>
                        </a:rPr>
                        <a:t>TAT</a:t>
                      </a:r>
                      <a:r>
                        <a:rPr lang="zh-CN" altLang="en-US" sz="1200" b="0" i="0" u="none" strike="noStrike">
                          <a:solidFill>
                            <a:srgbClr val="000000"/>
                          </a:solidFill>
                          <a:effectLst/>
                          <a:latin typeface="+mn-lt"/>
                          <a:ea typeface="+mn-ea"/>
                          <a:cs typeface="+mn-ea"/>
                          <a:sym typeface="+mn-lt"/>
                        </a:rPr>
                        <a:t>达成率</a:t>
                      </a:r>
                      <a:r>
                        <a:rPr lang="en-US" altLang="zh-CN" sz="1200" b="0" i="0" u="none" strike="noStrike">
                          <a:solidFill>
                            <a:srgbClr val="000000"/>
                          </a:solidFill>
                          <a:effectLst/>
                          <a:latin typeface="+mn-lt"/>
                          <a:ea typeface="+mn-ea"/>
                          <a:cs typeface="+mn-ea"/>
                          <a:sym typeface="+mn-lt"/>
                        </a:rPr>
                        <a:t>100%</a:t>
                      </a:r>
                      <a:r>
                        <a:rPr lang="zh-CN" altLang="en-US" sz="1200" b="0" i="0" u="none" strike="noStrike">
                          <a:solidFill>
                            <a:srgbClr val="000000"/>
                          </a:solidFill>
                          <a:effectLst/>
                          <a:latin typeface="+mn-lt"/>
                          <a:ea typeface="+mn-ea"/>
                          <a:cs typeface="+mn-ea"/>
                          <a:sym typeface="+mn-lt"/>
                        </a:rPr>
                        <a:t>，提升客户满意度</a:t>
                      </a:r>
                      <a:endParaRPr lang="en-US" altLang="zh-CN" sz="1200" b="0" i="0" u="none" strike="noStrike">
                        <a:solidFill>
                          <a:srgbClr val="000000"/>
                        </a:solidFill>
                        <a:effectLst/>
                        <a:latin typeface="+mn-lt"/>
                        <a:ea typeface="+mn-ea"/>
                        <a:cs typeface="+mn-ea"/>
                        <a:sym typeface="+mn-lt"/>
                      </a:endParaRPr>
                    </a:p>
                    <a:p>
                      <a:pPr marL="228600" indent="-228600" algn="l" fontAlgn="ctr">
                        <a:buAutoNum type="arabicPeriod"/>
                      </a:pPr>
                      <a:r>
                        <a:rPr lang="zh-CN" altLang="en-US" sz="1200" b="0" i="0" u="none" strike="noStrike">
                          <a:solidFill>
                            <a:srgbClr val="000000"/>
                          </a:solidFill>
                          <a:effectLst/>
                          <a:latin typeface="+mn-lt"/>
                          <a:ea typeface="+mn-ea"/>
                          <a:cs typeface="+mn-ea"/>
                          <a:sym typeface="+mn-lt"/>
                        </a:rPr>
                        <a:t>形成可量化变现的质量知识资产</a:t>
                      </a:r>
                      <a:endParaRPr lang="en-US" altLang="zh-CN" sz="1200" i="1">
                        <a:solidFill>
                          <a:schemeClr val="bg1">
                            <a:lumMod val="50000"/>
                          </a:schemeClr>
                        </a:solidFill>
                        <a:latin typeface="+mn-lt"/>
                        <a:ea typeface="+mn-ea"/>
                        <a:cs typeface="+mn-ea"/>
                        <a:sym typeface="+mn-lt"/>
                      </a:endParaRPr>
                    </a:p>
                  </a:txBody>
                  <a:tcPr marL="6044" marR="6044" marT="6044" marB="0">
                    <a:lnL w="6350" cap="flat" cmpd="sng" algn="ctr">
                      <a:solidFill>
                        <a:srgbClr val="154678"/>
                      </a:solidFill>
                      <a:prstDash val="solid"/>
                      <a:round/>
                      <a:headEnd type="none" w="med" len="med"/>
                      <a:tailEnd type="none" w="med" len="med"/>
                    </a:lnL>
                    <a:lnR w="6350" cap="flat" cmpd="sng" algn="ctr">
                      <a:solidFill>
                        <a:srgbClr val="154678"/>
                      </a:solidFill>
                      <a:prstDash val="solid"/>
                      <a:round/>
                      <a:headEnd type="none" w="med" len="med"/>
                      <a:tailEnd type="none" w="med" len="med"/>
                    </a:lnR>
                    <a:lnT w="6350" cap="flat" cmpd="sng" algn="ctr">
                      <a:solidFill>
                        <a:srgbClr val="154678"/>
                      </a:solidFill>
                      <a:prstDash val="solid"/>
                      <a:round/>
                      <a:headEnd type="none" w="med" len="med"/>
                      <a:tailEnd type="none" w="med" len="med"/>
                    </a:lnT>
                    <a:lnB w="6350" cap="flat" cmpd="sng" algn="ctr">
                      <a:solidFill>
                        <a:srgbClr val="154678"/>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b"/>
                      <a:endParaRPr lang="zh-CN" altLang="en-US" sz="1000" b="0" i="0" u="none" strike="noStrike">
                        <a:solidFill>
                          <a:srgbClr val="000000"/>
                        </a:solidFill>
                        <a:effectLst/>
                        <a:latin typeface="Arial" panose="020B0604020202020204" pitchFamily="34" charset="0"/>
                        <a:ea typeface="等线" panose="02010600030101010101" pitchFamily="2" charset="-122"/>
                      </a:endParaRPr>
                    </a:p>
                  </a:txBody>
                  <a:tcPr marL="4534" marR="4534" marT="4534" marB="0" anchor="b"/>
                </a:tc>
                <a:tc rowSpan="4">
                  <a:txBody>
                    <a:bodyPr/>
                    <a:lstStyle/>
                    <a:p>
                      <a:pPr marL="171450" indent="-171450" algn="l" defTabSz="907200" rtl="0" fontAlgn="t">
                        <a:buFont typeface="Arial" panose="020B0604020202020204" pitchFamily="34" charset="0"/>
                        <a:buChar char="•"/>
                      </a:pPr>
                      <a:r>
                        <a:rPr lang="zh-CN" altLang="en-US" sz="1200" i="1" kern="1200">
                          <a:solidFill>
                            <a:schemeClr val="tx1">
                              <a:lumMod val="50000"/>
                              <a:lumOff val="50000"/>
                            </a:schemeClr>
                          </a:solidFill>
                          <a:latin typeface="+mn-lt"/>
                          <a:ea typeface="+mn-ea"/>
                          <a:cs typeface="+mn-ea"/>
                          <a:sym typeface="+mn-lt"/>
                        </a:rPr>
                        <a:t>自主开发</a:t>
                      </a:r>
                    </a:p>
                    <a:p>
                      <a:pPr marL="171450" indent="-171450" algn="l" defTabSz="907200" rtl="0" fontAlgn="t">
                        <a:buFont typeface="Arial" panose="020B0604020202020204" pitchFamily="34" charset="0"/>
                        <a:buChar char="•"/>
                      </a:pPr>
                      <a:r>
                        <a:rPr lang="zh-CN" altLang="en-US" sz="1200" i="1" kern="1200">
                          <a:solidFill>
                            <a:schemeClr val="tx1">
                              <a:lumMod val="50000"/>
                              <a:lumOff val="50000"/>
                            </a:schemeClr>
                          </a:solidFill>
                          <a:latin typeface="+mn-lt"/>
                          <a:ea typeface="+mn-ea"/>
                          <a:cs typeface="+mn-ea"/>
                          <a:sym typeface="+mn-lt"/>
                        </a:rPr>
                        <a:t>商品化软件</a:t>
                      </a:r>
                    </a:p>
                    <a:p>
                      <a:pPr marL="557213" lvl="1" indent="-214313">
                        <a:buFont typeface="Arial" panose="020B0604020202020204" pitchFamily="34" charset="0"/>
                        <a:buChar char="•"/>
                      </a:pPr>
                      <a:r>
                        <a:rPr lang="en-US" altLang="zh-CN" sz="1200" i="1" kern="1200">
                          <a:solidFill>
                            <a:schemeClr val="tx1">
                              <a:lumMod val="50000"/>
                              <a:lumOff val="50000"/>
                            </a:schemeClr>
                          </a:solidFill>
                          <a:latin typeface="+mn-lt"/>
                          <a:ea typeface="+mn-ea"/>
                          <a:cs typeface="+mn-ea"/>
                          <a:sym typeface="+mn-lt"/>
                        </a:rPr>
                        <a:t>PLM</a:t>
                      </a:r>
                    </a:p>
                    <a:p>
                      <a:pPr marL="557213" lvl="1" indent="-214313">
                        <a:buFont typeface="Arial" panose="020B0604020202020204" pitchFamily="34" charset="0"/>
                        <a:buChar char="•"/>
                      </a:pPr>
                      <a:r>
                        <a:rPr lang="en-US" altLang="zh-CN" sz="1200" i="1" kern="1200">
                          <a:solidFill>
                            <a:schemeClr val="tx1">
                              <a:lumMod val="50000"/>
                              <a:lumOff val="50000"/>
                            </a:schemeClr>
                          </a:solidFill>
                          <a:latin typeface="+mn-lt"/>
                          <a:ea typeface="+mn-ea"/>
                          <a:cs typeface="+mn-ea"/>
                          <a:sym typeface="+mn-lt"/>
                        </a:rPr>
                        <a:t>SAP</a:t>
                      </a:r>
                    </a:p>
                    <a:p>
                      <a:pPr marL="557213" lvl="1" indent="-214313">
                        <a:buFont typeface="Arial" panose="020B0604020202020204" pitchFamily="34" charset="0"/>
                        <a:buChar char="•"/>
                      </a:pPr>
                      <a:r>
                        <a:rPr lang="en-US" altLang="zh-CN" sz="1200" i="1" kern="1200">
                          <a:solidFill>
                            <a:schemeClr val="tx1">
                              <a:lumMod val="50000"/>
                              <a:lumOff val="50000"/>
                            </a:schemeClr>
                          </a:solidFill>
                          <a:latin typeface="+mn-lt"/>
                          <a:ea typeface="+mn-ea"/>
                          <a:cs typeface="+mn-ea"/>
                          <a:sym typeface="+mn-lt"/>
                        </a:rPr>
                        <a:t>MES</a:t>
                      </a:r>
                    </a:p>
                    <a:p>
                      <a:pPr marL="557213" lvl="1" indent="-214313">
                        <a:buFont typeface="Arial" panose="020B0604020202020204" pitchFamily="34" charset="0"/>
                        <a:buChar char="•"/>
                      </a:pPr>
                      <a:r>
                        <a:rPr lang="en-US" altLang="zh-CN" sz="1200" i="1" kern="1200">
                          <a:solidFill>
                            <a:schemeClr val="tx1">
                              <a:lumMod val="50000"/>
                              <a:lumOff val="50000"/>
                            </a:schemeClr>
                          </a:solidFill>
                          <a:latin typeface="+mn-lt"/>
                          <a:ea typeface="+mn-ea"/>
                          <a:cs typeface="+mn-ea"/>
                          <a:sym typeface="+mn-lt"/>
                        </a:rPr>
                        <a:t>…</a:t>
                      </a:r>
                    </a:p>
                  </a:txBody>
                  <a:tcPr marL="6044" marR="6044" marT="6044" marB="0">
                    <a:lnL w="6350" cap="flat" cmpd="sng" algn="ctr">
                      <a:solidFill>
                        <a:srgbClr val="154678"/>
                      </a:solidFill>
                      <a:prstDash val="solid"/>
                      <a:round/>
                      <a:headEnd type="none" w="med" len="med"/>
                      <a:tailEnd type="none" w="med" len="med"/>
                    </a:lnL>
                    <a:lnR w="6350" cap="flat" cmpd="sng" algn="ctr">
                      <a:solidFill>
                        <a:srgbClr val="154678"/>
                      </a:solidFill>
                      <a:prstDash val="solid"/>
                      <a:round/>
                      <a:headEnd type="none" w="med" len="med"/>
                      <a:tailEnd type="none" w="med" len="med"/>
                    </a:lnR>
                    <a:lnT w="6350" cap="flat" cmpd="sng" algn="ctr">
                      <a:solidFill>
                        <a:srgbClr val="154678"/>
                      </a:solidFill>
                      <a:prstDash val="solid"/>
                      <a:round/>
                      <a:headEnd type="none" w="med" len="med"/>
                      <a:tailEnd type="none" w="med" len="med"/>
                    </a:lnT>
                    <a:lnB w="6350" cap="flat" cmpd="sng" algn="ctr">
                      <a:solidFill>
                        <a:srgbClr val="154678"/>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6739566"/>
                  </a:ext>
                </a:extLst>
              </a:tr>
              <a:tr h="181505">
                <a:tc>
                  <a:txBody>
                    <a:bodyPr/>
                    <a:lstStyle/>
                    <a:p>
                      <a:pPr algn="l" rtl="0" fontAlgn="t"/>
                      <a:endParaRPr lang="zh-CN" altLang="en-US" sz="1200" b="0" i="0" u="none" strike="noStrike">
                        <a:solidFill>
                          <a:srgbClr val="000000"/>
                        </a:solidFill>
                        <a:effectLst/>
                        <a:latin typeface="+mn-lt"/>
                        <a:ea typeface="+mn-ea"/>
                        <a:cs typeface="+mn-ea"/>
                        <a:sym typeface="+mn-lt"/>
                      </a:endParaRPr>
                    </a:p>
                  </a:txBody>
                  <a:tcPr marL="6044" marR="6044" marT="6044"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154678"/>
                      </a:solidFill>
                      <a:prstDash val="solid"/>
                      <a:round/>
                      <a:headEnd type="none" w="med" len="med"/>
                      <a:tailEnd type="none" w="med" len="med"/>
                    </a:lnT>
                    <a:lnB w="6350" cap="flat" cmpd="sng" algn="ctr">
                      <a:solidFill>
                        <a:srgbClr val="154678"/>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632809240"/>
                  </a:ext>
                </a:extLst>
              </a:tr>
              <a:tr h="181505">
                <a:tc>
                  <a:txBody>
                    <a:bodyPr/>
                    <a:lstStyle/>
                    <a:p>
                      <a:pPr algn="l" rtl="0" fontAlgn="t"/>
                      <a:r>
                        <a:rPr lang="zh-CN" altLang="en-US" sz="1200" b="1" i="0" u="none" strike="noStrike">
                          <a:solidFill>
                            <a:schemeClr val="bg1"/>
                          </a:solidFill>
                          <a:effectLst/>
                          <a:latin typeface="+mn-lt"/>
                          <a:ea typeface="+mn-ea"/>
                          <a:cs typeface="+mn-ea"/>
                          <a:sym typeface="+mn-lt"/>
                        </a:rPr>
                        <a:t>项目分类</a:t>
                      </a:r>
                    </a:p>
                  </a:txBody>
                  <a:tcPr marL="6044" marR="6044" marT="6044" marB="0">
                    <a:lnL w="6350" cap="flat" cmpd="sng" algn="ctr">
                      <a:solidFill>
                        <a:srgbClr val="154678"/>
                      </a:solidFill>
                      <a:prstDash val="solid"/>
                      <a:round/>
                      <a:headEnd type="none" w="med" len="med"/>
                      <a:tailEnd type="none" w="med" len="med"/>
                    </a:lnL>
                    <a:lnR w="6350" cap="flat" cmpd="sng" algn="ctr">
                      <a:solidFill>
                        <a:srgbClr val="154678"/>
                      </a:solidFill>
                      <a:prstDash val="solid"/>
                      <a:round/>
                      <a:headEnd type="none" w="med" len="med"/>
                      <a:tailEnd type="none" w="med" len="med"/>
                    </a:lnR>
                    <a:lnT w="6350" cap="flat" cmpd="sng" algn="ctr">
                      <a:solidFill>
                        <a:srgbClr val="154678"/>
                      </a:solidFill>
                      <a:prstDash val="solid"/>
                      <a:round/>
                      <a:headEnd type="none" w="med" len="med"/>
                      <a:tailEnd type="none" w="med" len="med"/>
                    </a:lnT>
                    <a:lnB w="6350" cap="flat" cmpd="sng" algn="ctr">
                      <a:solidFill>
                        <a:srgbClr val="154678"/>
                      </a:solidFill>
                      <a:prstDash val="solid"/>
                      <a:round/>
                      <a:headEnd type="none" w="med" len="med"/>
                      <a:tailEnd type="none" w="med" len="med"/>
                    </a:lnB>
                    <a:lnTlToBr w="12700" cmpd="sng">
                      <a:noFill/>
                      <a:prstDash val="solid"/>
                    </a:lnTlToBr>
                    <a:lnBlToTr w="12700" cmpd="sng">
                      <a:noFill/>
                      <a:prstDash val="solid"/>
                    </a:lnBlToTr>
                    <a:solidFill>
                      <a:srgbClr val="154678"/>
                    </a:solid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2629810429"/>
                  </a:ext>
                </a:extLst>
              </a:tr>
              <a:tr h="708600">
                <a:tc>
                  <a:txBody>
                    <a:bodyPr/>
                    <a:lstStyle/>
                    <a:p>
                      <a:pPr marL="171450" indent="-171450" algn="l" rtl="0" fontAlgn="t">
                        <a:buFont typeface="Arial" panose="020B0604020202020204" pitchFamily="34" charset="0"/>
                        <a:buChar char="•"/>
                      </a:pPr>
                      <a:r>
                        <a:rPr lang="en-US" altLang="zh-CN" sz="1200" i="0" kern="1200">
                          <a:solidFill>
                            <a:schemeClr val="tx1"/>
                          </a:solidFill>
                          <a:latin typeface="+mn-lt"/>
                          <a:ea typeface="+mn-ea"/>
                          <a:cs typeface="+mn-ea"/>
                          <a:sym typeface="+mn-lt"/>
                        </a:rPr>
                        <a:t>AI</a:t>
                      </a:r>
                      <a:r>
                        <a:rPr lang="zh-CN" altLang="en-US" sz="1200" i="0" kern="1200">
                          <a:solidFill>
                            <a:schemeClr val="tx1"/>
                          </a:solidFill>
                          <a:latin typeface="+mn-lt"/>
                          <a:ea typeface="+mn-ea"/>
                          <a:cs typeface="+mn-ea"/>
                          <a:sym typeface="+mn-lt"/>
                        </a:rPr>
                        <a:t>项目</a:t>
                      </a:r>
                      <a:endParaRPr lang="en-US" altLang="zh-CN" sz="1200" i="0" kern="1200">
                        <a:solidFill>
                          <a:schemeClr val="tx1"/>
                        </a:solidFill>
                        <a:latin typeface="+mn-lt"/>
                        <a:ea typeface="+mn-ea"/>
                        <a:cs typeface="+mn-ea"/>
                        <a:sym typeface="+mn-lt"/>
                      </a:endParaRPr>
                    </a:p>
                  </a:txBody>
                  <a:tcPr marL="6044" marR="6044" marT="6044" marB="0">
                    <a:lnL w="6350" cap="flat" cmpd="sng" algn="ctr">
                      <a:solidFill>
                        <a:srgbClr val="154678"/>
                      </a:solidFill>
                      <a:prstDash val="solid"/>
                      <a:round/>
                      <a:headEnd type="none" w="med" len="med"/>
                      <a:tailEnd type="none" w="med" len="med"/>
                    </a:lnL>
                    <a:lnR w="6350" cap="flat" cmpd="sng" algn="ctr">
                      <a:solidFill>
                        <a:srgbClr val="154678"/>
                      </a:solidFill>
                      <a:prstDash val="solid"/>
                      <a:round/>
                      <a:headEnd type="none" w="med" len="med"/>
                      <a:tailEnd type="none" w="med" len="med"/>
                    </a:lnR>
                    <a:lnT w="6350" cap="flat" cmpd="sng" algn="ctr">
                      <a:solidFill>
                        <a:srgbClr val="154678"/>
                      </a:solidFill>
                      <a:prstDash val="solid"/>
                      <a:round/>
                      <a:headEnd type="none" w="med" len="med"/>
                      <a:tailEnd type="none" w="med" len="med"/>
                    </a:lnT>
                    <a:lnB w="6350" cap="flat" cmpd="sng" algn="ctr">
                      <a:solidFill>
                        <a:srgbClr val="154678"/>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3306650750"/>
                  </a:ext>
                </a:extLst>
              </a:tr>
              <a:tr h="181505">
                <a:tc gridSpan="3">
                  <a:txBody>
                    <a:bodyPr/>
                    <a:lstStyle/>
                    <a:p>
                      <a:pPr algn="l" fontAlgn="b"/>
                      <a:r>
                        <a:rPr lang="zh-CN" altLang="en-US" sz="1200" u="none" strike="noStrike">
                          <a:effectLst/>
                          <a:latin typeface="+mn-lt"/>
                          <a:ea typeface="+mn-ea"/>
                          <a:cs typeface="+mn-ea"/>
                          <a:sym typeface="+mn-lt"/>
                        </a:rPr>
                        <a:t>　</a:t>
                      </a:r>
                      <a:endParaRPr lang="zh-CN" altLang="en-US" sz="1200" b="0" i="0" u="none" strike="noStrike">
                        <a:solidFill>
                          <a:srgbClr val="000000"/>
                        </a:solidFill>
                        <a:effectLst/>
                        <a:latin typeface="+mn-lt"/>
                        <a:ea typeface="+mn-ea"/>
                        <a:cs typeface="+mn-ea"/>
                        <a:sym typeface="+mn-lt"/>
                      </a:endParaRPr>
                    </a:p>
                  </a:txBody>
                  <a:tcPr marL="6044" marR="6044" marT="6044"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154678"/>
                      </a:solidFill>
                      <a:prstDash val="solid"/>
                      <a:round/>
                      <a:headEnd type="none" w="med" len="med"/>
                      <a:tailEnd type="none" w="med" len="med"/>
                    </a:lnT>
                    <a:lnB w="6350" cap="flat" cmpd="sng" algn="ctr">
                      <a:solidFill>
                        <a:srgbClr val="154678"/>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366111048"/>
                  </a:ext>
                </a:extLst>
              </a:tr>
              <a:tr h="181505">
                <a:tc>
                  <a:txBody>
                    <a:bodyPr/>
                    <a:lstStyle/>
                    <a:p>
                      <a:pPr algn="l" rtl="0" fontAlgn="b"/>
                      <a:r>
                        <a:rPr lang="zh-CN" altLang="en-US" sz="1200" b="1" u="none" strike="noStrike">
                          <a:solidFill>
                            <a:schemeClr val="bg1"/>
                          </a:solidFill>
                          <a:effectLst/>
                          <a:latin typeface="+mn-lt"/>
                          <a:ea typeface="+mn-ea"/>
                          <a:cs typeface="+mn-ea"/>
                          <a:sym typeface="+mn-lt"/>
                        </a:rPr>
                        <a:t>评审关卡</a:t>
                      </a:r>
                      <a:r>
                        <a:rPr lang="en-US" sz="1200" b="1" u="none" strike="noStrike">
                          <a:solidFill>
                            <a:schemeClr val="bg1"/>
                          </a:solidFill>
                          <a:effectLst/>
                          <a:latin typeface="+mn-lt"/>
                          <a:ea typeface="+mn-ea"/>
                          <a:cs typeface="+mn-ea"/>
                          <a:sym typeface="+mn-lt"/>
                        </a:rPr>
                        <a:t>/ </a:t>
                      </a:r>
                      <a:r>
                        <a:rPr lang="zh-CN" altLang="en-US" sz="1200" b="1" u="none" strike="noStrike">
                          <a:solidFill>
                            <a:schemeClr val="bg1"/>
                          </a:solidFill>
                          <a:effectLst/>
                          <a:latin typeface="+mn-lt"/>
                          <a:ea typeface="+mn-ea"/>
                          <a:cs typeface="+mn-ea"/>
                          <a:sym typeface="+mn-lt"/>
                        </a:rPr>
                        <a:t>主计划</a:t>
                      </a:r>
                      <a:endParaRPr lang="en-US" sz="1200" b="1" i="0" u="none" strike="noStrike">
                        <a:solidFill>
                          <a:schemeClr val="bg1"/>
                        </a:solidFill>
                        <a:effectLst/>
                        <a:latin typeface="+mn-lt"/>
                        <a:ea typeface="+mn-ea"/>
                        <a:cs typeface="+mn-ea"/>
                        <a:sym typeface="+mn-lt"/>
                      </a:endParaRPr>
                    </a:p>
                  </a:txBody>
                  <a:tcPr marL="6044" marR="6044" marT="6044" marB="0" anchor="b">
                    <a:lnL w="6350" cap="flat" cmpd="sng" algn="ctr">
                      <a:solidFill>
                        <a:srgbClr val="154678"/>
                      </a:solidFill>
                      <a:prstDash val="solid"/>
                      <a:round/>
                      <a:headEnd type="none" w="med" len="med"/>
                      <a:tailEnd type="none" w="med" len="med"/>
                    </a:lnL>
                    <a:lnR w="6350" cap="flat" cmpd="sng" algn="ctr">
                      <a:solidFill>
                        <a:srgbClr val="154678"/>
                      </a:solidFill>
                      <a:prstDash val="solid"/>
                      <a:round/>
                      <a:headEnd type="none" w="med" len="med"/>
                      <a:tailEnd type="none" w="med" len="med"/>
                    </a:lnR>
                    <a:lnT w="6350" cap="flat" cmpd="sng" algn="ctr">
                      <a:solidFill>
                        <a:srgbClr val="154678"/>
                      </a:solidFill>
                      <a:prstDash val="solid"/>
                      <a:round/>
                      <a:headEnd type="none" w="med" len="med"/>
                      <a:tailEnd type="none" w="med" len="med"/>
                    </a:lnT>
                    <a:lnB w="6350" cap="flat" cmpd="sng" algn="ctr">
                      <a:solidFill>
                        <a:srgbClr val="154678"/>
                      </a:solidFill>
                      <a:prstDash val="solid"/>
                      <a:round/>
                      <a:headEnd type="none" w="med" len="med"/>
                      <a:tailEnd type="none" w="med" len="med"/>
                    </a:lnB>
                    <a:lnTlToBr w="12700" cmpd="sng">
                      <a:noFill/>
                      <a:prstDash val="solid"/>
                    </a:lnTlToBr>
                    <a:lnBlToTr w="12700" cmpd="sng">
                      <a:noFill/>
                      <a:prstDash val="solid"/>
                    </a:lnBlToTr>
                    <a:solidFill>
                      <a:srgbClr val="154678"/>
                    </a:solidFill>
                  </a:tcPr>
                </a:tc>
                <a:tc rowSpan="2">
                  <a:txBody>
                    <a:bodyPr/>
                    <a:lstStyle/>
                    <a:p>
                      <a:pPr algn="l" fontAlgn="b"/>
                      <a:r>
                        <a:rPr lang="zh-CN" altLang="en-US" sz="1200" u="none" strike="noStrike">
                          <a:effectLst/>
                          <a:latin typeface="+mn-lt"/>
                          <a:ea typeface="+mn-ea"/>
                          <a:cs typeface="+mn-ea"/>
                          <a:sym typeface="+mn-lt"/>
                        </a:rPr>
                        <a:t>　</a:t>
                      </a:r>
                      <a:endParaRPr lang="zh-CN" altLang="en-US" sz="1200" b="0" i="0" u="none" strike="noStrike">
                        <a:solidFill>
                          <a:srgbClr val="000000"/>
                        </a:solidFill>
                        <a:effectLst/>
                        <a:latin typeface="+mn-lt"/>
                        <a:ea typeface="+mn-ea"/>
                        <a:cs typeface="+mn-ea"/>
                        <a:sym typeface="+mn-lt"/>
                      </a:endParaRPr>
                    </a:p>
                    <a:p>
                      <a:pPr algn="l" fontAlgn="b"/>
                      <a:r>
                        <a:rPr lang="zh-CN" altLang="en-US" sz="1200" u="none" strike="noStrike">
                          <a:effectLst/>
                          <a:latin typeface="+mn-lt"/>
                          <a:ea typeface="+mn-ea"/>
                          <a:cs typeface="+mn-ea"/>
                          <a:sym typeface="+mn-lt"/>
                        </a:rPr>
                        <a:t>　</a:t>
                      </a:r>
                      <a:endParaRPr lang="zh-CN" altLang="en-US" sz="1200" b="0" i="0" u="none" strike="noStrike">
                        <a:solidFill>
                          <a:srgbClr val="000000"/>
                        </a:solidFill>
                        <a:effectLst/>
                        <a:latin typeface="+mn-lt"/>
                        <a:ea typeface="+mn-ea"/>
                        <a:cs typeface="+mn-ea"/>
                        <a:sym typeface="+mn-lt"/>
                      </a:endParaRPr>
                    </a:p>
                  </a:txBody>
                  <a:tcPr marL="6044" marR="6044" marT="6044" marB="0" anchor="b">
                    <a:lnL w="6350" cap="flat" cmpd="sng" algn="ctr">
                      <a:solidFill>
                        <a:srgbClr val="154678"/>
                      </a:solidFill>
                      <a:prstDash val="solid"/>
                      <a:round/>
                      <a:headEnd type="none" w="med" len="med"/>
                      <a:tailEnd type="none" w="med" len="med"/>
                    </a:lnL>
                    <a:lnR w="6350" cap="flat" cmpd="sng" algn="ctr">
                      <a:solidFill>
                        <a:srgbClr val="154678"/>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zh-CN" altLang="en-US" sz="1200" b="1" u="none" strike="noStrike">
                          <a:solidFill>
                            <a:schemeClr val="bg1"/>
                          </a:solidFill>
                          <a:effectLst/>
                          <a:latin typeface="+mn-lt"/>
                          <a:ea typeface="+mn-ea"/>
                          <a:cs typeface="+mn-ea"/>
                          <a:sym typeface="+mn-lt"/>
                        </a:rPr>
                        <a:t>总预算 </a:t>
                      </a:r>
                      <a:r>
                        <a:rPr lang="en-US" sz="1200" b="1" u="none" strike="noStrike">
                          <a:solidFill>
                            <a:schemeClr val="bg1"/>
                          </a:solidFill>
                          <a:effectLst/>
                          <a:latin typeface="+mn-lt"/>
                          <a:ea typeface="+mn-ea"/>
                          <a:cs typeface="+mn-ea"/>
                          <a:sym typeface="+mn-lt"/>
                        </a:rPr>
                        <a:t>$K &amp; ROI</a:t>
                      </a:r>
                      <a:endParaRPr lang="en-US" sz="1200" b="1" i="0" u="none" strike="noStrike">
                        <a:solidFill>
                          <a:schemeClr val="bg1"/>
                        </a:solidFill>
                        <a:effectLst/>
                        <a:latin typeface="+mn-lt"/>
                        <a:ea typeface="+mn-ea"/>
                        <a:cs typeface="+mn-ea"/>
                        <a:sym typeface="+mn-lt"/>
                      </a:endParaRPr>
                    </a:p>
                  </a:txBody>
                  <a:tcPr marL="6044" marR="6044" marT="6044" marB="0" anchor="b">
                    <a:lnL w="6350" cap="flat" cmpd="sng" algn="ctr">
                      <a:solidFill>
                        <a:srgbClr val="154678"/>
                      </a:solidFill>
                      <a:prstDash val="solid"/>
                      <a:round/>
                      <a:headEnd type="none" w="med" len="med"/>
                      <a:tailEnd type="none" w="med" len="med"/>
                    </a:lnL>
                    <a:lnR w="6350" cap="flat" cmpd="sng" algn="ctr">
                      <a:solidFill>
                        <a:srgbClr val="154678"/>
                      </a:solidFill>
                      <a:prstDash val="solid"/>
                      <a:round/>
                      <a:headEnd type="none" w="med" len="med"/>
                      <a:tailEnd type="none" w="med" len="med"/>
                    </a:lnR>
                    <a:lnT w="6350" cap="flat" cmpd="sng" algn="ctr">
                      <a:solidFill>
                        <a:srgbClr val="154678"/>
                      </a:solidFill>
                      <a:prstDash val="solid"/>
                      <a:round/>
                      <a:headEnd type="none" w="med" len="med"/>
                      <a:tailEnd type="none" w="med" len="med"/>
                    </a:lnT>
                    <a:lnB w="6350" cap="flat" cmpd="sng" algn="ctr">
                      <a:solidFill>
                        <a:srgbClr val="154678"/>
                      </a:solidFill>
                      <a:prstDash val="solid"/>
                      <a:round/>
                      <a:headEnd type="none" w="med" len="med"/>
                      <a:tailEnd type="none" w="med" len="med"/>
                    </a:lnB>
                    <a:lnTlToBr w="12700" cmpd="sng">
                      <a:noFill/>
                      <a:prstDash val="solid"/>
                    </a:lnTlToBr>
                    <a:lnBlToTr w="12700" cmpd="sng">
                      <a:noFill/>
                      <a:prstDash val="solid"/>
                    </a:lnBlToTr>
                    <a:solidFill>
                      <a:srgbClr val="154678"/>
                    </a:solidFill>
                  </a:tcPr>
                </a:tc>
                <a:extLst>
                  <a:ext uri="{0D108BD9-81ED-4DB2-BD59-A6C34878D82A}">
                    <a16:rowId xmlns:a16="http://schemas.microsoft.com/office/drawing/2014/main" val="150752266"/>
                  </a:ext>
                </a:extLst>
              </a:tr>
              <a:tr h="708600">
                <a:tc>
                  <a:txBody>
                    <a:bodyPr/>
                    <a:lstStyle/>
                    <a:p>
                      <a:r>
                        <a:rPr lang="en-US" altLang="zh-CN" sz="1200">
                          <a:latin typeface="+mn-lt"/>
                          <a:ea typeface="+mn-ea"/>
                          <a:cs typeface="+mn-ea"/>
                          <a:sym typeface="+mn-lt"/>
                        </a:rPr>
                        <a:t>PKO: 25/Jun/E</a:t>
                      </a:r>
                    </a:p>
                    <a:p>
                      <a:r>
                        <a:rPr lang="en-US" altLang="zh-CN" sz="1200">
                          <a:latin typeface="+mn-lt"/>
                          <a:ea typeface="+mn-ea"/>
                          <a:cs typeface="+mn-ea"/>
                          <a:sym typeface="+mn-lt"/>
                        </a:rPr>
                        <a:t>DDS: 25/Jul/E</a:t>
                      </a:r>
                    </a:p>
                    <a:p>
                      <a:r>
                        <a:rPr lang="en-US" altLang="zh-CN" sz="1200">
                          <a:latin typeface="+mn-lt"/>
                          <a:ea typeface="+mn-ea"/>
                          <a:cs typeface="+mn-ea"/>
                          <a:sym typeface="+mn-lt"/>
                        </a:rPr>
                        <a:t>BC: 25/Aug/B</a:t>
                      </a:r>
                    </a:p>
                    <a:p>
                      <a:r>
                        <a:rPr lang="en-US" altLang="zh-CN" sz="1200">
                          <a:latin typeface="+mn-lt"/>
                          <a:ea typeface="+mn-ea"/>
                          <a:cs typeface="+mn-ea"/>
                          <a:sym typeface="+mn-lt"/>
                        </a:rPr>
                        <a:t>LD: 26/Mar/E</a:t>
                      </a:r>
                    </a:p>
                    <a:p>
                      <a:r>
                        <a:rPr lang="en-US" altLang="zh-CN" sz="1200">
                          <a:latin typeface="+mn-lt"/>
                          <a:ea typeface="+mn-ea"/>
                          <a:cs typeface="+mn-ea"/>
                          <a:sym typeface="+mn-lt"/>
                        </a:rPr>
                        <a:t>PPS: 26/Jun/E</a:t>
                      </a:r>
                    </a:p>
                  </a:txBody>
                  <a:tcPr marL="6044" marR="6044" marT="6044" marB="0">
                    <a:lnL w="6350" cap="flat" cmpd="sng" algn="ctr">
                      <a:solidFill>
                        <a:srgbClr val="154678"/>
                      </a:solidFill>
                      <a:prstDash val="solid"/>
                      <a:round/>
                      <a:headEnd type="none" w="med" len="med"/>
                      <a:tailEnd type="none" w="med" len="med"/>
                    </a:lnL>
                    <a:lnR w="6350" cap="flat" cmpd="sng" algn="ctr">
                      <a:solidFill>
                        <a:srgbClr val="154678"/>
                      </a:solidFill>
                      <a:prstDash val="solid"/>
                      <a:round/>
                      <a:headEnd type="none" w="med" len="med"/>
                      <a:tailEnd type="none" w="med" len="med"/>
                    </a:lnR>
                    <a:lnT w="6350" cap="flat" cmpd="sng" algn="ctr">
                      <a:solidFill>
                        <a:srgbClr val="154678"/>
                      </a:solidFill>
                      <a:prstDash val="solid"/>
                      <a:round/>
                      <a:headEnd type="none" w="med" len="med"/>
                      <a:tailEnd type="none" w="med" len="med"/>
                    </a:lnT>
                    <a:lnB w="6350" cap="flat" cmpd="sng" algn="ctr">
                      <a:solidFill>
                        <a:srgbClr val="154678"/>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b"/>
                      <a:endParaRPr lang="zh-CN" altLang="en-US" sz="1000" b="0" i="0" u="none" strike="noStrike">
                        <a:solidFill>
                          <a:srgbClr val="000000"/>
                        </a:solidFill>
                        <a:effectLst/>
                        <a:latin typeface="Arial" panose="020B0604020202020204" pitchFamily="34" charset="0"/>
                        <a:ea typeface="等线" panose="02010600030101010101" pitchFamily="2" charset="-122"/>
                      </a:endParaRPr>
                    </a:p>
                  </a:txBody>
                  <a:tcPr marL="4534" marR="4534" marT="4534" marB="0" anchor="b"/>
                </a:tc>
                <a:tc>
                  <a:txBody>
                    <a:bodyPr/>
                    <a:lstStyle/>
                    <a:p>
                      <a:endParaRPr lang="en-US" altLang="zh-CN" sz="1200">
                        <a:latin typeface="+mn-lt"/>
                        <a:ea typeface="+mn-ea"/>
                        <a:cs typeface="+mn-ea"/>
                        <a:sym typeface="+mn-lt"/>
                      </a:endParaRPr>
                    </a:p>
                  </a:txBody>
                  <a:tcPr marL="6044" marR="6044" marT="6044" marB="0">
                    <a:lnL w="6350" cap="flat" cmpd="sng" algn="ctr">
                      <a:solidFill>
                        <a:srgbClr val="154678"/>
                      </a:solidFill>
                      <a:prstDash val="solid"/>
                      <a:round/>
                      <a:headEnd type="none" w="med" len="med"/>
                      <a:tailEnd type="none" w="med" len="med"/>
                    </a:lnL>
                    <a:lnR w="6350" cap="flat" cmpd="sng" algn="ctr">
                      <a:solidFill>
                        <a:srgbClr val="154678"/>
                      </a:solidFill>
                      <a:prstDash val="solid"/>
                      <a:round/>
                      <a:headEnd type="none" w="med" len="med"/>
                      <a:tailEnd type="none" w="med" len="med"/>
                    </a:lnR>
                    <a:lnT w="6350" cap="flat" cmpd="sng" algn="ctr">
                      <a:solidFill>
                        <a:srgbClr val="154678"/>
                      </a:solidFill>
                      <a:prstDash val="solid"/>
                      <a:round/>
                      <a:headEnd type="none" w="med" len="med"/>
                      <a:tailEnd type="none" w="med" len="med"/>
                    </a:lnT>
                    <a:lnB w="6350" cap="flat" cmpd="sng" algn="ctr">
                      <a:solidFill>
                        <a:srgbClr val="154678"/>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41975600"/>
                  </a:ext>
                </a:extLst>
              </a:tr>
              <a:tr h="181505">
                <a:tc gridSpan="3">
                  <a:txBody>
                    <a:bodyPr/>
                    <a:lstStyle/>
                    <a:p>
                      <a:pPr algn="l" fontAlgn="t"/>
                      <a:endParaRPr lang="zh-CN" altLang="en-US" sz="1200" b="0" i="0" u="none" strike="noStrike">
                        <a:solidFill>
                          <a:srgbClr val="000000"/>
                        </a:solidFill>
                        <a:effectLst/>
                        <a:latin typeface="+mn-lt"/>
                        <a:ea typeface="+mn-ea"/>
                        <a:cs typeface="+mn-ea"/>
                        <a:sym typeface="+mn-lt"/>
                      </a:endParaRPr>
                    </a:p>
                  </a:txBody>
                  <a:tcPr marL="6044" marR="6044" marT="6044"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154678"/>
                      </a:solidFill>
                      <a:prstDash val="solid"/>
                      <a:round/>
                      <a:headEnd type="none" w="med" len="med"/>
                      <a:tailEnd type="none" w="med" len="med"/>
                    </a:lnT>
                    <a:lnB w="6350" cap="flat" cmpd="sng" algn="ctr">
                      <a:solidFill>
                        <a:srgbClr val="154678"/>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55932209"/>
                  </a:ext>
                </a:extLst>
              </a:tr>
              <a:tr h="181505">
                <a:tc>
                  <a:txBody>
                    <a:bodyPr/>
                    <a:lstStyle/>
                    <a:p>
                      <a:pPr algn="l" rtl="0" fontAlgn="b"/>
                      <a:r>
                        <a:rPr lang="zh-CN" altLang="en-US" sz="1200" b="1" u="none" strike="noStrike">
                          <a:solidFill>
                            <a:schemeClr val="bg1"/>
                          </a:solidFill>
                          <a:effectLst/>
                          <a:latin typeface="+mn-lt"/>
                          <a:ea typeface="+mn-ea"/>
                          <a:cs typeface="+mn-ea"/>
                          <a:sym typeface="+mn-lt"/>
                        </a:rPr>
                        <a:t>交付物</a:t>
                      </a:r>
                      <a:endParaRPr lang="en-US" sz="1200" b="1" i="0" u="none" strike="noStrike">
                        <a:solidFill>
                          <a:schemeClr val="bg1"/>
                        </a:solidFill>
                        <a:effectLst/>
                        <a:latin typeface="+mn-lt"/>
                        <a:ea typeface="+mn-ea"/>
                        <a:cs typeface="+mn-ea"/>
                        <a:sym typeface="+mn-lt"/>
                      </a:endParaRPr>
                    </a:p>
                  </a:txBody>
                  <a:tcPr marL="6044" marR="6044" marT="6044" marB="0" anchor="b">
                    <a:lnL w="6350" cap="flat" cmpd="sng" algn="ctr">
                      <a:solidFill>
                        <a:srgbClr val="154678"/>
                      </a:solidFill>
                      <a:prstDash val="solid"/>
                      <a:round/>
                      <a:headEnd type="none" w="med" len="med"/>
                      <a:tailEnd type="none" w="med" len="med"/>
                    </a:lnL>
                    <a:lnR w="6350" cap="flat" cmpd="sng" algn="ctr">
                      <a:solidFill>
                        <a:srgbClr val="154678"/>
                      </a:solidFill>
                      <a:prstDash val="solid"/>
                      <a:round/>
                      <a:headEnd type="none" w="med" len="med"/>
                      <a:tailEnd type="none" w="med" len="med"/>
                    </a:lnR>
                    <a:lnT w="6350" cap="flat" cmpd="sng" algn="ctr">
                      <a:solidFill>
                        <a:srgbClr val="154678"/>
                      </a:solidFill>
                      <a:prstDash val="solid"/>
                      <a:round/>
                      <a:headEnd type="none" w="med" len="med"/>
                      <a:tailEnd type="none" w="med" len="med"/>
                    </a:lnT>
                    <a:lnB w="6350" cap="flat" cmpd="sng" algn="ctr">
                      <a:solidFill>
                        <a:srgbClr val="154678"/>
                      </a:solidFill>
                      <a:prstDash val="solid"/>
                      <a:round/>
                      <a:headEnd type="none" w="med" len="med"/>
                      <a:tailEnd type="none" w="med" len="med"/>
                    </a:lnB>
                    <a:lnTlToBr w="12700" cmpd="sng">
                      <a:noFill/>
                      <a:prstDash val="solid"/>
                    </a:lnTlToBr>
                    <a:lnBlToTr w="12700" cmpd="sng">
                      <a:noFill/>
                      <a:prstDash val="solid"/>
                    </a:lnBlToTr>
                    <a:solidFill>
                      <a:srgbClr val="154678"/>
                    </a:solidFill>
                  </a:tcPr>
                </a:tc>
                <a:tc rowSpan="2">
                  <a:txBody>
                    <a:bodyPr/>
                    <a:lstStyle/>
                    <a:p>
                      <a:pPr algn="l" fontAlgn="b"/>
                      <a:r>
                        <a:rPr lang="zh-CN" altLang="en-US" sz="1200" u="none" strike="noStrike">
                          <a:effectLst/>
                          <a:latin typeface="+mn-lt"/>
                          <a:ea typeface="+mn-ea"/>
                          <a:cs typeface="+mn-ea"/>
                          <a:sym typeface="+mn-lt"/>
                        </a:rPr>
                        <a:t>　</a:t>
                      </a:r>
                      <a:endParaRPr lang="zh-CN" altLang="en-US" sz="1200" b="0" i="0" u="none" strike="noStrike">
                        <a:solidFill>
                          <a:srgbClr val="000000"/>
                        </a:solidFill>
                        <a:effectLst/>
                        <a:latin typeface="+mn-lt"/>
                        <a:ea typeface="+mn-ea"/>
                        <a:cs typeface="+mn-ea"/>
                        <a:sym typeface="+mn-lt"/>
                      </a:endParaRPr>
                    </a:p>
                    <a:p>
                      <a:pPr algn="l" fontAlgn="b"/>
                      <a:r>
                        <a:rPr lang="zh-CN" altLang="en-US" sz="1200" u="none" strike="noStrike">
                          <a:effectLst/>
                          <a:latin typeface="+mn-lt"/>
                          <a:ea typeface="+mn-ea"/>
                          <a:cs typeface="+mn-ea"/>
                          <a:sym typeface="+mn-lt"/>
                        </a:rPr>
                        <a:t>　</a:t>
                      </a:r>
                      <a:endParaRPr lang="zh-CN" altLang="en-US" sz="1200" b="0" i="0" u="none" strike="noStrike">
                        <a:solidFill>
                          <a:srgbClr val="000000"/>
                        </a:solidFill>
                        <a:effectLst/>
                        <a:latin typeface="+mn-lt"/>
                        <a:ea typeface="+mn-ea"/>
                        <a:cs typeface="+mn-ea"/>
                        <a:sym typeface="+mn-lt"/>
                      </a:endParaRPr>
                    </a:p>
                  </a:txBody>
                  <a:tcPr marL="6044" marR="6044" marT="6044" marB="0" anchor="b">
                    <a:lnL w="6350" cap="flat" cmpd="sng" algn="ctr">
                      <a:solidFill>
                        <a:srgbClr val="154678"/>
                      </a:solidFill>
                      <a:prstDash val="solid"/>
                      <a:round/>
                      <a:headEnd type="none" w="med" len="med"/>
                      <a:tailEnd type="none" w="med" len="med"/>
                    </a:lnL>
                    <a:lnR w="6350" cap="flat" cmpd="sng" algn="ctr">
                      <a:solidFill>
                        <a:srgbClr val="154678"/>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154678"/>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zh-CN" altLang="en-US" sz="1200" b="1" u="none" strike="noStrike">
                          <a:solidFill>
                            <a:schemeClr val="bg1"/>
                          </a:solidFill>
                          <a:effectLst/>
                          <a:latin typeface="+mn-lt"/>
                          <a:ea typeface="+mn-ea"/>
                          <a:cs typeface="+mn-ea"/>
                          <a:sym typeface="+mn-lt"/>
                        </a:rPr>
                        <a:t>假设</a:t>
                      </a:r>
                      <a:r>
                        <a:rPr lang="en-US" sz="1200" b="1" u="none" strike="noStrike">
                          <a:solidFill>
                            <a:schemeClr val="bg1"/>
                          </a:solidFill>
                          <a:effectLst/>
                          <a:latin typeface="+mn-lt"/>
                          <a:ea typeface="+mn-ea"/>
                          <a:cs typeface="+mn-ea"/>
                          <a:sym typeface="+mn-lt"/>
                        </a:rPr>
                        <a:t> &amp; </a:t>
                      </a:r>
                      <a:r>
                        <a:rPr lang="zh-CN" altLang="en-US" sz="1200" b="1" u="none" strike="noStrike">
                          <a:solidFill>
                            <a:schemeClr val="bg1"/>
                          </a:solidFill>
                          <a:effectLst/>
                          <a:latin typeface="+mn-lt"/>
                          <a:ea typeface="+mn-ea"/>
                          <a:cs typeface="+mn-ea"/>
                          <a:sym typeface="+mn-lt"/>
                        </a:rPr>
                        <a:t>依赖</a:t>
                      </a:r>
                      <a:endParaRPr lang="en-US" sz="1200" b="1" i="0" u="none" strike="noStrike">
                        <a:solidFill>
                          <a:schemeClr val="bg1"/>
                        </a:solidFill>
                        <a:effectLst/>
                        <a:latin typeface="+mn-lt"/>
                        <a:ea typeface="+mn-ea"/>
                        <a:cs typeface="+mn-ea"/>
                        <a:sym typeface="+mn-lt"/>
                      </a:endParaRPr>
                    </a:p>
                  </a:txBody>
                  <a:tcPr marL="6044" marR="6044" marT="6044" marB="0" anchor="b">
                    <a:lnL w="6350" cap="flat" cmpd="sng" algn="ctr">
                      <a:solidFill>
                        <a:srgbClr val="154678"/>
                      </a:solidFill>
                      <a:prstDash val="solid"/>
                      <a:round/>
                      <a:headEnd type="none" w="med" len="med"/>
                      <a:tailEnd type="none" w="med" len="med"/>
                    </a:lnL>
                    <a:lnR w="6350" cap="flat" cmpd="sng" algn="ctr">
                      <a:solidFill>
                        <a:srgbClr val="154678"/>
                      </a:solidFill>
                      <a:prstDash val="solid"/>
                      <a:round/>
                      <a:headEnd type="none" w="med" len="med"/>
                      <a:tailEnd type="none" w="med" len="med"/>
                    </a:lnR>
                    <a:lnT w="6350" cap="flat" cmpd="sng" algn="ctr">
                      <a:solidFill>
                        <a:srgbClr val="154678"/>
                      </a:solidFill>
                      <a:prstDash val="solid"/>
                      <a:round/>
                      <a:headEnd type="none" w="med" len="med"/>
                      <a:tailEnd type="none" w="med" len="med"/>
                    </a:lnT>
                    <a:lnB w="6350" cap="flat" cmpd="sng" algn="ctr">
                      <a:solidFill>
                        <a:srgbClr val="154678"/>
                      </a:solidFill>
                      <a:prstDash val="solid"/>
                      <a:round/>
                      <a:headEnd type="none" w="med" len="med"/>
                      <a:tailEnd type="none" w="med" len="med"/>
                    </a:lnB>
                    <a:lnTlToBr w="12700" cmpd="sng">
                      <a:noFill/>
                      <a:prstDash val="solid"/>
                    </a:lnTlToBr>
                    <a:lnBlToTr w="12700" cmpd="sng">
                      <a:noFill/>
                      <a:prstDash val="solid"/>
                    </a:lnBlToTr>
                    <a:solidFill>
                      <a:srgbClr val="154678"/>
                    </a:solidFill>
                  </a:tcPr>
                </a:tc>
                <a:extLst>
                  <a:ext uri="{0D108BD9-81ED-4DB2-BD59-A6C34878D82A}">
                    <a16:rowId xmlns:a16="http://schemas.microsoft.com/office/drawing/2014/main" val="1623499331"/>
                  </a:ext>
                </a:extLst>
              </a:tr>
              <a:tr h="1175858">
                <a:tc>
                  <a:txBody>
                    <a:bodyPr/>
                    <a:lstStyle/>
                    <a:p>
                      <a:pPr marL="228600" indent="-228600" algn="l" fontAlgn="ctr">
                        <a:buAutoNum type="arabicPeriod"/>
                      </a:pPr>
                      <a:r>
                        <a:rPr lang="zh-CN" altLang="en-US" sz="1200" b="0" i="0" u="none" strike="noStrike">
                          <a:solidFill>
                            <a:schemeClr val="tx1"/>
                          </a:solidFill>
                          <a:effectLst/>
                          <a:latin typeface="+mn-lt"/>
                          <a:ea typeface="+mn-ea"/>
                          <a:cs typeface="+mn-ea"/>
                          <a:sym typeface="+mn-lt"/>
                        </a:rPr>
                        <a:t>建立质量全域端到端知识库，实现智能质量知识库精准知识检索和问答。</a:t>
                      </a:r>
                      <a:endParaRPr lang="en-US" altLang="zh-CN" sz="1200" b="0" i="0" u="none" strike="noStrike">
                        <a:solidFill>
                          <a:schemeClr val="tx1"/>
                        </a:solidFill>
                        <a:effectLst/>
                        <a:latin typeface="+mn-lt"/>
                        <a:ea typeface="+mn-ea"/>
                        <a:cs typeface="+mn-ea"/>
                        <a:sym typeface="+mn-lt"/>
                      </a:endParaRPr>
                    </a:p>
                    <a:p>
                      <a:pPr marL="228600" indent="-228600" algn="l" fontAlgn="ctr">
                        <a:buAutoNum type="arabicPeriod"/>
                      </a:pPr>
                      <a:r>
                        <a:rPr lang="zh-CN" altLang="en-US" sz="1200" b="0" i="0" u="none" strike="noStrike">
                          <a:solidFill>
                            <a:schemeClr val="tx1"/>
                          </a:solidFill>
                          <a:effectLst/>
                          <a:latin typeface="+mn-lt"/>
                          <a:ea typeface="+mn-ea"/>
                          <a:cs typeface="+mn-ea"/>
                          <a:sym typeface="+mn-lt"/>
                        </a:rPr>
                        <a:t>智能质量解决方案中枢：</a:t>
                      </a:r>
                      <a:endParaRPr lang="en-US" altLang="zh-CN" sz="1200" b="0" i="0" u="none" strike="noStrike">
                        <a:solidFill>
                          <a:schemeClr val="tx1"/>
                        </a:solidFill>
                        <a:effectLst/>
                        <a:latin typeface="+mn-lt"/>
                        <a:ea typeface="+mn-ea"/>
                        <a:cs typeface="+mn-ea"/>
                        <a:sym typeface="+mn-lt"/>
                      </a:endParaRPr>
                    </a:p>
                    <a:p>
                      <a:pPr marL="838093" lvl="1" indent="-228600" algn="l" fontAlgn="ctr">
                        <a:buFont typeface="Arial" panose="020B0604020202020204" pitchFamily="34" charset="0"/>
                        <a:buChar char="•"/>
                      </a:pPr>
                      <a:r>
                        <a:rPr lang="zh-CN" altLang="en-US" sz="1100" b="0" i="0" u="none" strike="noStrike">
                          <a:solidFill>
                            <a:schemeClr val="tx1"/>
                          </a:solidFill>
                          <a:effectLst/>
                          <a:latin typeface="+mn-lt"/>
                          <a:ea typeface="+mn-ea"/>
                          <a:cs typeface="+mn-ea"/>
                          <a:sym typeface="+mn-lt"/>
                        </a:rPr>
                        <a:t>基于</a:t>
                      </a:r>
                      <a:r>
                        <a:rPr lang="en-US" altLang="zh-CN" sz="1100" b="0" i="0" u="none" strike="noStrike">
                          <a:solidFill>
                            <a:schemeClr val="tx1"/>
                          </a:solidFill>
                          <a:effectLst/>
                          <a:latin typeface="+mn-lt"/>
                          <a:ea typeface="+mn-ea"/>
                          <a:cs typeface="+mn-ea"/>
                          <a:sym typeface="+mn-lt"/>
                        </a:rPr>
                        <a:t>QES workstream solution</a:t>
                      </a:r>
                      <a:r>
                        <a:rPr lang="zh-CN" altLang="en-US" sz="1100" b="0" i="0" u="none" strike="noStrike">
                          <a:solidFill>
                            <a:schemeClr val="tx1"/>
                          </a:solidFill>
                          <a:effectLst/>
                          <a:latin typeface="+mn-lt"/>
                          <a:ea typeface="+mn-ea"/>
                          <a:cs typeface="+mn-ea"/>
                          <a:sym typeface="+mn-lt"/>
                        </a:rPr>
                        <a:t>流程数据及</a:t>
                      </a:r>
                      <a:r>
                        <a:rPr lang="en-US" altLang="zh-CN" sz="1100" b="0" i="0" u="none" strike="noStrike">
                          <a:solidFill>
                            <a:schemeClr val="tx1"/>
                          </a:solidFill>
                          <a:effectLst/>
                          <a:latin typeface="+mn-lt"/>
                          <a:ea typeface="+mn-ea"/>
                          <a:cs typeface="+mn-ea"/>
                          <a:sym typeface="+mn-lt"/>
                        </a:rPr>
                        <a:t>One Page</a:t>
                      </a:r>
                      <a:r>
                        <a:rPr lang="zh-CN" altLang="en-US" sz="1100" b="0" i="0" u="none" strike="noStrike">
                          <a:solidFill>
                            <a:schemeClr val="tx1"/>
                          </a:solidFill>
                          <a:effectLst/>
                          <a:latin typeface="+mn-lt"/>
                          <a:ea typeface="+mn-ea"/>
                          <a:cs typeface="+mn-ea"/>
                          <a:sym typeface="+mn-lt"/>
                        </a:rPr>
                        <a:t>文档，根据提问回复可能原因及解决方案；</a:t>
                      </a:r>
                      <a:endParaRPr lang="en-US" altLang="zh-CN" sz="1100" b="0" i="0" u="none" strike="noStrike">
                        <a:solidFill>
                          <a:schemeClr val="tx1"/>
                        </a:solidFill>
                        <a:effectLst/>
                        <a:latin typeface="+mn-lt"/>
                        <a:ea typeface="+mn-ea"/>
                        <a:cs typeface="+mn-ea"/>
                        <a:sym typeface="+mn-lt"/>
                      </a:endParaRPr>
                    </a:p>
                    <a:p>
                      <a:pPr marL="838093" lvl="1" indent="-228600" algn="l" fontAlgn="ctr">
                        <a:buFont typeface="Arial" panose="020B0604020202020204" pitchFamily="34" charset="0"/>
                        <a:buChar char="•"/>
                      </a:pPr>
                      <a:r>
                        <a:rPr lang="zh-CN" altLang="en-US" sz="1100" b="0" i="0" u="none" strike="noStrike">
                          <a:solidFill>
                            <a:schemeClr val="tx1"/>
                          </a:solidFill>
                          <a:effectLst/>
                          <a:latin typeface="+mn-lt"/>
                          <a:ea typeface="+mn-ea"/>
                          <a:cs typeface="+mn-ea"/>
                          <a:sym typeface="+mn-lt"/>
                        </a:rPr>
                        <a:t>基于</a:t>
                      </a:r>
                      <a:r>
                        <a:rPr lang="en-US" altLang="zh-CN" sz="1100" b="0" i="0" u="none" strike="noStrike">
                          <a:solidFill>
                            <a:schemeClr val="tx1"/>
                          </a:solidFill>
                          <a:effectLst/>
                          <a:latin typeface="+mn-lt"/>
                          <a:ea typeface="+mn-ea"/>
                          <a:cs typeface="+mn-ea"/>
                          <a:sym typeface="+mn-lt"/>
                        </a:rPr>
                        <a:t>Design quality workbook</a:t>
                      </a:r>
                      <a:r>
                        <a:rPr lang="zh-CN" altLang="en-US" sz="1100" b="0" i="0" u="none" strike="noStrike">
                          <a:solidFill>
                            <a:schemeClr val="tx1"/>
                          </a:solidFill>
                          <a:effectLst/>
                          <a:latin typeface="+mn-lt"/>
                          <a:ea typeface="+mn-ea"/>
                          <a:cs typeface="+mn-ea"/>
                          <a:sym typeface="+mn-lt"/>
                        </a:rPr>
                        <a:t>的字段信息，根据提问回复风险的检查内容及知识内容；</a:t>
                      </a:r>
                      <a:endParaRPr lang="en-US" altLang="zh-CN" sz="1100" b="0" i="0" u="none" strike="noStrike">
                        <a:solidFill>
                          <a:schemeClr val="tx1"/>
                        </a:solidFill>
                        <a:effectLst/>
                        <a:latin typeface="+mn-lt"/>
                        <a:ea typeface="+mn-ea"/>
                        <a:cs typeface="+mn-ea"/>
                        <a:sym typeface="+mn-lt"/>
                      </a:endParaRPr>
                    </a:p>
                    <a:p>
                      <a:pPr marL="838093" lvl="1" indent="-228600" algn="l" fontAlgn="ctr">
                        <a:buFont typeface="Arial" panose="020B0604020202020204" pitchFamily="34" charset="0"/>
                        <a:buChar char="•"/>
                      </a:pPr>
                      <a:r>
                        <a:rPr lang="zh-CN" altLang="en-US" sz="1100" b="0" i="0" u="none" strike="noStrike">
                          <a:solidFill>
                            <a:schemeClr val="tx1"/>
                          </a:solidFill>
                          <a:effectLst/>
                          <a:latin typeface="+mn-lt"/>
                          <a:ea typeface="+mn-ea"/>
                          <a:cs typeface="+mn-ea"/>
                          <a:sym typeface="+mn-lt"/>
                        </a:rPr>
                        <a:t>基于上传的</a:t>
                      </a:r>
                      <a:r>
                        <a:rPr lang="en-US" altLang="zh-CN" sz="1100" b="0" i="0" u="none" strike="noStrike">
                          <a:solidFill>
                            <a:schemeClr val="tx1"/>
                          </a:solidFill>
                          <a:effectLst/>
                          <a:latin typeface="+mn-lt"/>
                          <a:ea typeface="+mn-ea"/>
                          <a:cs typeface="+mn-ea"/>
                          <a:sym typeface="+mn-lt"/>
                        </a:rPr>
                        <a:t>QP</a:t>
                      </a:r>
                      <a:r>
                        <a:rPr lang="zh-CN" altLang="en-US" sz="1100" b="0" i="0" u="none" strike="noStrike">
                          <a:solidFill>
                            <a:schemeClr val="tx1"/>
                          </a:solidFill>
                          <a:effectLst/>
                          <a:latin typeface="+mn-lt"/>
                          <a:ea typeface="+mn-ea"/>
                          <a:cs typeface="+mn-ea"/>
                          <a:sym typeface="+mn-lt"/>
                        </a:rPr>
                        <a:t>质量文档，比较文档，并回复版本及内容差异；</a:t>
                      </a:r>
                      <a:endParaRPr lang="en-US" altLang="zh-CN" sz="1100">
                        <a:solidFill>
                          <a:schemeClr val="tx1"/>
                        </a:solidFill>
                        <a:latin typeface="+mn-lt"/>
                        <a:ea typeface="+mn-ea"/>
                        <a:cs typeface="+mn-ea"/>
                        <a:sym typeface="+mn-lt"/>
                      </a:endParaRPr>
                    </a:p>
                  </a:txBody>
                  <a:tcPr marL="6044" marR="6044" marT="6044" marB="0">
                    <a:lnL w="6350" cap="flat" cmpd="sng" algn="ctr">
                      <a:solidFill>
                        <a:srgbClr val="154678"/>
                      </a:solidFill>
                      <a:prstDash val="solid"/>
                      <a:round/>
                      <a:headEnd type="none" w="med" len="med"/>
                      <a:tailEnd type="none" w="med" len="med"/>
                    </a:lnL>
                    <a:lnR w="6350" cap="flat" cmpd="sng" algn="ctr">
                      <a:solidFill>
                        <a:srgbClr val="154678"/>
                      </a:solidFill>
                      <a:prstDash val="solid"/>
                      <a:round/>
                      <a:headEnd type="none" w="med" len="med"/>
                      <a:tailEnd type="none" w="med" len="med"/>
                    </a:lnR>
                    <a:lnT w="6350" cap="flat" cmpd="sng" algn="ctr">
                      <a:solidFill>
                        <a:srgbClr val="154678"/>
                      </a:solidFill>
                      <a:prstDash val="solid"/>
                      <a:round/>
                      <a:headEnd type="none" w="med" len="med"/>
                      <a:tailEnd type="none" w="med" len="med"/>
                    </a:lnT>
                    <a:lnB w="6350" cap="flat" cmpd="sng" algn="ctr">
                      <a:solidFill>
                        <a:srgbClr val="154678"/>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b"/>
                      <a:endParaRPr lang="zh-CN" altLang="en-US" sz="1000" b="0" i="0" u="none" strike="noStrike">
                        <a:solidFill>
                          <a:srgbClr val="000000"/>
                        </a:solidFill>
                        <a:effectLst/>
                        <a:latin typeface="Arial" panose="020B0604020202020204" pitchFamily="34" charset="0"/>
                        <a:ea typeface="等线" panose="02010600030101010101" pitchFamily="2" charset="-122"/>
                      </a:endParaRPr>
                    </a:p>
                  </a:txBody>
                  <a:tcPr marL="4534" marR="4534" marT="4534" marB="0" anchor="b"/>
                </a:tc>
                <a:tc>
                  <a:txBody>
                    <a:bodyPr/>
                    <a:lstStyle/>
                    <a:p>
                      <a:pPr marL="285750" indent="-285750" algn="l" defTabSz="1218987" rtl="0" eaLnBrk="1" latinLnBrk="0" hangingPunct="1">
                        <a:buFont typeface="Arial" panose="020B0604020202020204" pitchFamily="34" charset="0"/>
                        <a:buChar char="•"/>
                      </a:pPr>
                      <a:r>
                        <a:rPr lang="zh-CN" altLang="en-US" sz="1200" i="1" kern="1200">
                          <a:solidFill>
                            <a:schemeClr val="bg1">
                              <a:lumMod val="50000"/>
                            </a:schemeClr>
                          </a:solidFill>
                          <a:latin typeface="+mn-lt"/>
                          <a:ea typeface="+mn-ea"/>
                          <a:cs typeface="+mn-ea"/>
                          <a:sym typeface="+mn-lt"/>
                        </a:rPr>
                        <a:t>是否需要</a:t>
                      </a:r>
                      <a:r>
                        <a:rPr lang="en-US" altLang="zh-CN" sz="1200" i="1" kern="1200">
                          <a:solidFill>
                            <a:schemeClr val="bg1">
                              <a:lumMod val="50000"/>
                            </a:schemeClr>
                          </a:solidFill>
                          <a:latin typeface="+mn-lt"/>
                          <a:ea typeface="+mn-ea"/>
                          <a:cs typeface="+mn-ea"/>
                          <a:sym typeface="+mn-lt"/>
                        </a:rPr>
                        <a:t>IT</a:t>
                      </a:r>
                      <a:r>
                        <a:rPr lang="zh-CN" altLang="en-US" sz="1200" i="1" kern="1200">
                          <a:solidFill>
                            <a:schemeClr val="bg1">
                              <a:lumMod val="50000"/>
                            </a:schemeClr>
                          </a:solidFill>
                          <a:latin typeface="+mn-lt"/>
                          <a:ea typeface="+mn-ea"/>
                          <a:cs typeface="+mn-ea"/>
                          <a:sym typeface="+mn-lt"/>
                        </a:rPr>
                        <a:t>架构的支持</a:t>
                      </a:r>
                      <a:endParaRPr lang="en-US" altLang="zh-CN" sz="1200" i="1" kern="1200">
                        <a:solidFill>
                          <a:schemeClr val="bg1">
                            <a:lumMod val="50000"/>
                          </a:schemeClr>
                        </a:solidFill>
                        <a:latin typeface="+mn-lt"/>
                        <a:ea typeface="+mn-ea"/>
                        <a:cs typeface="+mn-ea"/>
                        <a:sym typeface="+mn-lt"/>
                      </a:endParaRPr>
                    </a:p>
                    <a:p>
                      <a:pPr marL="285750" indent="-285750" algn="l" defTabSz="1218987" rtl="0" eaLnBrk="1" latinLnBrk="0" hangingPunct="1">
                        <a:buFont typeface="Arial" panose="020B0604020202020204" pitchFamily="34" charset="0"/>
                        <a:buChar char="•"/>
                      </a:pPr>
                      <a:r>
                        <a:rPr lang="zh-CN" altLang="en-US" sz="1200" i="1" kern="1200">
                          <a:solidFill>
                            <a:schemeClr val="bg1">
                              <a:lumMod val="50000"/>
                            </a:schemeClr>
                          </a:solidFill>
                          <a:latin typeface="+mn-lt"/>
                          <a:ea typeface="+mn-ea"/>
                          <a:cs typeface="+mn-ea"/>
                          <a:sym typeface="+mn-lt"/>
                        </a:rPr>
                        <a:t>是否需要外采部件</a:t>
                      </a:r>
                      <a:endParaRPr lang="en-US" altLang="zh-CN" sz="1200" i="1" kern="1200">
                        <a:solidFill>
                          <a:schemeClr val="bg1">
                            <a:lumMod val="50000"/>
                          </a:schemeClr>
                        </a:solidFill>
                        <a:latin typeface="+mn-lt"/>
                        <a:ea typeface="+mn-ea"/>
                        <a:cs typeface="+mn-ea"/>
                        <a:sym typeface="+mn-lt"/>
                      </a:endParaRPr>
                    </a:p>
                    <a:p>
                      <a:pPr algn="l" rtl="0" fontAlgn="t"/>
                      <a:endParaRPr lang="zh-CN" altLang="en-US" sz="1200" b="0" i="0" u="none" strike="noStrike">
                        <a:solidFill>
                          <a:srgbClr val="000000"/>
                        </a:solidFill>
                        <a:effectLst/>
                        <a:latin typeface="+mn-lt"/>
                        <a:ea typeface="+mn-ea"/>
                        <a:cs typeface="+mn-ea"/>
                        <a:sym typeface="+mn-lt"/>
                      </a:endParaRPr>
                    </a:p>
                  </a:txBody>
                  <a:tcPr marL="6044" marR="6044" marT="6044" marB="0">
                    <a:lnL w="6350" cap="flat" cmpd="sng" algn="ctr">
                      <a:solidFill>
                        <a:srgbClr val="154678"/>
                      </a:solidFill>
                      <a:prstDash val="solid"/>
                      <a:round/>
                      <a:headEnd type="none" w="med" len="med"/>
                      <a:tailEnd type="none" w="med" len="med"/>
                    </a:lnL>
                    <a:lnR w="6350" cap="flat" cmpd="sng" algn="ctr">
                      <a:solidFill>
                        <a:srgbClr val="154678"/>
                      </a:solidFill>
                      <a:prstDash val="solid"/>
                      <a:round/>
                      <a:headEnd type="none" w="med" len="med"/>
                      <a:tailEnd type="none" w="med" len="med"/>
                    </a:lnR>
                    <a:lnT w="6350" cap="flat" cmpd="sng" algn="ctr">
                      <a:solidFill>
                        <a:srgbClr val="154678"/>
                      </a:solidFill>
                      <a:prstDash val="solid"/>
                      <a:round/>
                      <a:headEnd type="none" w="med" len="med"/>
                      <a:tailEnd type="none" w="med" len="med"/>
                    </a:lnT>
                    <a:lnB w="6350" cap="flat" cmpd="sng" algn="ctr">
                      <a:solidFill>
                        <a:srgbClr val="154678"/>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9857907"/>
                  </a:ext>
                </a:extLst>
              </a:tr>
            </a:tbl>
          </a:graphicData>
        </a:graphic>
      </p:graphicFrame>
    </p:spTree>
    <p:extLst>
      <p:ext uri="{BB962C8B-B14F-4D97-AF65-F5344CB8AC3E}">
        <p14:creationId xmlns:p14="http://schemas.microsoft.com/office/powerpoint/2010/main" val="3146295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latin typeface="+mn-lt"/>
                <a:cs typeface="+mn-ea"/>
                <a:sym typeface="+mn-lt"/>
              </a:rPr>
              <a:t>项目效益说明</a:t>
            </a:r>
          </a:p>
        </p:txBody>
      </p:sp>
      <p:pic>
        <p:nvPicPr>
          <p:cNvPr id="4" name="图片 3"/>
          <p:cNvPicPr>
            <a:picLocks noChangeAspect="1"/>
          </p:cNvPicPr>
          <p:nvPr/>
        </p:nvPicPr>
        <p:blipFill>
          <a:blip r:embed="rId2"/>
          <a:stretch>
            <a:fillRect/>
          </a:stretch>
        </p:blipFill>
        <p:spPr>
          <a:xfrm>
            <a:off x="550229" y="1125345"/>
            <a:ext cx="6379121" cy="5372507"/>
          </a:xfrm>
          <a:prstGeom prst="rect">
            <a:avLst/>
          </a:prstGeom>
        </p:spPr>
      </p:pic>
      <p:sp>
        <p:nvSpPr>
          <p:cNvPr id="7" name="文本框 6"/>
          <p:cNvSpPr txBox="1"/>
          <p:nvPr/>
        </p:nvSpPr>
        <p:spPr>
          <a:xfrm>
            <a:off x="6707969" y="4224390"/>
            <a:ext cx="5084881" cy="861774"/>
          </a:xfrm>
          <a:prstGeom prst="rect">
            <a:avLst/>
          </a:prstGeom>
          <a:noFill/>
        </p:spPr>
        <p:txBody>
          <a:bodyPr wrap="square" rtlCol="0">
            <a:spAutoFit/>
          </a:bodyPr>
          <a:lstStyle/>
          <a:p>
            <a:pPr marL="285664" marR="0" lvl="0" indent="-285664" algn="just" defTabSz="1218987" rtl="0" eaLnBrk="1" fontAlgn="ctr" latinLnBrk="0" hangingPunct="1">
              <a:lnSpc>
                <a:spcPct val="100000"/>
              </a:lnSpc>
              <a:spcBef>
                <a:spcPts val="0"/>
              </a:spcBef>
              <a:spcAft>
                <a:spcPts val="0"/>
              </a:spcAft>
              <a:buClrTx/>
              <a:buSzTx/>
              <a:buFont typeface="微软雅黑" panose="020B0503020204020204" pitchFamily="34" charset="-122"/>
              <a:buChar char="-"/>
              <a:tabLst/>
              <a:defRPr/>
            </a:pPr>
            <a:r>
              <a:rPr kumimoji="0" lang="zh-CN" altLang="en-US" sz="1000" b="1" i="0" u="none" strike="noStrike" kern="1200" cap="none" spc="0" normalizeH="0" baseline="0" noProof="0">
                <a:ln>
                  <a:noFill/>
                </a:ln>
                <a:solidFill>
                  <a:srgbClr val="000000"/>
                </a:solidFill>
                <a:effectLst/>
                <a:uLnTx/>
                <a:uFillTx/>
                <a:cs typeface="+mn-ea"/>
                <a:sym typeface="+mn-lt"/>
              </a:rPr>
              <a:t>投资回收期</a:t>
            </a:r>
            <a:r>
              <a:rPr kumimoji="0" lang="en-US" altLang="zh-CN" sz="1000" b="0" i="0" u="none" strike="noStrike" kern="1200" cap="none" spc="0" normalizeH="0" baseline="0" noProof="0">
                <a:ln>
                  <a:noFill/>
                </a:ln>
                <a:solidFill>
                  <a:srgbClr val="000000"/>
                </a:solidFill>
                <a:effectLst/>
                <a:uLnTx/>
                <a:uFillTx/>
                <a:cs typeface="+mn-ea"/>
                <a:sym typeface="+mn-lt"/>
              </a:rPr>
              <a:t>(PBP: Payback Period):</a:t>
            </a:r>
            <a:r>
              <a:rPr kumimoji="0" lang="zh-CN" altLang="en-US" sz="1000" b="0" i="0" u="none" strike="noStrike" kern="1200" cap="none" spc="0" normalizeH="0" baseline="0" noProof="0">
                <a:ln>
                  <a:noFill/>
                </a:ln>
                <a:solidFill>
                  <a:srgbClr val="000000"/>
                </a:solidFill>
                <a:effectLst/>
                <a:uLnTx/>
                <a:uFillTx/>
                <a:cs typeface="+mn-ea"/>
                <a:sym typeface="+mn-lt"/>
              </a:rPr>
              <a:t>项目未来净现金流的现值</a:t>
            </a:r>
            <a:r>
              <a:rPr kumimoji="0" lang="en-US" altLang="zh-CN" sz="1000" b="0" i="0" u="none" strike="noStrike" kern="1200" cap="none" spc="0" normalizeH="0" baseline="0" noProof="0">
                <a:ln>
                  <a:noFill/>
                </a:ln>
                <a:solidFill>
                  <a:srgbClr val="000000"/>
                </a:solidFill>
                <a:effectLst/>
                <a:uLnTx/>
                <a:uFillTx/>
                <a:cs typeface="+mn-ea"/>
                <a:sym typeface="+mn-lt"/>
              </a:rPr>
              <a:t>-</a:t>
            </a:r>
            <a:r>
              <a:rPr kumimoji="0" lang="zh-CN" altLang="en-US" sz="1000" b="0" i="0" u="none" strike="noStrike" kern="1200" cap="none" spc="0" normalizeH="0" baseline="0" noProof="0">
                <a:ln>
                  <a:noFill/>
                </a:ln>
                <a:solidFill>
                  <a:srgbClr val="000000"/>
                </a:solidFill>
                <a:effectLst/>
                <a:uLnTx/>
                <a:uFillTx/>
                <a:cs typeface="+mn-ea"/>
                <a:sym typeface="+mn-lt"/>
              </a:rPr>
              <a:t>初始投资额等于</a:t>
            </a:r>
            <a:r>
              <a:rPr kumimoji="0" lang="en-US" altLang="zh-CN" sz="1000" b="0" i="0" u="none" strike="noStrike" kern="1200" cap="none" spc="0" normalizeH="0" baseline="0" noProof="0">
                <a:ln>
                  <a:noFill/>
                </a:ln>
                <a:solidFill>
                  <a:srgbClr val="000000"/>
                </a:solidFill>
                <a:effectLst/>
                <a:uLnTx/>
                <a:uFillTx/>
                <a:cs typeface="+mn-ea"/>
                <a:sym typeface="+mn-lt"/>
              </a:rPr>
              <a:t>0</a:t>
            </a:r>
            <a:r>
              <a:rPr kumimoji="0" lang="zh-CN" altLang="en-US" sz="1000" b="0" i="0" u="none" strike="noStrike" kern="1200" cap="none" spc="0" normalizeH="0" baseline="0" noProof="0">
                <a:ln>
                  <a:noFill/>
                </a:ln>
                <a:solidFill>
                  <a:srgbClr val="000000"/>
                </a:solidFill>
                <a:effectLst/>
                <a:uLnTx/>
                <a:uFillTx/>
                <a:cs typeface="+mn-ea"/>
                <a:sym typeface="+mn-lt"/>
              </a:rPr>
              <a:t>时，所花的时间长度</a:t>
            </a:r>
            <a:endParaRPr kumimoji="0" lang="en-US" altLang="zh-CN" sz="1000" b="0" i="0" u="none" strike="noStrike" kern="1200" cap="none" spc="0" normalizeH="0" baseline="0" noProof="0">
              <a:ln>
                <a:noFill/>
              </a:ln>
              <a:solidFill>
                <a:srgbClr val="000000"/>
              </a:solidFill>
              <a:effectLst/>
              <a:uLnTx/>
              <a:uFillTx/>
              <a:cs typeface="+mn-ea"/>
              <a:sym typeface="+mn-lt"/>
            </a:endParaRPr>
          </a:p>
          <a:p>
            <a:pPr marL="285664" marR="0" lvl="0" indent="-285664" algn="just" defTabSz="1218987" rtl="0" eaLnBrk="1" fontAlgn="ctr" latinLnBrk="0" hangingPunct="1">
              <a:lnSpc>
                <a:spcPct val="100000"/>
              </a:lnSpc>
              <a:spcBef>
                <a:spcPts val="0"/>
              </a:spcBef>
              <a:spcAft>
                <a:spcPts val="0"/>
              </a:spcAft>
              <a:buClrTx/>
              <a:buSzTx/>
              <a:buFont typeface="微软雅黑" panose="020B0503020204020204" pitchFamily="34" charset="-122"/>
              <a:buChar char="-"/>
              <a:tabLst/>
              <a:defRPr/>
            </a:pPr>
            <a:endParaRPr kumimoji="0" lang="en-US" altLang="zh-CN" sz="1000" b="0" i="0" u="none" strike="noStrike" kern="1200" cap="none" spc="0" normalizeH="0" baseline="0" noProof="0">
              <a:ln>
                <a:noFill/>
              </a:ln>
              <a:solidFill>
                <a:srgbClr val="000000"/>
              </a:solidFill>
              <a:effectLst/>
              <a:uLnTx/>
              <a:uFillTx/>
              <a:cs typeface="+mn-ea"/>
              <a:sym typeface="+mn-lt"/>
            </a:endParaRPr>
          </a:p>
          <a:p>
            <a:pPr marL="285664" marR="0" lvl="0" indent="-285664" algn="just" defTabSz="1218987" rtl="0" eaLnBrk="1" fontAlgn="auto" latinLnBrk="0" hangingPunct="1">
              <a:lnSpc>
                <a:spcPct val="100000"/>
              </a:lnSpc>
              <a:spcBef>
                <a:spcPts val="0"/>
              </a:spcBef>
              <a:spcAft>
                <a:spcPts val="0"/>
              </a:spcAft>
              <a:buClrTx/>
              <a:buSzTx/>
              <a:buFont typeface="微软雅黑" panose="020B0503020204020204" pitchFamily="34" charset="-122"/>
              <a:buChar char="‐"/>
              <a:tabLst/>
              <a:defRPr/>
            </a:pPr>
            <a:r>
              <a:rPr kumimoji="0" lang="zh-CN" altLang="en-US" sz="1000" b="1" i="0" u="none" strike="noStrike" kern="1200" cap="none" spc="0" normalizeH="0" baseline="0" noProof="0">
                <a:ln>
                  <a:noFill/>
                </a:ln>
                <a:solidFill>
                  <a:srgbClr val="000000"/>
                </a:solidFill>
                <a:effectLst/>
                <a:uLnTx/>
                <a:uFillTx/>
                <a:cs typeface="+mn-ea"/>
                <a:sym typeface="+mn-lt"/>
              </a:rPr>
              <a:t>盈利能力指数</a:t>
            </a:r>
            <a:r>
              <a:rPr kumimoji="0" lang="en-US" altLang="zh-CN" sz="1000" b="0" i="0" u="none" strike="noStrike" kern="1200" cap="none" spc="0" normalizeH="0" baseline="0" noProof="0">
                <a:ln>
                  <a:noFill/>
                </a:ln>
                <a:solidFill>
                  <a:srgbClr val="000000"/>
                </a:solidFill>
                <a:effectLst/>
                <a:uLnTx/>
                <a:uFillTx/>
                <a:cs typeface="+mn-ea"/>
                <a:sym typeface="+mn-lt"/>
              </a:rPr>
              <a:t>(PI: Profitability Index): (</a:t>
            </a:r>
            <a:r>
              <a:rPr kumimoji="0" lang="zh-CN" altLang="en-US" sz="1000" b="0" i="0" u="none" strike="noStrike" kern="1200" cap="none" spc="0" normalizeH="0" baseline="0" noProof="0">
                <a:ln>
                  <a:noFill/>
                </a:ln>
                <a:solidFill>
                  <a:srgbClr val="000000"/>
                </a:solidFill>
                <a:effectLst/>
                <a:uLnTx/>
                <a:uFillTx/>
                <a:cs typeface="+mn-ea"/>
                <a:sym typeface="+mn-lt"/>
              </a:rPr>
              <a:t>项目未来净现金流的现值</a:t>
            </a:r>
            <a:r>
              <a:rPr kumimoji="0" lang="en-US" altLang="zh-CN" sz="1000" b="0" i="0" u="none" strike="noStrike" kern="1200" cap="none" spc="0" normalizeH="0" baseline="0" noProof="0">
                <a:ln>
                  <a:noFill/>
                </a:ln>
                <a:solidFill>
                  <a:srgbClr val="000000"/>
                </a:solidFill>
                <a:effectLst/>
                <a:uLnTx/>
                <a:uFillTx/>
                <a:cs typeface="+mn-ea"/>
                <a:sym typeface="+mn-lt"/>
              </a:rPr>
              <a:t>/</a:t>
            </a:r>
            <a:r>
              <a:rPr kumimoji="0" lang="zh-CN" altLang="en-US" sz="1000" b="0" i="0" u="none" strike="noStrike" kern="1200" cap="none" spc="0" normalizeH="0" baseline="0" noProof="0">
                <a:ln>
                  <a:noFill/>
                </a:ln>
                <a:solidFill>
                  <a:srgbClr val="000000"/>
                </a:solidFill>
                <a:effectLst/>
                <a:uLnTx/>
                <a:uFillTx/>
                <a:cs typeface="+mn-ea"/>
                <a:sym typeface="+mn-lt"/>
              </a:rPr>
              <a:t>初始投资额</a:t>
            </a:r>
            <a:r>
              <a:rPr kumimoji="0" lang="en-US" altLang="zh-CN" sz="1000" b="0" i="0" u="none" strike="noStrike" kern="1200" cap="none" spc="0" normalizeH="0" baseline="0" noProof="0">
                <a:ln>
                  <a:noFill/>
                </a:ln>
                <a:solidFill>
                  <a:srgbClr val="000000"/>
                </a:solidFill>
                <a:effectLst/>
                <a:uLnTx/>
                <a:uFillTx/>
                <a:cs typeface="+mn-ea"/>
                <a:sym typeface="+mn-lt"/>
              </a:rPr>
              <a:t>)*100%</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000000"/>
              </a:solidFill>
              <a:effectLst/>
              <a:uLnTx/>
              <a:uFillTx/>
              <a:cs typeface="+mn-ea"/>
              <a:sym typeface="+mn-lt"/>
            </a:endParaRPr>
          </a:p>
        </p:txBody>
      </p:sp>
      <p:sp>
        <p:nvSpPr>
          <p:cNvPr id="13" name="文本框 12"/>
          <p:cNvSpPr txBox="1"/>
          <p:nvPr/>
        </p:nvSpPr>
        <p:spPr>
          <a:xfrm rot="582586">
            <a:off x="9683978" y="342778"/>
            <a:ext cx="1842525" cy="461417"/>
          </a:xfrm>
          <a:prstGeom prst="rect">
            <a:avLst/>
          </a:prstGeom>
          <a:solidFill>
            <a:srgbClr val="DF1014"/>
          </a:solidFill>
        </p:spPr>
        <p:txBody>
          <a:bodyPr wrap="square" rtlCol="0">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altLang="zh-CN" sz="2399" b="1" i="0" u="none" strike="noStrike" kern="1200" cap="none" spc="0" normalizeH="0" baseline="0" noProof="0">
                <a:ln>
                  <a:noFill/>
                </a:ln>
                <a:solidFill>
                  <a:prstClr val="white"/>
                </a:solidFill>
                <a:effectLst/>
                <a:uLnTx/>
                <a:uFillTx/>
                <a:cs typeface="+mn-ea"/>
                <a:sym typeface="+mn-lt"/>
              </a:rPr>
              <a:t>Template</a:t>
            </a:r>
            <a:endParaRPr kumimoji="0" lang="zh-CN" altLang="en-US" sz="2399" b="1" i="0" u="none" strike="noStrike" kern="1200" cap="none" spc="0" normalizeH="0" baseline="0" noProof="0">
              <a:ln>
                <a:noFill/>
              </a:ln>
              <a:solidFill>
                <a:prstClr val="white"/>
              </a:solidFill>
              <a:effectLst/>
              <a:uLnTx/>
              <a:uFillTx/>
              <a:cs typeface="+mn-ea"/>
              <a:sym typeface="+mn-lt"/>
            </a:endParaRPr>
          </a:p>
        </p:txBody>
      </p:sp>
      <p:sp>
        <p:nvSpPr>
          <p:cNvPr id="3" name="文本框 2">
            <a:extLst>
              <a:ext uri="{FF2B5EF4-FFF2-40B4-BE49-F238E27FC236}">
                <a16:creationId xmlns:a16="http://schemas.microsoft.com/office/drawing/2014/main" id="{E7B37761-844B-F7B8-D964-1101D60161AE}"/>
              </a:ext>
            </a:extLst>
          </p:cNvPr>
          <p:cNvSpPr txBox="1"/>
          <p:nvPr/>
        </p:nvSpPr>
        <p:spPr>
          <a:xfrm>
            <a:off x="7180446" y="1540042"/>
            <a:ext cx="3830855" cy="646331"/>
          </a:xfrm>
          <a:prstGeom prst="rect">
            <a:avLst/>
          </a:prstGeom>
          <a:noFill/>
        </p:spPr>
        <p:txBody>
          <a:bodyPr wrap="square" rtlCol="0">
            <a:spAutoFit/>
          </a:bodyPr>
          <a:lstStyle/>
          <a:p>
            <a:r>
              <a:rPr lang="en-US" altLang="zh-CN">
                <a:cs typeface="+mn-ea"/>
                <a:sym typeface="+mn-lt"/>
              </a:rPr>
              <a:t>DIT</a:t>
            </a:r>
            <a:r>
              <a:rPr lang="zh-CN" altLang="en-US">
                <a:cs typeface="+mn-ea"/>
                <a:sym typeface="+mn-lt"/>
              </a:rPr>
              <a:t>资源投入</a:t>
            </a:r>
            <a:endParaRPr lang="en-US" altLang="zh-CN">
              <a:cs typeface="+mn-ea"/>
              <a:sym typeface="+mn-lt"/>
            </a:endParaRPr>
          </a:p>
          <a:p>
            <a:r>
              <a:rPr lang="en-US" altLang="zh-CN">
                <a:cs typeface="+mn-ea"/>
                <a:sym typeface="+mn-lt"/>
              </a:rPr>
              <a:t>iLab</a:t>
            </a:r>
            <a:r>
              <a:rPr lang="zh-CN" altLang="en-US">
                <a:cs typeface="+mn-ea"/>
                <a:sym typeface="+mn-lt"/>
              </a:rPr>
              <a:t>资源投入</a:t>
            </a:r>
          </a:p>
        </p:txBody>
      </p:sp>
    </p:spTree>
    <p:extLst>
      <p:ext uri="{BB962C8B-B14F-4D97-AF65-F5344CB8AC3E}">
        <p14:creationId xmlns:p14="http://schemas.microsoft.com/office/powerpoint/2010/main" val="67441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5FD6BA7F-DA9D-B064-B795-6045F947A61B}"/>
              </a:ext>
            </a:extLst>
          </p:cNvPr>
          <p:cNvSpPr>
            <a:spLocks noGrp="1"/>
          </p:cNvSpPr>
          <p:nvPr>
            <p:ph type="ftr" sz="quarter" idx="13"/>
          </p:nvPr>
        </p:nvSpPr>
        <p:spPr/>
        <p:txBody>
          <a:bodyPr/>
          <a:lstStyle/>
          <a:p>
            <a:r>
              <a:rPr lang="en-US" sz="1000">
                <a:solidFill>
                  <a:srgbClr val="939598"/>
                </a:solidFill>
                <a:cs typeface="Arial" pitchFamily="34" charset="0"/>
              </a:rPr>
              <a:t>2016 LCFC Internal. All rights reserved.</a:t>
            </a:r>
          </a:p>
        </p:txBody>
      </p:sp>
      <p:sp>
        <p:nvSpPr>
          <p:cNvPr id="4" name="文本占位符 3">
            <a:extLst>
              <a:ext uri="{FF2B5EF4-FFF2-40B4-BE49-F238E27FC236}">
                <a16:creationId xmlns:a16="http://schemas.microsoft.com/office/drawing/2014/main" id="{B1AAB916-8356-5B58-B180-EBA14DBDBDFE}"/>
              </a:ext>
            </a:extLst>
          </p:cNvPr>
          <p:cNvSpPr>
            <a:spLocks noGrp="1"/>
          </p:cNvSpPr>
          <p:nvPr>
            <p:ph type="body" sz="quarter" idx="18"/>
          </p:nvPr>
        </p:nvSpPr>
        <p:spPr/>
        <p:txBody>
          <a:bodyPr/>
          <a:lstStyle/>
          <a:p>
            <a:r>
              <a:rPr lang="en-US" altLang="zh-CN"/>
              <a:t>Backup</a:t>
            </a:r>
            <a:endParaRPr lang="zh-CN" altLang="en-US"/>
          </a:p>
        </p:txBody>
      </p:sp>
      <p:sp>
        <p:nvSpPr>
          <p:cNvPr id="5" name="文本占位符 4">
            <a:extLst>
              <a:ext uri="{FF2B5EF4-FFF2-40B4-BE49-F238E27FC236}">
                <a16:creationId xmlns:a16="http://schemas.microsoft.com/office/drawing/2014/main" id="{F8E32B2F-98C9-8F93-3267-C505A2839183}"/>
              </a:ext>
            </a:extLst>
          </p:cNvPr>
          <p:cNvSpPr>
            <a:spLocks noGrp="1"/>
          </p:cNvSpPr>
          <p:nvPr>
            <p:ph type="body" sz="quarter" idx="19"/>
          </p:nvPr>
        </p:nvSpPr>
        <p:spPr/>
        <p:txBody>
          <a:bodyPr/>
          <a:lstStyle/>
          <a:p>
            <a:endParaRPr lang="zh-CN" altLang="en-US"/>
          </a:p>
        </p:txBody>
      </p:sp>
    </p:spTree>
    <p:extLst>
      <p:ext uri="{BB962C8B-B14F-4D97-AF65-F5344CB8AC3E}">
        <p14:creationId xmlns:p14="http://schemas.microsoft.com/office/powerpoint/2010/main" val="610772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3B5E5-9ACA-0AF5-202C-B45F4807357A}"/>
            </a:ext>
          </a:extLst>
        </p:cNvPr>
        <p:cNvGrpSpPr/>
        <p:nvPr/>
      </p:nvGrpSpPr>
      <p:grpSpPr>
        <a:xfrm>
          <a:off x="0" y="0"/>
          <a:ext cx="0" cy="0"/>
          <a:chOff x="0" y="0"/>
          <a:chExt cx="0" cy="0"/>
        </a:xfrm>
      </p:grpSpPr>
      <p:sp>
        <p:nvSpPr>
          <p:cNvPr id="13" name="Title 2">
            <a:extLst>
              <a:ext uri="{FF2B5EF4-FFF2-40B4-BE49-F238E27FC236}">
                <a16:creationId xmlns:a16="http://schemas.microsoft.com/office/drawing/2014/main" id="{A56A1866-2C28-7CD7-746F-9D5A9FDF63E0}"/>
              </a:ext>
            </a:extLst>
          </p:cNvPr>
          <p:cNvSpPr>
            <a:spLocks noGrp="1"/>
          </p:cNvSpPr>
          <p:nvPr>
            <p:ph type="title"/>
          </p:nvPr>
        </p:nvSpPr>
        <p:spPr/>
        <p:txBody>
          <a:bodyPr wrap="square" lIns="0" tIns="0" rIns="0" bIns="0" anchor="ctr" anchorCtr="0"/>
          <a:lstStyle/>
          <a:p>
            <a:pPr defTabSz="1218590">
              <a:tabLst>
                <a:tab pos="1218590" algn="l"/>
              </a:tabLst>
            </a:pPr>
            <a:r>
              <a:rPr lang="en-US" altLang="zh-CN" sz="2800" b="1">
                <a:latin typeface="+mn-lt"/>
                <a:cs typeface="+mn-ea"/>
                <a:sym typeface="+mn-lt"/>
              </a:rPr>
              <a:t>AI</a:t>
            </a:r>
            <a:r>
              <a:rPr lang="zh-CN" altLang="en-US" sz="2800" b="1">
                <a:latin typeface="+mn-lt"/>
                <a:cs typeface="+mn-ea"/>
                <a:sym typeface="+mn-lt"/>
              </a:rPr>
              <a:t>变革</a:t>
            </a:r>
            <a:r>
              <a:rPr lang="en-US" altLang="zh-CN" sz="2800" b="1">
                <a:latin typeface="+mn-lt"/>
                <a:cs typeface="+mn-ea"/>
                <a:sym typeface="+mn-lt"/>
              </a:rPr>
              <a:t>: </a:t>
            </a:r>
            <a:r>
              <a:rPr lang="zh-CN" altLang="en-US" sz="2800" b="1">
                <a:latin typeface="+mn-lt"/>
                <a:cs typeface="+mn-ea"/>
                <a:sym typeface="+mn-lt"/>
              </a:rPr>
              <a:t>智能质量知识库</a:t>
            </a:r>
            <a:endParaRPr lang="en-US" sz="2800" b="1">
              <a:latin typeface="+mn-lt"/>
              <a:cs typeface="+mn-ea"/>
              <a:sym typeface="+mn-lt"/>
            </a:endParaRPr>
          </a:p>
        </p:txBody>
      </p:sp>
      <p:graphicFrame>
        <p:nvGraphicFramePr>
          <p:cNvPr id="3" name="表格 2">
            <a:extLst>
              <a:ext uri="{FF2B5EF4-FFF2-40B4-BE49-F238E27FC236}">
                <a16:creationId xmlns:a16="http://schemas.microsoft.com/office/drawing/2014/main" id="{C465C5DE-DC20-BA49-58AD-21616A30C26F}"/>
              </a:ext>
            </a:extLst>
          </p:cNvPr>
          <p:cNvGraphicFramePr>
            <a:graphicFrameLocks noGrp="1"/>
          </p:cNvGraphicFramePr>
          <p:nvPr>
            <p:extLst>
              <p:ext uri="{D42A27DB-BD31-4B8C-83A1-F6EECF244321}">
                <p14:modId xmlns:p14="http://schemas.microsoft.com/office/powerpoint/2010/main" val="1797073816"/>
              </p:ext>
            </p:extLst>
          </p:nvPr>
        </p:nvGraphicFramePr>
        <p:xfrm>
          <a:off x="548783" y="860212"/>
          <a:ext cx="10627217" cy="5876957"/>
        </p:xfrm>
        <a:graphic>
          <a:graphicData uri="http://schemas.openxmlformats.org/drawingml/2006/table">
            <a:tbl>
              <a:tblPr firstRow="1" bandRow="1">
                <a:tableStyleId>{00A15C55-8517-42AA-B614-E9B94910E393}</a:tableStyleId>
              </a:tblPr>
              <a:tblGrid>
                <a:gridCol w="1627595">
                  <a:extLst>
                    <a:ext uri="{9D8B030D-6E8A-4147-A177-3AD203B41FA5}">
                      <a16:colId xmlns:a16="http://schemas.microsoft.com/office/drawing/2014/main" val="1992185868"/>
                    </a:ext>
                  </a:extLst>
                </a:gridCol>
                <a:gridCol w="4818113">
                  <a:extLst>
                    <a:ext uri="{9D8B030D-6E8A-4147-A177-3AD203B41FA5}">
                      <a16:colId xmlns:a16="http://schemas.microsoft.com/office/drawing/2014/main" val="346841101"/>
                    </a:ext>
                  </a:extLst>
                </a:gridCol>
                <a:gridCol w="4181509">
                  <a:extLst>
                    <a:ext uri="{9D8B030D-6E8A-4147-A177-3AD203B41FA5}">
                      <a16:colId xmlns:a16="http://schemas.microsoft.com/office/drawing/2014/main" val="3286154343"/>
                    </a:ext>
                  </a:extLst>
                </a:gridCol>
              </a:tblGrid>
              <a:tr h="359414">
                <a:tc>
                  <a:txBody>
                    <a:bodyPr/>
                    <a:lstStyle/>
                    <a:p>
                      <a:pPr algn="ctr"/>
                      <a:r>
                        <a:rPr lang="zh-CN" altLang="en-US" sz="1600">
                          <a:latin typeface="+mn-lt"/>
                          <a:ea typeface="+mn-ea"/>
                          <a:cs typeface="+mn-ea"/>
                          <a:sym typeface="+mn-lt"/>
                        </a:rPr>
                        <a:t>维度</a:t>
                      </a:r>
                    </a:p>
                  </a:txBody>
                  <a:tcPr/>
                </a:tc>
                <a:tc>
                  <a:txBody>
                    <a:bodyPr/>
                    <a:lstStyle/>
                    <a:p>
                      <a:pPr marL="0" algn="ctr" defTabSz="1218682" rtl="0" eaLnBrk="1" fontAlgn="base" latinLnBrk="0" hangingPunct="1">
                        <a:lnSpc>
                          <a:spcPts val="1125"/>
                        </a:lnSpc>
                      </a:pPr>
                      <a:r>
                        <a:rPr lang="zh-CN" altLang="en-US" sz="1600" b="1" kern="1200">
                          <a:solidFill>
                            <a:schemeClr val="lt1"/>
                          </a:solidFill>
                          <a:latin typeface="+mn-lt"/>
                          <a:ea typeface="+mn-ea"/>
                          <a:cs typeface="+mn-ea"/>
                          <a:sym typeface="+mn-lt"/>
                        </a:rPr>
                        <a:t>智能检索及问答场景</a:t>
                      </a:r>
                    </a:p>
                  </a:txBody>
                  <a:tcPr anchor="b"/>
                </a:tc>
                <a:tc>
                  <a:txBody>
                    <a:bodyPr/>
                    <a:lstStyle/>
                    <a:p>
                      <a:pPr marL="0" algn="ctr" defTabSz="1218682" rtl="0" eaLnBrk="1" fontAlgn="base" latinLnBrk="0" hangingPunct="1">
                        <a:lnSpc>
                          <a:spcPts val="1125"/>
                        </a:lnSpc>
                      </a:pPr>
                      <a:r>
                        <a:rPr lang="zh-CN" altLang="en-US" sz="1600" b="1" kern="1200">
                          <a:solidFill>
                            <a:schemeClr val="lt1"/>
                          </a:solidFill>
                          <a:latin typeface="+mn-lt"/>
                          <a:ea typeface="+mn-ea"/>
                          <a:cs typeface="+mn-ea"/>
                          <a:sym typeface="+mn-lt"/>
                        </a:rPr>
                        <a:t>提供</a:t>
                      </a:r>
                      <a:r>
                        <a:rPr lang="en-US" altLang="zh-CN" sz="1600" b="1" kern="1200">
                          <a:solidFill>
                            <a:schemeClr val="lt1"/>
                          </a:solidFill>
                          <a:latin typeface="+mn-lt"/>
                          <a:ea typeface="+mn-ea"/>
                          <a:cs typeface="+mn-ea"/>
                          <a:sym typeface="+mn-lt"/>
                        </a:rPr>
                        <a:t>Owner</a:t>
                      </a:r>
                      <a:endParaRPr lang="zh-CN" altLang="en-US" sz="1600" b="1" kern="1200">
                        <a:solidFill>
                          <a:schemeClr val="lt1"/>
                        </a:solidFill>
                        <a:latin typeface="+mn-lt"/>
                        <a:ea typeface="+mn-ea"/>
                        <a:cs typeface="+mn-ea"/>
                        <a:sym typeface="+mn-lt"/>
                      </a:endParaRPr>
                    </a:p>
                  </a:txBody>
                  <a:tcPr anchor="b"/>
                </a:tc>
                <a:extLst>
                  <a:ext uri="{0D108BD9-81ED-4DB2-BD59-A6C34878D82A}">
                    <a16:rowId xmlns:a16="http://schemas.microsoft.com/office/drawing/2014/main" val="3069268255"/>
                  </a:ext>
                </a:extLst>
              </a:tr>
              <a:tr h="247777">
                <a:tc>
                  <a:txBody>
                    <a:bodyPr/>
                    <a:lstStyle/>
                    <a:p>
                      <a:pPr algn="ctr"/>
                      <a:r>
                        <a:rPr lang="zh-CN" altLang="en-US" sz="1050">
                          <a:latin typeface="+mn-lt"/>
                          <a:ea typeface="+mn-ea"/>
                          <a:cs typeface="+mn-ea"/>
                          <a:sym typeface="+mn-lt"/>
                        </a:rPr>
                        <a:t>战略类</a:t>
                      </a:r>
                    </a:p>
                  </a:txBody>
                  <a:tcPr anchor="ctr"/>
                </a:tc>
                <a:tc>
                  <a:txBody>
                    <a:bodyPr/>
                    <a:lstStyle/>
                    <a:p>
                      <a:pPr algn="just" rtl="0" fontAlgn="base">
                        <a:lnSpc>
                          <a:spcPts val="1050"/>
                        </a:lnSpc>
                      </a:pPr>
                      <a:r>
                        <a:rPr lang="en-US" altLang="zh-CN" sz="1050" b="0" i="0">
                          <a:solidFill>
                            <a:srgbClr val="000000"/>
                          </a:solidFill>
                          <a:effectLst/>
                          <a:latin typeface="+mn-lt"/>
                          <a:ea typeface="+mn-ea"/>
                          <a:cs typeface="+mn-ea"/>
                          <a:sym typeface="+mn-lt"/>
                        </a:rPr>
                        <a:t>STAMP/</a:t>
                      </a:r>
                      <a:r>
                        <a:rPr lang="zh-CN" altLang="en-US" sz="1050" b="0" i="0">
                          <a:solidFill>
                            <a:srgbClr val="000000"/>
                          </a:solidFill>
                          <a:effectLst/>
                          <a:latin typeface="+mn-lt"/>
                          <a:ea typeface="+mn-ea"/>
                          <a:cs typeface="+mn-ea"/>
                          <a:sym typeface="+mn-lt"/>
                        </a:rPr>
                        <a:t>理念</a:t>
                      </a:r>
                      <a:r>
                        <a:rPr lang="en-US" altLang="zh-CN" sz="1050" b="0" i="0">
                          <a:solidFill>
                            <a:srgbClr val="000000"/>
                          </a:solidFill>
                          <a:effectLst/>
                          <a:latin typeface="+mn-lt"/>
                          <a:ea typeface="+mn-ea"/>
                          <a:cs typeface="+mn-ea"/>
                          <a:sym typeface="+mn-lt"/>
                        </a:rPr>
                        <a:t>/</a:t>
                      </a:r>
                      <a:r>
                        <a:rPr lang="zh-CN" altLang="en-US" sz="1050" b="0" i="0">
                          <a:solidFill>
                            <a:srgbClr val="000000"/>
                          </a:solidFill>
                          <a:effectLst/>
                          <a:latin typeface="+mn-lt"/>
                          <a:ea typeface="+mn-ea"/>
                          <a:cs typeface="+mn-ea"/>
                          <a:sym typeface="+mn-lt"/>
                        </a:rPr>
                        <a:t>行为</a:t>
                      </a:r>
                    </a:p>
                  </a:txBody>
                  <a:tcPr anchor="ctr"/>
                </a:tc>
                <a:tc>
                  <a:txBody>
                    <a:bodyPr/>
                    <a:lstStyle/>
                    <a:p>
                      <a:pPr algn="just" rtl="0" fontAlgn="base">
                        <a:lnSpc>
                          <a:spcPts val="1050"/>
                        </a:lnSpc>
                      </a:pPr>
                      <a:r>
                        <a:rPr lang="en-US" altLang="zh-CN" sz="1050" b="0" i="0">
                          <a:solidFill>
                            <a:srgbClr val="000000"/>
                          </a:solidFill>
                          <a:effectLst/>
                          <a:latin typeface="+mn-lt"/>
                          <a:ea typeface="+mn-ea"/>
                          <a:cs typeface="+mn-ea"/>
                          <a:sym typeface="+mn-lt"/>
                        </a:rPr>
                        <a:t>S&amp;O</a:t>
                      </a:r>
                      <a:endParaRPr lang="zh-CN" altLang="en-US" sz="1050" b="0" i="0">
                        <a:solidFill>
                          <a:srgbClr val="000000"/>
                        </a:solidFill>
                        <a:effectLst/>
                        <a:latin typeface="+mn-lt"/>
                        <a:ea typeface="+mn-ea"/>
                        <a:cs typeface="+mn-ea"/>
                        <a:sym typeface="+mn-lt"/>
                      </a:endParaRPr>
                    </a:p>
                  </a:txBody>
                  <a:tcPr anchor="ctr"/>
                </a:tc>
                <a:extLst>
                  <a:ext uri="{0D108BD9-81ED-4DB2-BD59-A6C34878D82A}">
                    <a16:rowId xmlns:a16="http://schemas.microsoft.com/office/drawing/2014/main" val="2641112290"/>
                  </a:ext>
                </a:extLst>
              </a:tr>
              <a:tr h="247777">
                <a:tc rowSpan="3">
                  <a:txBody>
                    <a:bodyPr/>
                    <a:lstStyle/>
                    <a:p>
                      <a:pPr algn="ctr"/>
                      <a:r>
                        <a:rPr lang="zh-CN" altLang="en-US" sz="1050">
                          <a:latin typeface="+mn-lt"/>
                          <a:ea typeface="+mn-ea"/>
                          <a:cs typeface="+mn-ea"/>
                          <a:sym typeface="+mn-lt"/>
                        </a:rPr>
                        <a:t>主线类</a:t>
                      </a:r>
                    </a:p>
                  </a:txBody>
                  <a:tcPr anchor="ctr"/>
                </a:tc>
                <a:tc>
                  <a:txBody>
                    <a:bodyPr/>
                    <a:lstStyle/>
                    <a:p>
                      <a:pPr algn="just" rtl="0" fontAlgn="base">
                        <a:lnSpc>
                          <a:spcPts val="1050"/>
                        </a:lnSpc>
                      </a:pPr>
                      <a:r>
                        <a:rPr lang="en-US" altLang="zh-CN" sz="1050" b="0" i="0">
                          <a:solidFill>
                            <a:srgbClr val="000000"/>
                          </a:solidFill>
                          <a:effectLst/>
                          <a:latin typeface="+mn-lt"/>
                          <a:ea typeface="+mn-ea"/>
                          <a:cs typeface="+mn-ea"/>
                          <a:sym typeface="+mn-lt"/>
                        </a:rPr>
                        <a:t>D&amp;PQMS Handbook</a:t>
                      </a:r>
                      <a:endParaRPr lang="zh-CN" altLang="en-US" sz="1050" b="0" i="0">
                        <a:solidFill>
                          <a:srgbClr val="000000"/>
                        </a:solidFill>
                        <a:effectLst/>
                        <a:latin typeface="+mn-lt"/>
                        <a:ea typeface="+mn-ea"/>
                        <a:cs typeface="+mn-ea"/>
                        <a:sym typeface="+mn-lt"/>
                      </a:endParaRPr>
                    </a:p>
                  </a:txBody>
                  <a:tcPr anchor="ctr"/>
                </a:tc>
                <a:tc>
                  <a:txBody>
                    <a:bodyPr/>
                    <a:lstStyle/>
                    <a:p>
                      <a:pPr algn="just" rtl="0" fontAlgn="base">
                        <a:lnSpc>
                          <a:spcPts val="1050"/>
                        </a:lnSpc>
                      </a:pPr>
                      <a:r>
                        <a:rPr lang="en-US" altLang="zh-CN" sz="1050" b="0" i="0">
                          <a:solidFill>
                            <a:srgbClr val="000000"/>
                          </a:solidFill>
                          <a:effectLst/>
                          <a:latin typeface="+mn-lt"/>
                          <a:ea typeface="+mn-ea"/>
                          <a:cs typeface="+mn-ea"/>
                          <a:sym typeface="+mn-lt"/>
                        </a:rPr>
                        <a:t>PC</a:t>
                      </a:r>
                      <a:r>
                        <a:rPr lang="zh-CN" altLang="en-US" sz="1050" b="0" i="0">
                          <a:solidFill>
                            <a:srgbClr val="000000"/>
                          </a:solidFill>
                          <a:effectLst/>
                          <a:latin typeface="+mn-lt"/>
                          <a:ea typeface="+mn-ea"/>
                          <a:cs typeface="+mn-ea"/>
                          <a:sym typeface="+mn-lt"/>
                        </a:rPr>
                        <a:t> </a:t>
                      </a:r>
                      <a:r>
                        <a:rPr lang="en-US" altLang="zh-CN" sz="1050" b="0" i="0">
                          <a:solidFill>
                            <a:srgbClr val="000000"/>
                          </a:solidFill>
                          <a:effectLst/>
                          <a:latin typeface="+mn-lt"/>
                          <a:ea typeface="+mn-ea"/>
                          <a:cs typeface="+mn-ea"/>
                          <a:sym typeface="+mn-lt"/>
                        </a:rPr>
                        <a:t>AQM/PC PA/Server QM/IDSG QM</a:t>
                      </a:r>
                      <a:endParaRPr lang="zh-CN" altLang="en-US" sz="1050" b="0" i="0">
                        <a:solidFill>
                          <a:srgbClr val="000000"/>
                        </a:solidFill>
                        <a:effectLst/>
                        <a:latin typeface="+mn-lt"/>
                        <a:ea typeface="+mn-ea"/>
                        <a:cs typeface="+mn-ea"/>
                        <a:sym typeface="+mn-lt"/>
                      </a:endParaRPr>
                    </a:p>
                  </a:txBody>
                  <a:tcPr anchor="ctr"/>
                </a:tc>
                <a:extLst>
                  <a:ext uri="{0D108BD9-81ED-4DB2-BD59-A6C34878D82A}">
                    <a16:rowId xmlns:a16="http://schemas.microsoft.com/office/drawing/2014/main" val="2301264666"/>
                  </a:ext>
                </a:extLst>
              </a:tr>
              <a:tr h="247777">
                <a:tc vMerge="1">
                  <a:txBody>
                    <a:bodyPr/>
                    <a:lstStyle/>
                    <a:p>
                      <a:endParaRPr lang="zh-CN" altLang="en-US" sz="900"/>
                    </a:p>
                  </a:txBody>
                  <a:tcPr/>
                </a:tc>
                <a:tc>
                  <a:txBody>
                    <a:bodyPr/>
                    <a:lstStyle/>
                    <a:p>
                      <a:pPr algn="just" rtl="0" fontAlgn="base">
                        <a:lnSpc>
                          <a:spcPts val="1050"/>
                        </a:lnSpc>
                      </a:pPr>
                      <a:r>
                        <a:rPr lang="en-US" altLang="zh-CN" sz="1050" b="0" i="0">
                          <a:solidFill>
                            <a:srgbClr val="000000"/>
                          </a:solidFill>
                          <a:effectLst/>
                          <a:latin typeface="+mn-lt"/>
                          <a:ea typeface="+mn-ea"/>
                          <a:cs typeface="+mn-ea"/>
                          <a:sym typeface="+mn-lt"/>
                        </a:rPr>
                        <a:t>SQMS</a:t>
                      </a:r>
                      <a:r>
                        <a:rPr lang="zh-CN" altLang="en-US" sz="1050" b="0" i="0">
                          <a:solidFill>
                            <a:srgbClr val="000000"/>
                          </a:solidFill>
                          <a:effectLst/>
                          <a:latin typeface="+mn-lt"/>
                          <a:ea typeface="+mn-ea"/>
                          <a:cs typeface="+mn-ea"/>
                          <a:sym typeface="+mn-lt"/>
                        </a:rPr>
                        <a:t> </a:t>
                      </a:r>
                      <a:r>
                        <a:rPr lang="en-US" altLang="zh-CN" sz="1050" b="0" i="0">
                          <a:solidFill>
                            <a:srgbClr val="000000"/>
                          </a:solidFill>
                          <a:effectLst/>
                          <a:latin typeface="+mn-lt"/>
                          <a:ea typeface="+mn-ea"/>
                          <a:cs typeface="+mn-ea"/>
                          <a:sym typeface="+mn-lt"/>
                        </a:rPr>
                        <a:t>Handbook</a:t>
                      </a:r>
                      <a:endParaRPr lang="zh-CN" altLang="en-US" sz="1050" b="0" i="0">
                        <a:solidFill>
                          <a:srgbClr val="000000"/>
                        </a:solidFill>
                        <a:effectLst/>
                        <a:latin typeface="+mn-lt"/>
                        <a:ea typeface="+mn-ea"/>
                        <a:cs typeface="+mn-ea"/>
                        <a:sym typeface="+mn-lt"/>
                      </a:endParaRPr>
                    </a:p>
                  </a:txBody>
                  <a:tcPr anchor="ctr"/>
                </a:tc>
                <a:tc>
                  <a:txBody>
                    <a:bodyPr/>
                    <a:lstStyle/>
                    <a:p>
                      <a:pPr algn="just" rtl="0" fontAlgn="base">
                        <a:lnSpc>
                          <a:spcPts val="1050"/>
                        </a:lnSpc>
                      </a:pPr>
                      <a:r>
                        <a:rPr lang="en-US" altLang="zh-CN" sz="1050" b="0" i="0">
                          <a:solidFill>
                            <a:srgbClr val="000000"/>
                          </a:solidFill>
                          <a:effectLst/>
                          <a:latin typeface="+mn-lt"/>
                          <a:ea typeface="+mn-ea"/>
                          <a:cs typeface="+mn-ea"/>
                          <a:sym typeface="+mn-lt"/>
                        </a:rPr>
                        <a:t>SQE</a:t>
                      </a:r>
                      <a:endParaRPr lang="zh-CN" altLang="en-US" sz="1050" b="0" i="0">
                        <a:solidFill>
                          <a:srgbClr val="000000"/>
                        </a:solidFill>
                        <a:effectLst/>
                        <a:latin typeface="+mn-lt"/>
                        <a:ea typeface="+mn-ea"/>
                        <a:cs typeface="+mn-ea"/>
                        <a:sym typeface="+mn-lt"/>
                      </a:endParaRPr>
                    </a:p>
                  </a:txBody>
                  <a:tcPr anchor="ctr"/>
                </a:tc>
                <a:extLst>
                  <a:ext uri="{0D108BD9-81ED-4DB2-BD59-A6C34878D82A}">
                    <a16:rowId xmlns:a16="http://schemas.microsoft.com/office/drawing/2014/main" val="3331923547"/>
                  </a:ext>
                </a:extLst>
              </a:tr>
              <a:tr h="247777">
                <a:tc vMerge="1">
                  <a:txBody>
                    <a:bodyPr/>
                    <a:lstStyle/>
                    <a:p>
                      <a:endParaRPr lang="zh-CN" altLang="en-US" sz="900"/>
                    </a:p>
                  </a:txBody>
                  <a:tcPr/>
                </a:tc>
                <a:tc>
                  <a:txBody>
                    <a:bodyPr/>
                    <a:lstStyle/>
                    <a:p>
                      <a:pPr algn="just" rtl="0" fontAlgn="base">
                        <a:lnSpc>
                          <a:spcPts val="1050"/>
                        </a:lnSpc>
                      </a:pPr>
                      <a:r>
                        <a:rPr lang="en-US" altLang="zh-CN" sz="1050" b="0" i="0">
                          <a:solidFill>
                            <a:srgbClr val="000000"/>
                          </a:solidFill>
                          <a:effectLst/>
                          <a:latin typeface="+mn-lt"/>
                          <a:ea typeface="+mn-ea"/>
                          <a:cs typeface="+mn-ea"/>
                          <a:sym typeface="+mn-lt"/>
                        </a:rPr>
                        <a:t>MQMS</a:t>
                      </a:r>
                      <a:r>
                        <a:rPr lang="zh-CN" altLang="en-US" sz="1050" b="0" i="0">
                          <a:solidFill>
                            <a:srgbClr val="000000"/>
                          </a:solidFill>
                          <a:effectLst/>
                          <a:latin typeface="+mn-lt"/>
                          <a:ea typeface="+mn-ea"/>
                          <a:cs typeface="+mn-ea"/>
                          <a:sym typeface="+mn-lt"/>
                        </a:rPr>
                        <a:t> </a:t>
                      </a:r>
                      <a:r>
                        <a:rPr lang="en-US" altLang="zh-CN" sz="1050" b="0" i="0">
                          <a:solidFill>
                            <a:srgbClr val="000000"/>
                          </a:solidFill>
                          <a:effectLst/>
                          <a:latin typeface="+mn-lt"/>
                          <a:ea typeface="+mn-ea"/>
                          <a:cs typeface="+mn-ea"/>
                          <a:sym typeface="+mn-lt"/>
                        </a:rPr>
                        <a:t>Handbook</a:t>
                      </a:r>
                      <a:endParaRPr lang="zh-CN" altLang="en-US" sz="1050" b="0" i="0">
                        <a:solidFill>
                          <a:srgbClr val="000000"/>
                        </a:solidFill>
                        <a:effectLst/>
                        <a:latin typeface="+mn-lt"/>
                        <a:ea typeface="+mn-ea"/>
                        <a:cs typeface="+mn-ea"/>
                        <a:sym typeface="+mn-lt"/>
                      </a:endParaRPr>
                    </a:p>
                  </a:txBody>
                  <a:tcPr anchor="ctr"/>
                </a:tc>
                <a:tc>
                  <a:txBody>
                    <a:bodyPr/>
                    <a:lstStyle/>
                    <a:p>
                      <a:pPr algn="just" rtl="0" fontAlgn="base">
                        <a:lnSpc>
                          <a:spcPts val="1050"/>
                        </a:lnSpc>
                      </a:pPr>
                      <a:r>
                        <a:rPr lang="en-US" altLang="zh-CN" sz="1050" b="0" i="0">
                          <a:solidFill>
                            <a:srgbClr val="000000"/>
                          </a:solidFill>
                          <a:effectLst/>
                          <a:latin typeface="+mn-lt"/>
                          <a:ea typeface="+mn-ea"/>
                          <a:cs typeface="+mn-ea"/>
                          <a:sym typeface="+mn-lt"/>
                        </a:rPr>
                        <a:t>PC MQE/Server QM/IDSG QM</a:t>
                      </a:r>
                      <a:endParaRPr lang="zh-CN" altLang="en-US" sz="1050" b="0" i="0">
                        <a:solidFill>
                          <a:srgbClr val="000000"/>
                        </a:solidFill>
                        <a:effectLst/>
                        <a:latin typeface="+mn-lt"/>
                        <a:ea typeface="+mn-ea"/>
                        <a:cs typeface="+mn-ea"/>
                        <a:sym typeface="+mn-lt"/>
                      </a:endParaRPr>
                    </a:p>
                  </a:txBody>
                  <a:tcPr anchor="ctr"/>
                </a:tc>
                <a:extLst>
                  <a:ext uri="{0D108BD9-81ED-4DB2-BD59-A6C34878D82A}">
                    <a16:rowId xmlns:a16="http://schemas.microsoft.com/office/drawing/2014/main" val="891443555"/>
                  </a:ext>
                </a:extLst>
              </a:tr>
              <a:tr h="247777">
                <a:tc>
                  <a:txBody>
                    <a:bodyPr/>
                    <a:lstStyle/>
                    <a:p>
                      <a:pPr algn="ctr"/>
                      <a:r>
                        <a:rPr lang="zh-CN" altLang="en-US" sz="1050">
                          <a:latin typeface="+mn-lt"/>
                          <a:ea typeface="+mn-ea"/>
                          <a:cs typeface="+mn-ea"/>
                          <a:sym typeface="+mn-lt"/>
                        </a:rPr>
                        <a:t>端到端</a:t>
                      </a:r>
                    </a:p>
                  </a:txBody>
                  <a:tcPr anchor="ctr"/>
                </a:tc>
                <a:tc>
                  <a:txBody>
                    <a:bodyPr/>
                    <a:lstStyle/>
                    <a:p>
                      <a:pPr algn="just" rtl="0" fontAlgn="base">
                        <a:lnSpc>
                          <a:spcPts val="1050"/>
                        </a:lnSpc>
                      </a:pPr>
                      <a:r>
                        <a:rPr lang="en-US" altLang="zh-CN" sz="1050" b="0" i="0">
                          <a:solidFill>
                            <a:srgbClr val="000000"/>
                          </a:solidFill>
                          <a:effectLst/>
                          <a:latin typeface="+mn-lt"/>
                          <a:ea typeface="+mn-ea"/>
                          <a:cs typeface="+mn-ea"/>
                          <a:sym typeface="+mn-lt"/>
                        </a:rPr>
                        <a:t>One Page/Fu Pan</a:t>
                      </a:r>
                      <a:r>
                        <a:rPr lang="zh-CN" altLang="en-US" sz="1050" b="0" i="0">
                          <a:solidFill>
                            <a:srgbClr val="000000"/>
                          </a:solidFill>
                          <a:effectLst/>
                          <a:latin typeface="+mn-lt"/>
                          <a:ea typeface="+mn-ea"/>
                          <a:cs typeface="+mn-ea"/>
                          <a:sym typeface="+mn-lt"/>
                        </a:rPr>
                        <a:t>等文档</a:t>
                      </a:r>
                    </a:p>
                  </a:txBody>
                  <a:tcPr anchor="ctr"/>
                </a:tc>
                <a:tc>
                  <a:txBody>
                    <a:bodyPr/>
                    <a:lstStyle/>
                    <a:p>
                      <a:pPr algn="just" rtl="0" fontAlgn="base">
                        <a:lnSpc>
                          <a:spcPts val="1050"/>
                        </a:lnSpc>
                      </a:pPr>
                      <a:r>
                        <a:rPr lang="en-US" altLang="zh-CN" sz="1050" b="0" i="0">
                          <a:solidFill>
                            <a:srgbClr val="000000"/>
                          </a:solidFill>
                          <a:effectLst/>
                          <a:latin typeface="+mn-lt"/>
                          <a:ea typeface="+mn-ea"/>
                          <a:cs typeface="+mn-ea"/>
                          <a:sym typeface="+mn-lt"/>
                        </a:rPr>
                        <a:t>All</a:t>
                      </a:r>
                      <a:endParaRPr lang="zh-CN" altLang="en-US" sz="1050" b="0" i="0">
                        <a:solidFill>
                          <a:srgbClr val="000000"/>
                        </a:solidFill>
                        <a:effectLst/>
                        <a:latin typeface="+mn-lt"/>
                        <a:ea typeface="+mn-ea"/>
                        <a:cs typeface="+mn-ea"/>
                        <a:sym typeface="+mn-lt"/>
                      </a:endParaRPr>
                    </a:p>
                  </a:txBody>
                  <a:tcPr anchor="ctr"/>
                </a:tc>
                <a:extLst>
                  <a:ext uri="{0D108BD9-81ED-4DB2-BD59-A6C34878D82A}">
                    <a16:rowId xmlns:a16="http://schemas.microsoft.com/office/drawing/2014/main" val="645555461"/>
                  </a:ext>
                </a:extLst>
              </a:tr>
              <a:tr h="247777">
                <a:tc rowSpan="3">
                  <a:txBody>
                    <a:bodyPr/>
                    <a:lstStyle/>
                    <a:p>
                      <a:pPr algn="ctr"/>
                      <a:r>
                        <a:rPr lang="zh-CN" altLang="en-US" sz="1050">
                          <a:latin typeface="+mn-lt"/>
                          <a:ea typeface="+mn-ea"/>
                          <a:cs typeface="+mn-ea"/>
                          <a:sym typeface="+mn-lt"/>
                        </a:rPr>
                        <a:t>驱动类</a:t>
                      </a:r>
                    </a:p>
                  </a:txBody>
                  <a:tcPr anchor="ctr"/>
                </a:tc>
                <a:tc>
                  <a:txBody>
                    <a:bodyPr/>
                    <a:lstStyle/>
                    <a:p>
                      <a:pPr algn="just" rtl="0" fontAlgn="base">
                        <a:lnSpc>
                          <a:spcPts val="1050"/>
                        </a:lnSpc>
                      </a:pPr>
                      <a:r>
                        <a:rPr lang="zh-CN" altLang="en-US" sz="1050" b="0" i="0">
                          <a:solidFill>
                            <a:srgbClr val="000000"/>
                          </a:solidFill>
                          <a:effectLst/>
                          <a:latin typeface="+mn-lt"/>
                          <a:ea typeface="+mn-ea"/>
                          <a:cs typeface="+mn-ea"/>
                          <a:sym typeface="+mn-lt"/>
                        </a:rPr>
                        <a:t>工程技术驱动（</a:t>
                      </a:r>
                      <a:r>
                        <a:rPr lang="en-US" altLang="zh-CN" sz="1050" b="0" i="0">
                          <a:solidFill>
                            <a:srgbClr val="000000"/>
                          </a:solidFill>
                          <a:effectLst/>
                          <a:latin typeface="+mn-lt"/>
                          <a:ea typeface="+mn-ea"/>
                          <a:cs typeface="+mn-ea"/>
                          <a:sym typeface="+mn-lt"/>
                        </a:rPr>
                        <a:t>1285+</a:t>
                      </a:r>
                      <a:r>
                        <a:rPr lang="zh-CN" altLang="en-US" sz="1050" b="0" i="0">
                          <a:solidFill>
                            <a:srgbClr val="000000"/>
                          </a:solidFill>
                          <a:effectLst/>
                          <a:latin typeface="+mn-lt"/>
                          <a:ea typeface="+mn-ea"/>
                          <a:cs typeface="+mn-ea"/>
                          <a:sym typeface="+mn-lt"/>
                        </a:rPr>
                        <a:t>麒麟案例等</a:t>
                      </a:r>
                      <a:r>
                        <a:rPr lang="en-US" altLang="zh-CN" sz="1050" b="0" i="0">
                          <a:solidFill>
                            <a:srgbClr val="000000"/>
                          </a:solidFill>
                          <a:effectLst/>
                          <a:latin typeface="+mn-lt"/>
                          <a:ea typeface="+mn-ea"/>
                          <a:cs typeface="+mn-ea"/>
                          <a:sym typeface="+mn-lt"/>
                        </a:rPr>
                        <a:t>)</a:t>
                      </a:r>
                      <a:endParaRPr lang="zh-CN" altLang="en-US" sz="1050" b="0" i="0">
                        <a:solidFill>
                          <a:srgbClr val="000000"/>
                        </a:solidFill>
                        <a:effectLst/>
                        <a:latin typeface="+mn-lt"/>
                        <a:ea typeface="+mn-ea"/>
                        <a:cs typeface="+mn-ea"/>
                        <a:sym typeface="+mn-lt"/>
                      </a:endParaRPr>
                    </a:p>
                  </a:txBody>
                  <a:tcPr anchor="ctr"/>
                </a:tc>
                <a:tc>
                  <a:txBody>
                    <a:bodyPr/>
                    <a:lstStyle/>
                    <a:p>
                      <a:pPr algn="just" rtl="0" fontAlgn="base">
                        <a:lnSpc>
                          <a:spcPts val="1050"/>
                        </a:lnSpc>
                      </a:pPr>
                      <a:r>
                        <a:rPr lang="en-US" altLang="zh-CN" sz="1050" b="0" i="0">
                          <a:solidFill>
                            <a:srgbClr val="000000"/>
                          </a:solidFill>
                          <a:effectLst/>
                          <a:latin typeface="+mn-lt"/>
                          <a:ea typeface="+mn-ea"/>
                          <a:cs typeface="+mn-ea"/>
                          <a:sym typeface="+mn-lt"/>
                        </a:rPr>
                        <a:t>SME</a:t>
                      </a:r>
                      <a:endParaRPr lang="zh-CN" altLang="en-US" sz="1050" b="0" i="0">
                        <a:solidFill>
                          <a:srgbClr val="000000"/>
                        </a:solidFill>
                        <a:effectLst/>
                        <a:latin typeface="+mn-lt"/>
                        <a:ea typeface="+mn-ea"/>
                        <a:cs typeface="+mn-ea"/>
                        <a:sym typeface="+mn-lt"/>
                      </a:endParaRPr>
                    </a:p>
                  </a:txBody>
                  <a:tcPr anchor="ctr"/>
                </a:tc>
                <a:extLst>
                  <a:ext uri="{0D108BD9-81ED-4DB2-BD59-A6C34878D82A}">
                    <a16:rowId xmlns:a16="http://schemas.microsoft.com/office/drawing/2014/main" val="398626911"/>
                  </a:ext>
                </a:extLst>
              </a:tr>
              <a:tr h="247777">
                <a:tc vMerge="1">
                  <a:txBody>
                    <a:bodyPr/>
                    <a:lstStyle/>
                    <a:p>
                      <a:pPr algn="ctr"/>
                      <a:endParaRPr lang="zh-CN" altLang="en-US" sz="1050">
                        <a:latin typeface="+mn-lt"/>
                        <a:ea typeface="+mn-ea"/>
                        <a:cs typeface="+mn-ea"/>
                        <a:sym typeface="+mn-lt"/>
                      </a:endParaRPr>
                    </a:p>
                  </a:txBody>
                  <a:tcPr anchor="ctr"/>
                </a:tc>
                <a:tc>
                  <a:txBody>
                    <a:bodyPr/>
                    <a:lstStyle/>
                    <a:p>
                      <a:pPr algn="just" rtl="0" fontAlgn="base">
                        <a:lnSpc>
                          <a:spcPts val="1050"/>
                        </a:lnSpc>
                      </a:pPr>
                      <a:r>
                        <a:rPr lang="zh-CN" altLang="en-US" sz="1050" b="0" i="0">
                          <a:solidFill>
                            <a:srgbClr val="000000"/>
                          </a:solidFill>
                          <a:effectLst/>
                          <a:latin typeface="+mn-lt"/>
                          <a:ea typeface="+mn-ea"/>
                          <a:cs typeface="+mn-ea"/>
                          <a:sym typeface="+mn-lt"/>
                        </a:rPr>
                        <a:t>组织人才驱动相关资料</a:t>
                      </a:r>
                    </a:p>
                  </a:txBody>
                  <a:tcPr anchor="ctr"/>
                </a:tc>
                <a:tc>
                  <a:txBody>
                    <a:bodyPr/>
                    <a:lstStyle/>
                    <a:p>
                      <a:pPr algn="just" rtl="0" fontAlgn="base">
                        <a:lnSpc>
                          <a:spcPts val="1050"/>
                        </a:lnSpc>
                      </a:pPr>
                      <a:r>
                        <a:rPr lang="en-US" altLang="zh-CN" sz="1050" b="0" i="0">
                          <a:solidFill>
                            <a:srgbClr val="000000"/>
                          </a:solidFill>
                          <a:effectLst/>
                          <a:latin typeface="+mn-lt"/>
                          <a:ea typeface="+mn-ea"/>
                          <a:cs typeface="+mn-ea"/>
                          <a:sym typeface="+mn-lt"/>
                        </a:rPr>
                        <a:t>S&amp;O</a:t>
                      </a:r>
                      <a:endParaRPr lang="zh-CN" altLang="en-US" sz="1050" b="0" i="0">
                        <a:solidFill>
                          <a:srgbClr val="000000"/>
                        </a:solidFill>
                        <a:effectLst/>
                        <a:latin typeface="+mn-lt"/>
                        <a:ea typeface="+mn-ea"/>
                        <a:cs typeface="+mn-ea"/>
                        <a:sym typeface="+mn-lt"/>
                      </a:endParaRPr>
                    </a:p>
                  </a:txBody>
                  <a:tcPr anchor="ctr"/>
                </a:tc>
                <a:extLst>
                  <a:ext uri="{0D108BD9-81ED-4DB2-BD59-A6C34878D82A}">
                    <a16:rowId xmlns:a16="http://schemas.microsoft.com/office/drawing/2014/main" val="3556640962"/>
                  </a:ext>
                </a:extLst>
              </a:tr>
              <a:tr h="247777">
                <a:tc vMerge="1">
                  <a:txBody>
                    <a:bodyPr/>
                    <a:lstStyle/>
                    <a:p>
                      <a:pPr algn="ctr"/>
                      <a:endParaRPr lang="zh-CN" altLang="en-US" sz="1050">
                        <a:latin typeface="+mn-lt"/>
                        <a:ea typeface="+mn-ea"/>
                        <a:cs typeface="+mn-ea"/>
                        <a:sym typeface="+mn-lt"/>
                      </a:endParaRPr>
                    </a:p>
                  </a:txBody>
                  <a:tcPr anchor="ctr"/>
                </a:tc>
                <a:tc>
                  <a:txBody>
                    <a:bodyPr/>
                    <a:lstStyle/>
                    <a:p>
                      <a:pPr algn="just" rtl="0" fontAlgn="base">
                        <a:lnSpc>
                          <a:spcPts val="1050"/>
                        </a:lnSpc>
                      </a:pPr>
                      <a:r>
                        <a:rPr lang="zh-CN" altLang="en-US" sz="1050" b="0" i="0">
                          <a:solidFill>
                            <a:srgbClr val="000000"/>
                          </a:solidFill>
                          <a:effectLst/>
                          <a:latin typeface="+mn-lt"/>
                          <a:ea typeface="+mn-ea"/>
                          <a:cs typeface="+mn-ea"/>
                          <a:sym typeface="+mn-lt"/>
                        </a:rPr>
                        <a:t>文化驱动相关资料</a:t>
                      </a:r>
                    </a:p>
                  </a:txBody>
                  <a:tcPr anchor="ctr"/>
                </a:tc>
                <a:tc>
                  <a:txBody>
                    <a:bodyPr/>
                    <a:lstStyle/>
                    <a:p>
                      <a:pPr algn="just" rtl="0" fontAlgn="base">
                        <a:lnSpc>
                          <a:spcPts val="1050"/>
                        </a:lnSpc>
                      </a:pPr>
                      <a:r>
                        <a:rPr lang="en-US" altLang="zh-CN" sz="1050" b="0" i="0">
                          <a:solidFill>
                            <a:srgbClr val="000000"/>
                          </a:solidFill>
                          <a:effectLst/>
                          <a:latin typeface="+mn-lt"/>
                          <a:ea typeface="+mn-ea"/>
                          <a:cs typeface="+mn-ea"/>
                          <a:sym typeface="+mn-lt"/>
                        </a:rPr>
                        <a:t>S&amp;O</a:t>
                      </a:r>
                      <a:endParaRPr lang="zh-CN" altLang="en-US" sz="1050" b="0" i="0">
                        <a:solidFill>
                          <a:srgbClr val="000000"/>
                        </a:solidFill>
                        <a:effectLst/>
                        <a:latin typeface="+mn-lt"/>
                        <a:ea typeface="+mn-ea"/>
                        <a:cs typeface="+mn-ea"/>
                        <a:sym typeface="+mn-lt"/>
                      </a:endParaRPr>
                    </a:p>
                  </a:txBody>
                  <a:tcPr anchor="ctr"/>
                </a:tc>
                <a:extLst>
                  <a:ext uri="{0D108BD9-81ED-4DB2-BD59-A6C34878D82A}">
                    <a16:rowId xmlns:a16="http://schemas.microsoft.com/office/drawing/2014/main" val="1376791868"/>
                  </a:ext>
                </a:extLst>
              </a:tr>
              <a:tr h="247777">
                <a:tc rowSpan="4">
                  <a:txBody>
                    <a:bodyPr/>
                    <a:lstStyle/>
                    <a:p>
                      <a:pPr algn="ctr"/>
                      <a:r>
                        <a:rPr lang="zh-CN" altLang="en-US" sz="1050">
                          <a:latin typeface="+mn-lt"/>
                          <a:ea typeface="+mn-ea"/>
                          <a:cs typeface="+mn-ea"/>
                          <a:sym typeface="+mn-lt"/>
                        </a:rPr>
                        <a:t>体系类</a:t>
                      </a:r>
                    </a:p>
                  </a:txBody>
                  <a:tcPr anchor="ctr"/>
                </a:tc>
                <a:tc>
                  <a:txBody>
                    <a:bodyPr/>
                    <a:lstStyle/>
                    <a:p>
                      <a:pPr algn="just" rtl="0" fontAlgn="base">
                        <a:lnSpc>
                          <a:spcPts val="1050"/>
                        </a:lnSpc>
                      </a:pPr>
                      <a:r>
                        <a:rPr lang="zh-CN" altLang="en-US" sz="1050" b="0" i="0">
                          <a:solidFill>
                            <a:srgbClr val="000000"/>
                          </a:solidFill>
                          <a:effectLst/>
                          <a:latin typeface="+mn-lt"/>
                          <a:ea typeface="+mn-ea"/>
                          <a:cs typeface="+mn-ea"/>
                          <a:sym typeface="+mn-lt"/>
                        </a:rPr>
                        <a:t>质量管理体系</a:t>
                      </a:r>
                    </a:p>
                  </a:txBody>
                  <a:tcPr anchor="ctr"/>
                </a:tc>
                <a:tc>
                  <a:txBody>
                    <a:bodyPr/>
                    <a:lstStyle/>
                    <a:p>
                      <a:pPr algn="just" rtl="0" fontAlgn="base">
                        <a:lnSpc>
                          <a:spcPts val="1050"/>
                        </a:lnSpc>
                      </a:pPr>
                      <a:r>
                        <a:rPr lang="en-US" altLang="zh-CN" sz="1050" b="0" i="0">
                          <a:solidFill>
                            <a:srgbClr val="000000"/>
                          </a:solidFill>
                          <a:effectLst/>
                          <a:latin typeface="+mn-lt"/>
                          <a:ea typeface="+mn-ea"/>
                          <a:cs typeface="+mn-ea"/>
                          <a:sym typeface="+mn-lt"/>
                        </a:rPr>
                        <a:t>QS</a:t>
                      </a:r>
                      <a:endParaRPr lang="zh-CN" altLang="en-US" sz="1050" b="0" i="0">
                        <a:solidFill>
                          <a:srgbClr val="000000"/>
                        </a:solidFill>
                        <a:effectLst/>
                        <a:latin typeface="+mn-lt"/>
                        <a:ea typeface="+mn-ea"/>
                        <a:cs typeface="+mn-ea"/>
                        <a:sym typeface="+mn-lt"/>
                      </a:endParaRPr>
                    </a:p>
                  </a:txBody>
                  <a:tcPr anchor="ctr"/>
                </a:tc>
                <a:extLst>
                  <a:ext uri="{0D108BD9-81ED-4DB2-BD59-A6C34878D82A}">
                    <a16:rowId xmlns:a16="http://schemas.microsoft.com/office/drawing/2014/main" val="1828585859"/>
                  </a:ext>
                </a:extLst>
              </a:tr>
              <a:tr h="247777">
                <a:tc vMerge="1">
                  <a:txBody>
                    <a:bodyPr/>
                    <a:lstStyle/>
                    <a:p>
                      <a:endParaRPr lang="zh-CN" altLang="en-US" sz="900"/>
                    </a:p>
                  </a:txBody>
                  <a:tcPr anchor="ctr"/>
                </a:tc>
                <a:tc>
                  <a:txBody>
                    <a:bodyPr/>
                    <a:lstStyle/>
                    <a:p>
                      <a:pPr algn="just" rtl="0" fontAlgn="base">
                        <a:lnSpc>
                          <a:spcPts val="1050"/>
                        </a:lnSpc>
                      </a:pPr>
                      <a:r>
                        <a:rPr lang="zh-CN" altLang="en-US" sz="1050" b="0" i="0">
                          <a:solidFill>
                            <a:srgbClr val="000000"/>
                          </a:solidFill>
                          <a:effectLst/>
                          <a:latin typeface="+mn-lt"/>
                          <a:ea typeface="+mn-ea"/>
                          <a:cs typeface="+mn-ea"/>
                          <a:sym typeface="+mn-lt"/>
                        </a:rPr>
                        <a:t>质量标准体系</a:t>
                      </a:r>
                    </a:p>
                  </a:txBody>
                  <a:tcPr anchor="ctr"/>
                </a:tc>
                <a:tc>
                  <a:txBody>
                    <a:bodyPr/>
                    <a:lstStyle/>
                    <a:p>
                      <a:pPr algn="just" rtl="0" fontAlgn="base">
                        <a:lnSpc>
                          <a:spcPts val="1050"/>
                        </a:lnSpc>
                      </a:pPr>
                      <a:r>
                        <a:rPr lang="en-US" altLang="zh-CN" sz="1050" b="0" i="0">
                          <a:solidFill>
                            <a:srgbClr val="000000"/>
                          </a:solidFill>
                          <a:effectLst/>
                          <a:latin typeface="+mn-lt"/>
                          <a:ea typeface="+mn-ea"/>
                          <a:cs typeface="+mn-ea"/>
                          <a:sym typeface="+mn-lt"/>
                        </a:rPr>
                        <a:t>QS</a:t>
                      </a:r>
                      <a:endParaRPr lang="zh-CN" altLang="en-US" sz="1050" b="0" i="0">
                        <a:solidFill>
                          <a:srgbClr val="000000"/>
                        </a:solidFill>
                        <a:effectLst/>
                        <a:latin typeface="+mn-lt"/>
                        <a:ea typeface="+mn-ea"/>
                        <a:cs typeface="+mn-ea"/>
                        <a:sym typeface="+mn-lt"/>
                      </a:endParaRPr>
                    </a:p>
                  </a:txBody>
                  <a:tcPr anchor="ctr"/>
                </a:tc>
                <a:extLst>
                  <a:ext uri="{0D108BD9-81ED-4DB2-BD59-A6C34878D82A}">
                    <a16:rowId xmlns:a16="http://schemas.microsoft.com/office/drawing/2014/main" val="1561724483"/>
                  </a:ext>
                </a:extLst>
              </a:tr>
              <a:tr h="247777">
                <a:tc vMerge="1">
                  <a:txBody>
                    <a:bodyPr/>
                    <a:lstStyle/>
                    <a:p>
                      <a:endParaRPr lang="zh-CN" altLang="en-US"/>
                    </a:p>
                  </a:txBody>
                  <a:tcPr/>
                </a:tc>
                <a:tc>
                  <a:txBody>
                    <a:bodyPr/>
                    <a:lstStyle/>
                    <a:p>
                      <a:pPr algn="just" rtl="0" fontAlgn="base">
                        <a:lnSpc>
                          <a:spcPts val="1050"/>
                        </a:lnSpc>
                      </a:pPr>
                      <a:r>
                        <a:rPr lang="zh-CN" altLang="en-US" sz="1050" b="0" i="0">
                          <a:solidFill>
                            <a:srgbClr val="000000"/>
                          </a:solidFill>
                          <a:effectLst/>
                          <a:latin typeface="+mn-lt"/>
                          <a:ea typeface="+mn-ea"/>
                          <a:cs typeface="+mn-ea"/>
                          <a:sym typeface="+mn-lt"/>
                        </a:rPr>
                        <a:t>流程标准体系</a:t>
                      </a:r>
                    </a:p>
                  </a:txBody>
                  <a:tcPr anchor="ctr"/>
                </a:tc>
                <a:tc>
                  <a:txBody>
                    <a:bodyPr/>
                    <a:lstStyle/>
                    <a:p>
                      <a:pPr algn="just" rtl="0" fontAlgn="base">
                        <a:lnSpc>
                          <a:spcPts val="1050"/>
                        </a:lnSpc>
                      </a:pPr>
                      <a:r>
                        <a:rPr lang="en-US" altLang="zh-CN" sz="1050" b="0" i="0">
                          <a:solidFill>
                            <a:srgbClr val="000000"/>
                          </a:solidFill>
                          <a:effectLst/>
                          <a:latin typeface="+mn-lt"/>
                          <a:ea typeface="+mn-ea"/>
                          <a:cs typeface="+mn-ea"/>
                          <a:sym typeface="+mn-lt"/>
                        </a:rPr>
                        <a:t>QS</a:t>
                      </a:r>
                      <a:endParaRPr lang="zh-CN" altLang="en-US" sz="1050" b="0" i="0">
                        <a:solidFill>
                          <a:srgbClr val="000000"/>
                        </a:solidFill>
                        <a:effectLst/>
                        <a:latin typeface="+mn-lt"/>
                        <a:ea typeface="+mn-ea"/>
                        <a:cs typeface="+mn-ea"/>
                        <a:sym typeface="+mn-lt"/>
                      </a:endParaRPr>
                    </a:p>
                  </a:txBody>
                  <a:tcPr anchor="ctr"/>
                </a:tc>
                <a:extLst>
                  <a:ext uri="{0D108BD9-81ED-4DB2-BD59-A6C34878D82A}">
                    <a16:rowId xmlns:a16="http://schemas.microsoft.com/office/drawing/2014/main" val="2441103305"/>
                  </a:ext>
                </a:extLst>
              </a:tr>
              <a:tr h="247777">
                <a:tc vMerge="1">
                  <a:txBody>
                    <a:bodyPr/>
                    <a:lstStyle/>
                    <a:p>
                      <a:endParaRPr lang="zh-CN" altLang="en-US" sz="900"/>
                    </a:p>
                  </a:txBody>
                  <a:tcPr anchor="ctr"/>
                </a:tc>
                <a:tc>
                  <a:txBody>
                    <a:bodyPr/>
                    <a:lstStyle/>
                    <a:p>
                      <a:pPr algn="just" rtl="0" fontAlgn="base">
                        <a:lnSpc>
                          <a:spcPts val="1050"/>
                        </a:lnSpc>
                      </a:pPr>
                      <a:r>
                        <a:rPr lang="zh-CN" altLang="en-US" sz="1050" b="0" i="0">
                          <a:solidFill>
                            <a:srgbClr val="000000"/>
                          </a:solidFill>
                          <a:effectLst/>
                          <a:latin typeface="+mn-lt"/>
                          <a:ea typeface="+mn-ea"/>
                          <a:cs typeface="+mn-ea"/>
                          <a:sym typeface="+mn-lt"/>
                        </a:rPr>
                        <a:t>质量执行体系</a:t>
                      </a:r>
                    </a:p>
                  </a:txBody>
                  <a:tcPr anchor="ctr"/>
                </a:tc>
                <a:tc>
                  <a:txBody>
                    <a:bodyPr/>
                    <a:lstStyle/>
                    <a:p>
                      <a:pPr algn="just" rtl="0" fontAlgn="base">
                        <a:lnSpc>
                          <a:spcPts val="1050"/>
                        </a:lnSpc>
                      </a:pPr>
                      <a:r>
                        <a:rPr lang="en-US" altLang="zh-CN" sz="1050" b="0" i="0">
                          <a:solidFill>
                            <a:srgbClr val="000000"/>
                          </a:solidFill>
                          <a:effectLst/>
                          <a:latin typeface="+mn-lt"/>
                          <a:ea typeface="+mn-ea"/>
                          <a:cs typeface="+mn-ea"/>
                          <a:sym typeface="+mn-lt"/>
                        </a:rPr>
                        <a:t>QS</a:t>
                      </a:r>
                      <a:endParaRPr lang="zh-CN" altLang="en-US" sz="1050" b="0" i="0">
                        <a:solidFill>
                          <a:srgbClr val="000000"/>
                        </a:solidFill>
                        <a:effectLst/>
                        <a:latin typeface="+mn-lt"/>
                        <a:ea typeface="+mn-ea"/>
                        <a:cs typeface="+mn-ea"/>
                        <a:sym typeface="+mn-lt"/>
                      </a:endParaRPr>
                    </a:p>
                  </a:txBody>
                  <a:tcPr anchor="ctr"/>
                </a:tc>
                <a:extLst>
                  <a:ext uri="{0D108BD9-81ED-4DB2-BD59-A6C34878D82A}">
                    <a16:rowId xmlns:a16="http://schemas.microsoft.com/office/drawing/2014/main" val="3492570991"/>
                  </a:ext>
                </a:extLst>
              </a:tr>
              <a:tr h="247777">
                <a:tc rowSpan="5">
                  <a:txBody>
                    <a:bodyPr/>
                    <a:lstStyle/>
                    <a:p>
                      <a:pPr algn="ctr"/>
                      <a:r>
                        <a:rPr lang="zh-CN" altLang="en-US" sz="1050">
                          <a:latin typeface="+mn-lt"/>
                          <a:ea typeface="+mn-ea"/>
                          <a:cs typeface="+mn-ea"/>
                          <a:sym typeface="+mn-lt"/>
                        </a:rPr>
                        <a:t>流程类</a:t>
                      </a:r>
                    </a:p>
                  </a:txBody>
                  <a:tcPr anchor="ctr"/>
                </a:tc>
                <a:tc>
                  <a:txBody>
                    <a:bodyPr/>
                    <a:lstStyle/>
                    <a:p>
                      <a:pPr algn="just" rtl="0" fontAlgn="base">
                        <a:lnSpc>
                          <a:spcPts val="1050"/>
                        </a:lnSpc>
                      </a:pPr>
                      <a:r>
                        <a:rPr lang="zh-CN" altLang="en-US" sz="1050" b="0" i="0">
                          <a:solidFill>
                            <a:srgbClr val="000000"/>
                          </a:solidFill>
                          <a:effectLst/>
                          <a:latin typeface="+mn-lt"/>
                          <a:ea typeface="+mn-ea"/>
                          <a:cs typeface="+mn-ea"/>
                          <a:sym typeface="+mn-lt"/>
                        </a:rPr>
                        <a:t>客户满意质量管理类流程</a:t>
                      </a:r>
                      <a:r>
                        <a:rPr lang="en-US" altLang="zh-CN" sz="1050" b="0" i="0">
                          <a:solidFill>
                            <a:srgbClr val="000000"/>
                          </a:solidFill>
                          <a:effectLst/>
                          <a:latin typeface="+mn-lt"/>
                          <a:ea typeface="+mn-ea"/>
                          <a:cs typeface="+mn-ea"/>
                          <a:sym typeface="+mn-lt"/>
                        </a:rPr>
                        <a:t>(RMA</a:t>
                      </a:r>
                      <a:r>
                        <a:rPr lang="zh-CN" altLang="en-US" sz="1050" b="0" i="0">
                          <a:solidFill>
                            <a:srgbClr val="000000"/>
                          </a:solidFill>
                          <a:effectLst/>
                          <a:latin typeface="+mn-lt"/>
                          <a:ea typeface="+mn-ea"/>
                          <a:cs typeface="+mn-ea"/>
                          <a:sym typeface="+mn-lt"/>
                        </a:rPr>
                        <a:t>等</a:t>
                      </a:r>
                      <a:r>
                        <a:rPr lang="en-US" altLang="zh-CN" sz="1050" b="0" i="0">
                          <a:solidFill>
                            <a:srgbClr val="000000"/>
                          </a:solidFill>
                          <a:effectLst/>
                          <a:latin typeface="+mn-lt"/>
                          <a:ea typeface="+mn-ea"/>
                          <a:cs typeface="+mn-ea"/>
                          <a:sym typeface="+mn-lt"/>
                        </a:rPr>
                        <a:t>)</a:t>
                      </a:r>
                      <a:endParaRPr lang="zh-CN" altLang="en-US" sz="1050" b="0" i="0">
                        <a:solidFill>
                          <a:srgbClr val="000000"/>
                        </a:solidFill>
                        <a:effectLst/>
                        <a:latin typeface="+mn-lt"/>
                        <a:ea typeface="+mn-ea"/>
                        <a:cs typeface="+mn-ea"/>
                        <a:sym typeface="+mn-lt"/>
                      </a:endParaRPr>
                    </a:p>
                  </a:txBody>
                  <a:tcPr anchor="ctr"/>
                </a:tc>
                <a:tc>
                  <a:txBody>
                    <a:bodyPr/>
                    <a:lstStyle/>
                    <a:p>
                      <a:pPr algn="just" rtl="0" fontAlgn="base">
                        <a:lnSpc>
                          <a:spcPts val="1050"/>
                        </a:lnSpc>
                      </a:pPr>
                      <a:r>
                        <a:rPr lang="en-US" altLang="zh-CN" sz="1050" b="0" i="0">
                          <a:solidFill>
                            <a:srgbClr val="000000"/>
                          </a:solidFill>
                          <a:effectLst/>
                          <a:latin typeface="+mn-lt"/>
                          <a:ea typeface="+mn-ea"/>
                          <a:cs typeface="+mn-ea"/>
                          <a:sym typeface="+mn-lt"/>
                        </a:rPr>
                        <a:t>PC</a:t>
                      </a:r>
                      <a:r>
                        <a:rPr lang="zh-CN" altLang="en-US" sz="1050" b="0" i="0">
                          <a:solidFill>
                            <a:srgbClr val="000000"/>
                          </a:solidFill>
                          <a:effectLst/>
                          <a:latin typeface="+mn-lt"/>
                          <a:ea typeface="+mn-ea"/>
                          <a:cs typeface="+mn-ea"/>
                          <a:sym typeface="+mn-lt"/>
                        </a:rPr>
                        <a:t> </a:t>
                      </a:r>
                      <a:r>
                        <a:rPr lang="en-US" altLang="zh-CN" sz="1050" b="0" i="0">
                          <a:solidFill>
                            <a:srgbClr val="000000"/>
                          </a:solidFill>
                          <a:effectLst/>
                          <a:latin typeface="+mn-lt"/>
                          <a:ea typeface="+mn-ea"/>
                          <a:cs typeface="+mn-ea"/>
                          <a:sym typeface="+mn-lt"/>
                        </a:rPr>
                        <a:t>AQM/Server QM/IDSG QM</a:t>
                      </a:r>
                      <a:endParaRPr lang="zh-CN" altLang="en-US" sz="1050" b="0" i="0">
                        <a:solidFill>
                          <a:srgbClr val="000000"/>
                        </a:solidFill>
                        <a:effectLst/>
                        <a:latin typeface="+mn-lt"/>
                        <a:ea typeface="+mn-ea"/>
                        <a:cs typeface="+mn-ea"/>
                        <a:sym typeface="+mn-lt"/>
                      </a:endParaRPr>
                    </a:p>
                  </a:txBody>
                  <a:tcPr anchor="ctr"/>
                </a:tc>
                <a:extLst>
                  <a:ext uri="{0D108BD9-81ED-4DB2-BD59-A6C34878D82A}">
                    <a16:rowId xmlns:a16="http://schemas.microsoft.com/office/drawing/2014/main" val="4093993217"/>
                  </a:ext>
                </a:extLst>
              </a:tr>
              <a:tr h="247777">
                <a:tc vMerge="1">
                  <a:txBody>
                    <a:bodyPr/>
                    <a:lstStyle/>
                    <a:p>
                      <a:endParaRPr lang="zh-CN" altLang="en-US" sz="900"/>
                    </a:p>
                  </a:txBody>
                  <a:tcPr/>
                </a:tc>
                <a:tc>
                  <a:txBody>
                    <a:bodyPr/>
                    <a:lstStyle/>
                    <a:p>
                      <a:pPr algn="just" rtl="0" fontAlgn="base">
                        <a:lnSpc>
                          <a:spcPts val="1050"/>
                        </a:lnSpc>
                      </a:pPr>
                      <a:r>
                        <a:rPr lang="zh-CN" altLang="en-US" sz="1050" b="0" i="0">
                          <a:solidFill>
                            <a:srgbClr val="000000"/>
                          </a:solidFill>
                          <a:effectLst/>
                          <a:latin typeface="+mn-lt"/>
                          <a:ea typeface="+mn-ea"/>
                          <a:cs typeface="+mn-ea"/>
                          <a:sym typeface="+mn-lt"/>
                        </a:rPr>
                        <a:t>产品生命周期质量管理类流程</a:t>
                      </a:r>
                      <a:r>
                        <a:rPr lang="en-US" altLang="zh-CN" sz="1050" b="0" i="0">
                          <a:solidFill>
                            <a:srgbClr val="000000"/>
                          </a:solidFill>
                          <a:effectLst/>
                          <a:latin typeface="+mn-lt"/>
                          <a:ea typeface="+mn-ea"/>
                          <a:cs typeface="+mn-ea"/>
                          <a:sym typeface="+mn-lt"/>
                        </a:rPr>
                        <a:t>(TR</a:t>
                      </a:r>
                      <a:r>
                        <a:rPr lang="zh-CN" altLang="en-US" sz="1050" b="0" i="0">
                          <a:solidFill>
                            <a:srgbClr val="000000"/>
                          </a:solidFill>
                          <a:effectLst/>
                          <a:latin typeface="+mn-lt"/>
                          <a:ea typeface="+mn-ea"/>
                          <a:cs typeface="+mn-ea"/>
                          <a:sym typeface="+mn-lt"/>
                        </a:rPr>
                        <a:t>等</a:t>
                      </a:r>
                      <a:r>
                        <a:rPr lang="en-US" altLang="zh-CN" sz="1050" b="0" i="0">
                          <a:solidFill>
                            <a:srgbClr val="000000"/>
                          </a:solidFill>
                          <a:effectLst/>
                          <a:latin typeface="+mn-lt"/>
                          <a:ea typeface="+mn-ea"/>
                          <a:cs typeface="+mn-ea"/>
                          <a:sym typeface="+mn-lt"/>
                        </a:rPr>
                        <a:t>)</a:t>
                      </a:r>
                      <a:endParaRPr lang="zh-CN" altLang="en-US" sz="1050" b="0" i="0">
                        <a:solidFill>
                          <a:srgbClr val="000000"/>
                        </a:solidFill>
                        <a:effectLst/>
                        <a:latin typeface="+mn-lt"/>
                        <a:ea typeface="+mn-ea"/>
                        <a:cs typeface="+mn-ea"/>
                        <a:sym typeface="+mn-lt"/>
                      </a:endParaRPr>
                    </a:p>
                  </a:txBody>
                  <a:tcPr anchor="ctr"/>
                </a:tc>
                <a:tc>
                  <a:txBody>
                    <a:bodyPr/>
                    <a:lstStyle/>
                    <a:p>
                      <a:pPr algn="just" rtl="0" fontAlgn="base">
                        <a:lnSpc>
                          <a:spcPts val="1050"/>
                        </a:lnSpc>
                      </a:pPr>
                      <a:r>
                        <a:rPr lang="en-US" altLang="zh-CN" sz="1050" b="0" i="0">
                          <a:solidFill>
                            <a:srgbClr val="000000"/>
                          </a:solidFill>
                          <a:effectLst/>
                          <a:latin typeface="+mn-lt"/>
                          <a:ea typeface="+mn-ea"/>
                          <a:cs typeface="+mn-ea"/>
                          <a:sym typeface="+mn-lt"/>
                        </a:rPr>
                        <a:t>PC</a:t>
                      </a:r>
                      <a:r>
                        <a:rPr lang="zh-CN" altLang="en-US" sz="1050" b="0" i="0">
                          <a:solidFill>
                            <a:srgbClr val="000000"/>
                          </a:solidFill>
                          <a:effectLst/>
                          <a:latin typeface="+mn-lt"/>
                          <a:ea typeface="+mn-ea"/>
                          <a:cs typeface="+mn-ea"/>
                          <a:sym typeface="+mn-lt"/>
                        </a:rPr>
                        <a:t> </a:t>
                      </a:r>
                      <a:r>
                        <a:rPr lang="en-US" altLang="zh-CN" sz="1050" b="0" i="0">
                          <a:solidFill>
                            <a:srgbClr val="000000"/>
                          </a:solidFill>
                          <a:effectLst/>
                          <a:latin typeface="+mn-lt"/>
                          <a:ea typeface="+mn-ea"/>
                          <a:cs typeface="+mn-ea"/>
                          <a:sym typeface="+mn-lt"/>
                        </a:rPr>
                        <a:t>AQM/PC PA/Server QM/IDSG QM</a:t>
                      </a:r>
                      <a:endParaRPr lang="zh-CN" altLang="en-US" sz="1050" b="0" i="0">
                        <a:solidFill>
                          <a:srgbClr val="000000"/>
                        </a:solidFill>
                        <a:effectLst/>
                        <a:latin typeface="+mn-lt"/>
                        <a:ea typeface="+mn-ea"/>
                        <a:cs typeface="+mn-ea"/>
                        <a:sym typeface="+mn-lt"/>
                      </a:endParaRPr>
                    </a:p>
                  </a:txBody>
                  <a:tcPr anchor="ctr"/>
                </a:tc>
                <a:extLst>
                  <a:ext uri="{0D108BD9-81ED-4DB2-BD59-A6C34878D82A}">
                    <a16:rowId xmlns:a16="http://schemas.microsoft.com/office/drawing/2014/main" val="3685286003"/>
                  </a:ext>
                </a:extLst>
              </a:tr>
              <a:tr h="241511">
                <a:tc vMerge="1">
                  <a:txBody>
                    <a:bodyPr/>
                    <a:lstStyle/>
                    <a:p>
                      <a:endParaRPr lang="zh-CN" altLang="en-US" sz="900"/>
                    </a:p>
                  </a:txBody>
                  <a:tcPr/>
                </a:tc>
                <a:tc>
                  <a:txBody>
                    <a:bodyPr/>
                    <a:lstStyle/>
                    <a:p>
                      <a:pPr algn="just" rtl="0" fontAlgn="base">
                        <a:lnSpc>
                          <a:spcPts val="1050"/>
                        </a:lnSpc>
                      </a:pPr>
                      <a:r>
                        <a:rPr lang="zh-CN" altLang="en-US" sz="1050" b="0" i="0">
                          <a:solidFill>
                            <a:srgbClr val="000000"/>
                          </a:solidFill>
                          <a:effectLst/>
                          <a:latin typeface="+mn-lt"/>
                          <a:ea typeface="+mn-ea"/>
                          <a:cs typeface="+mn-ea"/>
                          <a:sym typeface="+mn-lt"/>
                        </a:rPr>
                        <a:t>供应商质量管理类流程</a:t>
                      </a:r>
                      <a:r>
                        <a:rPr lang="en-US" altLang="zh-CN" sz="1050" b="0" i="0">
                          <a:solidFill>
                            <a:srgbClr val="000000"/>
                          </a:solidFill>
                          <a:effectLst/>
                          <a:latin typeface="+mn-lt"/>
                          <a:ea typeface="+mn-ea"/>
                          <a:cs typeface="+mn-ea"/>
                          <a:sym typeface="+mn-lt"/>
                        </a:rPr>
                        <a:t>(APQP&amp;PPAP</a:t>
                      </a:r>
                      <a:r>
                        <a:rPr lang="zh-CN" altLang="en-US" sz="1050" b="0" i="0">
                          <a:solidFill>
                            <a:srgbClr val="000000"/>
                          </a:solidFill>
                          <a:effectLst/>
                          <a:latin typeface="+mn-lt"/>
                          <a:ea typeface="+mn-ea"/>
                          <a:cs typeface="+mn-ea"/>
                          <a:sym typeface="+mn-lt"/>
                        </a:rPr>
                        <a:t>等</a:t>
                      </a:r>
                      <a:r>
                        <a:rPr lang="en-US" altLang="zh-CN" sz="1050" b="0" i="0">
                          <a:solidFill>
                            <a:srgbClr val="000000"/>
                          </a:solidFill>
                          <a:effectLst/>
                          <a:latin typeface="+mn-lt"/>
                          <a:ea typeface="+mn-ea"/>
                          <a:cs typeface="+mn-ea"/>
                          <a:sym typeface="+mn-lt"/>
                        </a:rPr>
                        <a:t>)</a:t>
                      </a:r>
                      <a:endParaRPr lang="zh-CN" altLang="en-US" sz="1050" b="0" i="0">
                        <a:solidFill>
                          <a:srgbClr val="000000"/>
                        </a:solidFill>
                        <a:effectLst/>
                        <a:latin typeface="+mn-lt"/>
                        <a:ea typeface="+mn-ea"/>
                        <a:cs typeface="+mn-ea"/>
                        <a:sym typeface="+mn-lt"/>
                      </a:endParaRPr>
                    </a:p>
                  </a:txBody>
                  <a:tcPr anchor="ctr"/>
                </a:tc>
                <a:tc>
                  <a:txBody>
                    <a:bodyPr/>
                    <a:lstStyle/>
                    <a:p>
                      <a:pPr algn="just" rtl="0" fontAlgn="base">
                        <a:lnSpc>
                          <a:spcPts val="1050"/>
                        </a:lnSpc>
                      </a:pPr>
                      <a:r>
                        <a:rPr lang="en-US" altLang="zh-CN" sz="1050" b="0" i="0">
                          <a:solidFill>
                            <a:srgbClr val="000000"/>
                          </a:solidFill>
                          <a:effectLst/>
                          <a:latin typeface="+mn-lt"/>
                          <a:ea typeface="+mn-ea"/>
                          <a:cs typeface="+mn-ea"/>
                          <a:sym typeface="+mn-lt"/>
                        </a:rPr>
                        <a:t>SQE</a:t>
                      </a:r>
                      <a:endParaRPr lang="zh-CN" altLang="en-US" sz="1050" b="0" i="0">
                        <a:solidFill>
                          <a:srgbClr val="000000"/>
                        </a:solidFill>
                        <a:effectLst/>
                        <a:latin typeface="+mn-lt"/>
                        <a:ea typeface="+mn-ea"/>
                        <a:cs typeface="+mn-ea"/>
                        <a:sym typeface="+mn-lt"/>
                      </a:endParaRPr>
                    </a:p>
                  </a:txBody>
                  <a:tcPr anchor="ctr"/>
                </a:tc>
                <a:extLst>
                  <a:ext uri="{0D108BD9-81ED-4DB2-BD59-A6C34878D82A}">
                    <a16:rowId xmlns:a16="http://schemas.microsoft.com/office/drawing/2014/main" val="4027741361"/>
                  </a:ext>
                </a:extLst>
              </a:tr>
              <a:tr h="247777">
                <a:tc vMerge="1">
                  <a:txBody>
                    <a:bodyPr/>
                    <a:lstStyle/>
                    <a:p>
                      <a:endParaRPr lang="zh-CN" altLang="en-US" sz="900"/>
                    </a:p>
                  </a:txBody>
                  <a:tcPr/>
                </a:tc>
                <a:tc>
                  <a:txBody>
                    <a:bodyPr/>
                    <a:lstStyle/>
                    <a:p>
                      <a:pPr algn="just" rtl="0" fontAlgn="base">
                        <a:lnSpc>
                          <a:spcPts val="1050"/>
                        </a:lnSpc>
                      </a:pPr>
                      <a:r>
                        <a:rPr lang="zh-CN" altLang="en-US" sz="1050" b="0" i="0">
                          <a:solidFill>
                            <a:srgbClr val="000000"/>
                          </a:solidFill>
                          <a:effectLst/>
                          <a:latin typeface="+mn-lt"/>
                          <a:ea typeface="+mn-ea"/>
                          <a:cs typeface="+mn-ea"/>
                          <a:sym typeface="+mn-lt"/>
                        </a:rPr>
                        <a:t>制程质量管理类流程</a:t>
                      </a:r>
                      <a:r>
                        <a:rPr lang="en-US" altLang="zh-CN" sz="1050" b="0" i="0">
                          <a:solidFill>
                            <a:srgbClr val="000000"/>
                          </a:solidFill>
                          <a:effectLst/>
                          <a:latin typeface="+mn-lt"/>
                          <a:ea typeface="+mn-ea"/>
                          <a:cs typeface="+mn-ea"/>
                          <a:sym typeface="+mn-lt"/>
                        </a:rPr>
                        <a:t>(QCP</a:t>
                      </a:r>
                      <a:r>
                        <a:rPr lang="zh-CN" altLang="en-US" sz="1050" b="0" i="0">
                          <a:solidFill>
                            <a:srgbClr val="000000"/>
                          </a:solidFill>
                          <a:effectLst/>
                          <a:latin typeface="+mn-lt"/>
                          <a:ea typeface="+mn-ea"/>
                          <a:cs typeface="+mn-ea"/>
                          <a:sym typeface="+mn-lt"/>
                        </a:rPr>
                        <a:t>等</a:t>
                      </a:r>
                      <a:r>
                        <a:rPr lang="en-US" altLang="zh-CN" sz="1050" b="0" i="0">
                          <a:solidFill>
                            <a:srgbClr val="000000"/>
                          </a:solidFill>
                          <a:effectLst/>
                          <a:latin typeface="+mn-lt"/>
                          <a:ea typeface="+mn-ea"/>
                          <a:cs typeface="+mn-ea"/>
                          <a:sym typeface="+mn-lt"/>
                        </a:rPr>
                        <a:t>)</a:t>
                      </a:r>
                      <a:endParaRPr lang="zh-CN" altLang="en-US" sz="1050" b="0" i="0">
                        <a:solidFill>
                          <a:srgbClr val="000000"/>
                        </a:solidFill>
                        <a:effectLst/>
                        <a:latin typeface="+mn-lt"/>
                        <a:ea typeface="+mn-ea"/>
                        <a:cs typeface="+mn-ea"/>
                        <a:sym typeface="+mn-lt"/>
                      </a:endParaRPr>
                    </a:p>
                  </a:txBody>
                  <a:tcPr anchor="ctr"/>
                </a:tc>
                <a:tc>
                  <a:txBody>
                    <a:bodyPr/>
                    <a:lstStyle/>
                    <a:p>
                      <a:pPr algn="just" rtl="0" fontAlgn="base">
                        <a:lnSpc>
                          <a:spcPts val="1050"/>
                        </a:lnSpc>
                      </a:pPr>
                      <a:r>
                        <a:rPr lang="en-US" altLang="zh-CN" sz="1050" b="0" i="0">
                          <a:solidFill>
                            <a:srgbClr val="000000"/>
                          </a:solidFill>
                          <a:effectLst/>
                          <a:latin typeface="+mn-lt"/>
                          <a:ea typeface="+mn-ea"/>
                          <a:cs typeface="+mn-ea"/>
                          <a:sym typeface="+mn-lt"/>
                        </a:rPr>
                        <a:t>PC MQE/Server QM/IDSG QM</a:t>
                      </a:r>
                      <a:endParaRPr lang="zh-CN" altLang="en-US" sz="1050" b="0" i="0">
                        <a:solidFill>
                          <a:srgbClr val="000000"/>
                        </a:solidFill>
                        <a:effectLst/>
                        <a:latin typeface="+mn-lt"/>
                        <a:ea typeface="+mn-ea"/>
                        <a:cs typeface="+mn-ea"/>
                        <a:sym typeface="+mn-lt"/>
                      </a:endParaRPr>
                    </a:p>
                  </a:txBody>
                  <a:tcPr anchor="ctr"/>
                </a:tc>
                <a:extLst>
                  <a:ext uri="{0D108BD9-81ED-4DB2-BD59-A6C34878D82A}">
                    <a16:rowId xmlns:a16="http://schemas.microsoft.com/office/drawing/2014/main" val="2609250733"/>
                  </a:ext>
                </a:extLst>
              </a:tr>
              <a:tr h="247777">
                <a:tc vMerge="1">
                  <a:txBody>
                    <a:bodyPr/>
                    <a:lstStyle/>
                    <a:p>
                      <a:endParaRPr lang="zh-CN" altLang="en-US" sz="900"/>
                    </a:p>
                  </a:txBody>
                  <a:tcPr/>
                </a:tc>
                <a:tc>
                  <a:txBody>
                    <a:bodyPr/>
                    <a:lstStyle/>
                    <a:p>
                      <a:pPr algn="just" rtl="0" fontAlgn="base">
                        <a:lnSpc>
                          <a:spcPts val="1050"/>
                        </a:lnSpc>
                      </a:pPr>
                      <a:r>
                        <a:rPr lang="zh-CN" altLang="en-US" sz="1050" b="0" i="0">
                          <a:solidFill>
                            <a:srgbClr val="000000"/>
                          </a:solidFill>
                          <a:effectLst/>
                          <a:latin typeface="+mn-lt"/>
                          <a:ea typeface="+mn-ea"/>
                          <a:cs typeface="+mn-ea"/>
                          <a:sym typeface="+mn-lt"/>
                        </a:rPr>
                        <a:t>通用质量管理类流程</a:t>
                      </a:r>
                      <a:r>
                        <a:rPr lang="en-US" altLang="zh-CN" sz="1050" b="0" i="0">
                          <a:solidFill>
                            <a:srgbClr val="000000"/>
                          </a:solidFill>
                          <a:effectLst/>
                          <a:latin typeface="+mn-lt"/>
                          <a:ea typeface="+mn-ea"/>
                          <a:cs typeface="+mn-ea"/>
                          <a:sym typeface="+mn-lt"/>
                        </a:rPr>
                        <a:t>(Workstream solution</a:t>
                      </a:r>
                      <a:r>
                        <a:rPr lang="zh-CN" altLang="en-US" sz="1050" b="0" i="0">
                          <a:solidFill>
                            <a:srgbClr val="000000"/>
                          </a:solidFill>
                          <a:effectLst/>
                          <a:latin typeface="+mn-lt"/>
                          <a:ea typeface="+mn-ea"/>
                          <a:cs typeface="+mn-ea"/>
                          <a:sym typeface="+mn-lt"/>
                        </a:rPr>
                        <a:t>等</a:t>
                      </a:r>
                      <a:r>
                        <a:rPr lang="en-US" altLang="zh-CN" sz="1050" b="0" i="0">
                          <a:solidFill>
                            <a:srgbClr val="000000"/>
                          </a:solidFill>
                          <a:effectLst/>
                          <a:latin typeface="+mn-lt"/>
                          <a:ea typeface="+mn-ea"/>
                          <a:cs typeface="+mn-ea"/>
                          <a:sym typeface="+mn-lt"/>
                        </a:rPr>
                        <a:t>)</a:t>
                      </a:r>
                      <a:endParaRPr lang="zh-CN" altLang="en-US" sz="1050" b="0" i="0">
                        <a:solidFill>
                          <a:srgbClr val="000000"/>
                        </a:solidFill>
                        <a:effectLst/>
                        <a:latin typeface="+mn-lt"/>
                        <a:ea typeface="+mn-ea"/>
                        <a:cs typeface="+mn-ea"/>
                        <a:sym typeface="+mn-lt"/>
                      </a:endParaRPr>
                    </a:p>
                  </a:txBody>
                  <a:tcPr anchor="ctr"/>
                </a:tc>
                <a:tc>
                  <a:txBody>
                    <a:bodyPr/>
                    <a:lstStyle/>
                    <a:p>
                      <a:pPr algn="just" rtl="0" fontAlgn="base">
                        <a:lnSpc>
                          <a:spcPts val="1050"/>
                        </a:lnSpc>
                      </a:pPr>
                      <a:r>
                        <a:rPr lang="en-US" altLang="zh-CN" sz="1050" b="0" i="0">
                          <a:solidFill>
                            <a:srgbClr val="000000"/>
                          </a:solidFill>
                          <a:effectLst/>
                          <a:latin typeface="+mn-lt"/>
                          <a:ea typeface="+mn-ea"/>
                          <a:cs typeface="+mn-ea"/>
                          <a:sym typeface="+mn-lt"/>
                        </a:rPr>
                        <a:t>All</a:t>
                      </a:r>
                      <a:endParaRPr lang="zh-CN" altLang="en-US" sz="1050" b="0" i="0">
                        <a:solidFill>
                          <a:srgbClr val="000000"/>
                        </a:solidFill>
                        <a:effectLst/>
                        <a:latin typeface="+mn-lt"/>
                        <a:ea typeface="+mn-ea"/>
                        <a:cs typeface="+mn-ea"/>
                        <a:sym typeface="+mn-lt"/>
                      </a:endParaRPr>
                    </a:p>
                  </a:txBody>
                  <a:tcPr anchor="ctr"/>
                </a:tc>
                <a:extLst>
                  <a:ext uri="{0D108BD9-81ED-4DB2-BD59-A6C34878D82A}">
                    <a16:rowId xmlns:a16="http://schemas.microsoft.com/office/drawing/2014/main" val="862172097"/>
                  </a:ext>
                </a:extLst>
              </a:tr>
              <a:tr h="247777">
                <a:tc rowSpan="2">
                  <a:txBody>
                    <a:bodyPr/>
                    <a:lstStyle/>
                    <a:p>
                      <a:pPr algn="ctr"/>
                      <a:r>
                        <a:rPr lang="zh-CN" altLang="en-US" sz="1050">
                          <a:latin typeface="+mn-lt"/>
                          <a:ea typeface="+mn-ea"/>
                          <a:cs typeface="+mn-ea"/>
                          <a:sym typeface="+mn-lt"/>
                        </a:rPr>
                        <a:t>系统类</a:t>
                      </a:r>
                    </a:p>
                  </a:txBody>
                  <a:tcPr anchor="ctr"/>
                </a:tc>
                <a:tc>
                  <a:txBody>
                    <a:bodyPr/>
                    <a:lstStyle/>
                    <a:p>
                      <a:pPr algn="just" rtl="0" fontAlgn="base">
                        <a:lnSpc>
                          <a:spcPts val="1050"/>
                        </a:lnSpc>
                      </a:pPr>
                      <a:r>
                        <a:rPr lang="en-US" altLang="zh-CN" sz="1050" b="0" i="0">
                          <a:solidFill>
                            <a:srgbClr val="000000"/>
                          </a:solidFill>
                          <a:effectLst/>
                          <a:latin typeface="+mn-lt"/>
                          <a:ea typeface="+mn-ea"/>
                          <a:cs typeface="+mn-ea"/>
                          <a:sym typeface="+mn-lt"/>
                        </a:rPr>
                        <a:t>QES</a:t>
                      </a:r>
                      <a:r>
                        <a:rPr lang="zh-CN" altLang="en-US" sz="1050" b="0" i="0">
                          <a:solidFill>
                            <a:srgbClr val="000000"/>
                          </a:solidFill>
                          <a:effectLst/>
                          <a:latin typeface="+mn-lt"/>
                          <a:ea typeface="+mn-ea"/>
                          <a:cs typeface="+mn-ea"/>
                          <a:sym typeface="+mn-lt"/>
                        </a:rPr>
                        <a:t>等操作手册检索及问答</a:t>
                      </a:r>
                    </a:p>
                  </a:txBody>
                  <a:tcPr anchor="ctr"/>
                </a:tc>
                <a:tc>
                  <a:txBody>
                    <a:bodyPr/>
                    <a:lstStyle/>
                    <a:p>
                      <a:pPr marL="0" marR="0" lvl="0" indent="0" algn="just" defTabSz="1218682" rtl="0" eaLnBrk="1" fontAlgn="base" latinLnBrk="0" hangingPunct="1">
                        <a:lnSpc>
                          <a:spcPts val="1050"/>
                        </a:lnSpc>
                        <a:spcBef>
                          <a:spcPts val="0"/>
                        </a:spcBef>
                        <a:spcAft>
                          <a:spcPts val="0"/>
                        </a:spcAft>
                        <a:buClrTx/>
                        <a:buSzTx/>
                        <a:buFontTx/>
                        <a:buNone/>
                        <a:tabLst/>
                        <a:defRPr/>
                      </a:pPr>
                      <a:r>
                        <a:rPr lang="en-US" altLang="zh-CN" sz="1050" b="0" i="0">
                          <a:solidFill>
                            <a:srgbClr val="000000"/>
                          </a:solidFill>
                          <a:effectLst/>
                          <a:latin typeface="+mn-lt"/>
                          <a:ea typeface="+mn-ea"/>
                          <a:cs typeface="+mn-ea"/>
                          <a:sym typeface="+mn-lt"/>
                        </a:rPr>
                        <a:t>S&amp;O</a:t>
                      </a:r>
                      <a:endParaRPr lang="zh-CN" altLang="en-US" sz="1050" b="0" i="0">
                        <a:solidFill>
                          <a:srgbClr val="000000"/>
                        </a:solidFill>
                        <a:effectLst/>
                        <a:latin typeface="+mn-lt"/>
                        <a:ea typeface="+mn-ea"/>
                        <a:cs typeface="+mn-ea"/>
                        <a:sym typeface="+mn-lt"/>
                      </a:endParaRPr>
                    </a:p>
                  </a:txBody>
                  <a:tcPr anchor="ctr"/>
                </a:tc>
                <a:extLst>
                  <a:ext uri="{0D108BD9-81ED-4DB2-BD59-A6C34878D82A}">
                    <a16:rowId xmlns:a16="http://schemas.microsoft.com/office/drawing/2014/main" val="3017205693"/>
                  </a:ext>
                </a:extLst>
              </a:tr>
              <a:tr h="247777">
                <a:tc vMerge="1">
                  <a:txBody>
                    <a:bodyPr/>
                    <a:lstStyle/>
                    <a:p>
                      <a:pPr algn="ctr"/>
                      <a:endParaRPr lang="zh-CN" altLang="en-US" sz="1050"/>
                    </a:p>
                  </a:txBody>
                  <a:tcPr anchor="ctr"/>
                </a:tc>
                <a:tc>
                  <a:txBody>
                    <a:bodyPr/>
                    <a:lstStyle/>
                    <a:p>
                      <a:pPr algn="just" rtl="0" fontAlgn="base">
                        <a:lnSpc>
                          <a:spcPts val="1050"/>
                        </a:lnSpc>
                      </a:pPr>
                      <a:r>
                        <a:rPr lang="en-US" altLang="zh-CN" sz="1050" b="0" i="0">
                          <a:solidFill>
                            <a:srgbClr val="000000"/>
                          </a:solidFill>
                          <a:effectLst/>
                          <a:latin typeface="+mn-lt"/>
                          <a:ea typeface="+mn-ea"/>
                          <a:cs typeface="+mn-ea"/>
                          <a:sym typeface="+mn-lt"/>
                        </a:rPr>
                        <a:t>QES</a:t>
                      </a:r>
                      <a:r>
                        <a:rPr lang="zh-CN" altLang="en-US" sz="1050" b="0" i="0">
                          <a:solidFill>
                            <a:srgbClr val="000000"/>
                          </a:solidFill>
                          <a:effectLst/>
                          <a:latin typeface="+mn-lt"/>
                          <a:ea typeface="+mn-ea"/>
                          <a:cs typeface="+mn-ea"/>
                          <a:sym typeface="+mn-lt"/>
                        </a:rPr>
                        <a:t>流程及数据地图等</a:t>
                      </a:r>
                    </a:p>
                  </a:txBody>
                  <a:tcPr anchor="ctr"/>
                </a:tc>
                <a:tc>
                  <a:txBody>
                    <a:bodyPr/>
                    <a:lstStyle/>
                    <a:p>
                      <a:pPr marL="0" marR="0" lvl="0" indent="0" algn="just" defTabSz="1218682" rtl="0" eaLnBrk="1" fontAlgn="base" latinLnBrk="0" hangingPunct="1">
                        <a:lnSpc>
                          <a:spcPts val="1050"/>
                        </a:lnSpc>
                        <a:spcBef>
                          <a:spcPts val="0"/>
                        </a:spcBef>
                        <a:spcAft>
                          <a:spcPts val="0"/>
                        </a:spcAft>
                        <a:buClrTx/>
                        <a:buSzTx/>
                        <a:buFontTx/>
                        <a:buNone/>
                        <a:tabLst/>
                        <a:defRPr/>
                      </a:pPr>
                      <a:r>
                        <a:rPr lang="en-US" altLang="zh-CN" sz="1050" b="0" i="0">
                          <a:solidFill>
                            <a:srgbClr val="000000"/>
                          </a:solidFill>
                          <a:effectLst/>
                          <a:latin typeface="+mn-lt"/>
                          <a:ea typeface="+mn-ea"/>
                          <a:cs typeface="+mn-ea"/>
                          <a:sym typeface="+mn-lt"/>
                        </a:rPr>
                        <a:t>S&amp;O</a:t>
                      </a:r>
                      <a:endParaRPr lang="zh-CN" altLang="en-US" sz="1050" b="0" i="0">
                        <a:solidFill>
                          <a:srgbClr val="000000"/>
                        </a:solidFill>
                        <a:effectLst/>
                        <a:latin typeface="+mn-lt"/>
                        <a:ea typeface="+mn-ea"/>
                        <a:cs typeface="+mn-ea"/>
                        <a:sym typeface="+mn-lt"/>
                      </a:endParaRPr>
                    </a:p>
                  </a:txBody>
                  <a:tcPr anchor="ctr"/>
                </a:tc>
                <a:extLst>
                  <a:ext uri="{0D108BD9-81ED-4DB2-BD59-A6C34878D82A}">
                    <a16:rowId xmlns:a16="http://schemas.microsoft.com/office/drawing/2014/main" val="1873405081"/>
                  </a:ext>
                </a:extLst>
              </a:tr>
              <a:tr h="269560">
                <a:tc rowSpan="2">
                  <a:txBody>
                    <a:bodyPr/>
                    <a:lstStyle/>
                    <a:p>
                      <a:pPr algn="ctr"/>
                      <a:r>
                        <a:rPr lang="zh-CN" altLang="en-US" sz="1050">
                          <a:latin typeface="+mn-lt"/>
                          <a:ea typeface="+mn-ea"/>
                          <a:cs typeface="+mn-ea"/>
                          <a:sym typeface="+mn-lt"/>
                        </a:rPr>
                        <a:t>术语类</a:t>
                      </a:r>
                    </a:p>
                  </a:txBody>
                  <a:tcPr anchor="ctr"/>
                </a:tc>
                <a:tc>
                  <a:txBody>
                    <a:bodyPr/>
                    <a:lstStyle/>
                    <a:p>
                      <a:pPr algn="just" rtl="0" fontAlgn="base">
                        <a:lnSpc>
                          <a:spcPts val="1050"/>
                        </a:lnSpc>
                      </a:pPr>
                      <a:r>
                        <a:rPr lang="zh-CN" altLang="en-US" sz="1050" b="0" i="0">
                          <a:solidFill>
                            <a:srgbClr val="000000"/>
                          </a:solidFill>
                          <a:effectLst/>
                          <a:latin typeface="+mn-lt"/>
                          <a:ea typeface="+mn-ea"/>
                          <a:cs typeface="+mn-ea"/>
                          <a:sym typeface="+mn-lt"/>
                        </a:rPr>
                        <a:t>联宝词典检索及问答</a:t>
                      </a:r>
                    </a:p>
                  </a:txBody>
                  <a:tcPr anchor="ctr"/>
                </a:tc>
                <a:tc>
                  <a:txBody>
                    <a:bodyPr/>
                    <a:lstStyle/>
                    <a:p>
                      <a:pPr algn="just" rtl="0" fontAlgn="base">
                        <a:lnSpc>
                          <a:spcPts val="1050"/>
                        </a:lnSpc>
                      </a:pPr>
                      <a:r>
                        <a:rPr lang="en-US" altLang="zh-CN" sz="1050" b="0" i="0">
                          <a:solidFill>
                            <a:srgbClr val="000000"/>
                          </a:solidFill>
                          <a:effectLst/>
                          <a:latin typeface="+mn-lt"/>
                          <a:ea typeface="+mn-ea"/>
                          <a:cs typeface="+mn-ea"/>
                          <a:sym typeface="+mn-lt"/>
                        </a:rPr>
                        <a:t>S&amp;O</a:t>
                      </a:r>
                      <a:endParaRPr lang="zh-CN" altLang="en-US" sz="1050" b="0" i="0">
                        <a:solidFill>
                          <a:srgbClr val="000000"/>
                        </a:solidFill>
                        <a:effectLst/>
                        <a:latin typeface="+mn-lt"/>
                        <a:ea typeface="+mn-ea"/>
                        <a:cs typeface="+mn-ea"/>
                        <a:sym typeface="+mn-lt"/>
                      </a:endParaRPr>
                    </a:p>
                  </a:txBody>
                  <a:tcPr anchor="ctr"/>
                </a:tc>
                <a:extLst>
                  <a:ext uri="{0D108BD9-81ED-4DB2-BD59-A6C34878D82A}">
                    <a16:rowId xmlns:a16="http://schemas.microsoft.com/office/drawing/2014/main" val="3112884236"/>
                  </a:ext>
                </a:extLst>
              </a:tr>
              <a:tr h="269560">
                <a:tc vMerge="1">
                  <a:txBody>
                    <a:bodyPr/>
                    <a:lstStyle/>
                    <a:p>
                      <a:endParaRPr lang="zh-CN" altLang="en-US" sz="900"/>
                    </a:p>
                  </a:txBody>
                  <a:tcPr/>
                </a:tc>
                <a:tc>
                  <a:txBody>
                    <a:bodyPr/>
                    <a:lstStyle/>
                    <a:p>
                      <a:pPr algn="just" rtl="0" fontAlgn="base">
                        <a:lnSpc>
                          <a:spcPts val="1050"/>
                        </a:lnSpc>
                      </a:pPr>
                      <a:r>
                        <a:rPr lang="zh-CN" altLang="en-US" sz="1050" b="0" i="0">
                          <a:solidFill>
                            <a:srgbClr val="000000"/>
                          </a:solidFill>
                          <a:effectLst/>
                          <a:latin typeface="+mn-lt"/>
                          <a:ea typeface="+mn-ea"/>
                          <a:cs typeface="+mn-ea"/>
                          <a:sym typeface="+mn-lt"/>
                        </a:rPr>
                        <a:t>质量术语</a:t>
                      </a:r>
                      <a:r>
                        <a:rPr lang="en-US" altLang="zh-CN" sz="1050" b="0" i="0">
                          <a:solidFill>
                            <a:srgbClr val="000000"/>
                          </a:solidFill>
                          <a:effectLst/>
                          <a:latin typeface="+mn-lt"/>
                          <a:ea typeface="+mn-ea"/>
                          <a:cs typeface="+mn-ea"/>
                          <a:sym typeface="+mn-lt"/>
                        </a:rPr>
                        <a:t>(PC/Server/IDSG)</a:t>
                      </a:r>
                      <a:r>
                        <a:rPr lang="zh-CN" altLang="en-US" sz="1050" b="0" i="0">
                          <a:solidFill>
                            <a:srgbClr val="000000"/>
                          </a:solidFill>
                          <a:effectLst/>
                          <a:latin typeface="+mn-lt"/>
                          <a:ea typeface="+mn-ea"/>
                          <a:cs typeface="+mn-ea"/>
                          <a:sym typeface="+mn-lt"/>
                        </a:rPr>
                        <a:t>检索及问答</a:t>
                      </a:r>
                    </a:p>
                  </a:txBody>
                  <a:tcPr anchor="ctr"/>
                </a:tc>
                <a:tc>
                  <a:txBody>
                    <a:bodyPr/>
                    <a:lstStyle/>
                    <a:p>
                      <a:pPr algn="just" rtl="0" fontAlgn="base">
                        <a:lnSpc>
                          <a:spcPts val="1050"/>
                        </a:lnSpc>
                      </a:pPr>
                      <a:r>
                        <a:rPr lang="en-US" altLang="zh-CN" sz="1050" b="0" i="0">
                          <a:solidFill>
                            <a:srgbClr val="000000"/>
                          </a:solidFill>
                          <a:effectLst/>
                          <a:latin typeface="+mn-lt"/>
                          <a:ea typeface="+mn-ea"/>
                          <a:cs typeface="+mn-ea"/>
                          <a:sym typeface="+mn-lt"/>
                        </a:rPr>
                        <a:t>All</a:t>
                      </a:r>
                      <a:endParaRPr lang="zh-CN" altLang="en-US" sz="1050" b="0" i="0">
                        <a:solidFill>
                          <a:srgbClr val="000000"/>
                        </a:solidFill>
                        <a:effectLst/>
                        <a:latin typeface="+mn-lt"/>
                        <a:ea typeface="+mn-ea"/>
                        <a:cs typeface="+mn-ea"/>
                        <a:sym typeface="+mn-lt"/>
                      </a:endParaRPr>
                    </a:p>
                  </a:txBody>
                  <a:tcPr anchor="ctr"/>
                </a:tc>
                <a:extLst>
                  <a:ext uri="{0D108BD9-81ED-4DB2-BD59-A6C34878D82A}">
                    <a16:rowId xmlns:a16="http://schemas.microsoft.com/office/drawing/2014/main" val="723776729"/>
                  </a:ext>
                </a:extLst>
              </a:tr>
              <a:tr h="269560">
                <a:tc>
                  <a:txBody>
                    <a:bodyPr/>
                    <a:lstStyle/>
                    <a:p>
                      <a:pPr algn="ctr"/>
                      <a:r>
                        <a:rPr lang="zh-CN" altLang="en-US" sz="1050">
                          <a:latin typeface="+mn-lt"/>
                          <a:ea typeface="+mn-ea"/>
                          <a:cs typeface="+mn-ea"/>
                          <a:sym typeface="+mn-lt"/>
                        </a:rPr>
                        <a:t>其他类</a:t>
                      </a:r>
                    </a:p>
                  </a:txBody>
                  <a:tcPr anchor="ctr"/>
                </a:tc>
                <a:tc>
                  <a:txBody>
                    <a:bodyPr/>
                    <a:lstStyle/>
                    <a:p>
                      <a:pPr algn="just" rtl="0" fontAlgn="base">
                        <a:lnSpc>
                          <a:spcPts val="1050"/>
                        </a:lnSpc>
                      </a:pPr>
                      <a:r>
                        <a:rPr lang="zh-CN" altLang="en-US" sz="1050" b="0" i="0">
                          <a:solidFill>
                            <a:srgbClr val="000000"/>
                          </a:solidFill>
                          <a:effectLst/>
                          <a:latin typeface="+mn-lt"/>
                          <a:ea typeface="+mn-ea"/>
                          <a:cs typeface="+mn-ea"/>
                          <a:sym typeface="+mn-lt"/>
                        </a:rPr>
                        <a:t>联宝组织架构，质量方法论及通识等</a:t>
                      </a:r>
                    </a:p>
                  </a:txBody>
                  <a:tcPr anchor="ctr"/>
                </a:tc>
                <a:tc>
                  <a:txBody>
                    <a:bodyPr/>
                    <a:lstStyle/>
                    <a:p>
                      <a:pPr algn="just" rtl="0" fontAlgn="base">
                        <a:lnSpc>
                          <a:spcPts val="1050"/>
                        </a:lnSpc>
                      </a:pPr>
                      <a:r>
                        <a:rPr lang="en-US" altLang="zh-CN" sz="1050" b="0" i="0">
                          <a:solidFill>
                            <a:srgbClr val="000000"/>
                          </a:solidFill>
                          <a:effectLst/>
                          <a:latin typeface="+mn-lt"/>
                          <a:ea typeface="+mn-ea"/>
                          <a:cs typeface="+mn-ea"/>
                          <a:sym typeface="+mn-lt"/>
                        </a:rPr>
                        <a:t>S&amp;O</a:t>
                      </a:r>
                      <a:endParaRPr lang="zh-CN" altLang="en-US" sz="1050" b="0" i="0">
                        <a:solidFill>
                          <a:srgbClr val="000000"/>
                        </a:solidFill>
                        <a:effectLst/>
                        <a:latin typeface="+mn-lt"/>
                        <a:ea typeface="+mn-ea"/>
                        <a:cs typeface="+mn-ea"/>
                        <a:sym typeface="+mn-lt"/>
                      </a:endParaRPr>
                    </a:p>
                  </a:txBody>
                  <a:tcPr anchor="ctr"/>
                </a:tc>
                <a:extLst>
                  <a:ext uri="{0D108BD9-81ED-4DB2-BD59-A6C34878D82A}">
                    <a16:rowId xmlns:a16="http://schemas.microsoft.com/office/drawing/2014/main" val="2864503283"/>
                  </a:ext>
                </a:extLst>
              </a:tr>
            </a:tbl>
          </a:graphicData>
        </a:graphic>
      </p:graphicFrame>
    </p:spTree>
    <p:extLst>
      <p:ext uri="{BB962C8B-B14F-4D97-AF65-F5344CB8AC3E}">
        <p14:creationId xmlns:p14="http://schemas.microsoft.com/office/powerpoint/2010/main" val="1819139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06DDF-0A39-8701-29C3-F04BCBF0FE1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8A9F0FE-5622-A7B8-BD64-A329848C988B}"/>
              </a:ext>
            </a:extLst>
          </p:cNvPr>
          <p:cNvSpPr>
            <a:spLocks noGrp="1"/>
          </p:cNvSpPr>
          <p:nvPr>
            <p:ph type="title"/>
          </p:nvPr>
        </p:nvSpPr>
        <p:spPr/>
        <p:txBody>
          <a:bodyPr wrap="square" lIns="0" tIns="0" rIns="0" bIns="0" anchor="ctr" anchorCtr="0"/>
          <a:lstStyle/>
          <a:p>
            <a:r>
              <a:rPr lang="en-US" altLang="zh-CN" sz="2800" b="1">
                <a:latin typeface="+mn-lt"/>
                <a:cs typeface="+mn-ea"/>
                <a:sym typeface="+mn-lt"/>
              </a:rPr>
              <a:t>AI</a:t>
            </a:r>
            <a:r>
              <a:rPr lang="zh-CN" altLang="en-US" sz="2800" b="1">
                <a:latin typeface="+mn-lt"/>
                <a:cs typeface="+mn-ea"/>
                <a:sym typeface="+mn-lt"/>
              </a:rPr>
              <a:t>变革</a:t>
            </a:r>
            <a:r>
              <a:rPr lang="en-US" altLang="zh-CN" sz="2800" b="1">
                <a:latin typeface="+mn-lt"/>
                <a:cs typeface="+mn-ea"/>
                <a:sym typeface="+mn-lt"/>
              </a:rPr>
              <a:t>: </a:t>
            </a:r>
            <a:r>
              <a:rPr lang="zh-CN" altLang="en-US" sz="2800" b="1">
                <a:latin typeface="+mn-lt"/>
                <a:cs typeface="+mn-ea"/>
                <a:sym typeface="+mn-lt"/>
              </a:rPr>
              <a:t>智能质量知识库</a:t>
            </a:r>
            <a:r>
              <a:rPr lang="en-US" altLang="zh-CN" sz="2800" b="1">
                <a:latin typeface="+mn-lt"/>
                <a:cs typeface="+mn-ea"/>
                <a:sym typeface="+mn-lt"/>
              </a:rPr>
              <a:t>_Demo</a:t>
            </a:r>
            <a:endParaRPr lang="zh-CN" altLang="en-US" sz="2800" b="1">
              <a:latin typeface="+mn-lt"/>
              <a:cs typeface="+mn-ea"/>
              <a:sym typeface="+mn-lt"/>
            </a:endParaRPr>
          </a:p>
        </p:txBody>
      </p:sp>
      <p:sp>
        <p:nvSpPr>
          <p:cNvPr id="11" name="页脚占位符 2">
            <a:extLst>
              <a:ext uri="{FF2B5EF4-FFF2-40B4-BE49-F238E27FC236}">
                <a16:creationId xmlns:a16="http://schemas.microsoft.com/office/drawing/2014/main" id="{4BA93A63-82D8-236B-8350-464A75A92452}"/>
              </a:ext>
            </a:extLst>
          </p:cNvPr>
          <p:cNvSpPr txBox="1">
            <a:spLocks/>
          </p:cNvSpPr>
          <p:nvPr/>
        </p:nvSpPr>
        <p:spPr>
          <a:xfrm>
            <a:off x="548782" y="6583680"/>
            <a:ext cx="2414588" cy="152400"/>
          </a:xfrm>
          <a:prstGeom prst="rect">
            <a:avLst/>
          </a:prstGeom>
        </p:spPr>
        <p:txBody>
          <a:bodyPr vert="horz" wrap="square" lIns="0" tIns="0" rIns="0" bIns="0" rtlCol="0" anchor="ctr">
            <a:spAutoFit/>
          </a:bodyPr>
          <a:lstStyle>
            <a:defPPr>
              <a:defRPr lang="zh-CN"/>
            </a:defPPr>
            <a:lvl1pPr marL="0" marR="0" indent="0" algn="l" defTabSz="1218987" rtl="0" eaLnBrk="1" fontAlgn="auto" latinLnBrk="0" hangingPunct="1">
              <a:lnSpc>
                <a:spcPct val="100000"/>
              </a:lnSpc>
              <a:spcBef>
                <a:spcPts val="0"/>
              </a:spcBef>
              <a:spcAft>
                <a:spcPts val="0"/>
              </a:spcAft>
              <a:buClrTx/>
              <a:buSzTx/>
              <a:buFontTx/>
              <a:buNone/>
              <a:tabLst/>
              <a:defRPr sz="1200" kern="1200" cap="none">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8255"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solidFill>
                <a:effectLst/>
                <a:uLnTx/>
                <a:uFillTx/>
                <a:cs typeface="+mn-ea"/>
                <a:sym typeface="+mn-lt"/>
              </a:rPr>
              <a:t>2025 LCFC Internal. All rights reserved.</a:t>
            </a:r>
          </a:p>
        </p:txBody>
      </p:sp>
      <p:pic>
        <p:nvPicPr>
          <p:cNvPr id="10" name="图片 9" descr="文本, 信件&#10;&#10;AI 生成的内容可能不正确。">
            <a:extLst>
              <a:ext uri="{FF2B5EF4-FFF2-40B4-BE49-F238E27FC236}">
                <a16:creationId xmlns:a16="http://schemas.microsoft.com/office/drawing/2014/main" id="{6B73D1DE-BCE1-0FD5-B7EA-E2220D7BB00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8782" y="1058831"/>
            <a:ext cx="3569710" cy="5403753"/>
          </a:xfrm>
          <a:prstGeom prst="rect">
            <a:avLst/>
          </a:prstGeom>
        </p:spPr>
      </p:pic>
      <p:pic>
        <p:nvPicPr>
          <p:cNvPr id="15" name="图片 14" descr="图形用户界面, 文本, 应用程序&#10;&#10;AI 生成的内容可能不正确。">
            <a:extLst>
              <a:ext uri="{FF2B5EF4-FFF2-40B4-BE49-F238E27FC236}">
                <a16:creationId xmlns:a16="http://schemas.microsoft.com/office/drawing/2014/main" id="{E372EC4E-CC93-75C2-E970-D3725EE491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3509" y="1058831"/>
            <a:ext cx="3799577" cy="5403753"/>
          </a:xfrm>
          <a:prstGeom prst="rect">
            <a:avLst/>
          </a:prstGeom>
        </p:spPr>
      </p:pic>
      <p:grpSp>
        <p:nvGrpSpPr>
          <p:cNvPr id="20" name="组合 19">
            <a:extLst>
              <a:ext uri="{FF2B5EF4-FFF2-40B4-BE49-F238E27FC236}">
                <a16:creationId xmlns:a16="http://schemas.microsoft.com/office/drawing/2014/main" id="{7E44ABA9-2FFA-E06A-2B0C-D83C3E2E10CD}"/>
              </a:ext>
            </a:extLst>
          </p:cNvPr>
          <p:cNvGrpSpPr/>
          <p:nvPr/>
        </p:nvGrpSpPr>
        <p:grpSpPr>
          <a:xfrm>
            <a:off x="4213868" y="1058831"/>
            <a:ext cx="3738725" cy="5403753"/>
            <a:chOff x="4213868" y="991454"/>
            <a:chExt cx="3738725" cy="5673714"/>
          </a:xfrm>
        </p:grpSpPr>
        <p:pic>
          <p:nvPicPr>
            <p:cNvPr id="17" name="图片 16" descr="图形用户界面, 文本, 应用程序&#10;&#10;AI 生成的内容可能不正确。">
              <a:extLst>
                <a:ext uri="{FF2B5EF4-FFF2-40B4-BE49-F238E27FC236}">
                  <a16:creationId xmlns:a16="http://schemas.microsoft.com/office/drawing/2014/main" id="{1DDDB84C-580B-2BE2-4639-0684078EAAA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13868" y="991454"/>
              <a:ext cx="3738724" cy="2310011"/>
            </a:xfrm>
            <a:prstGeom prst="rect">
              <a:avLst/>
            </a:prstGeom>
          </p:spPr>
        </p:pic>
        <p:pic>
          <p:nvPicPr>
            <p:cNvPr id="19" name="图片 18" descr="图形用户界面, 文本, 应用程序&#10;&#10;AI 生成的内容可能不正确。">
              <a:extLst>
                <a:ext uri="{FF2B5EF4-FFF2-40B4-BE49-F238E27FC236}">
                  <a16:creationId xmlns:a16="http://schemas.microsoft.com/office/drawing/2014/main" id="{4F6EBB2D-370C-DBBB-4EDB-BD6C2914D7C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13869" y="3301465"/>
              <a:ext cx="3738724" cy="3363703"/>
            </a:xfrm>
            <a:prstGeom prst="rect">
              <a:avLst/>
            </a:prstGeom>
          </p:spPr>
        </p:pic>
      </p:grpSp>
      <p:sp>
        <p:nvSpPr>
          <p:cNvPr id="21" name="矩形 20">
            <a:extLst>
              <a:ext uri="{FF2B5EF4-FFF2-40B4-BE49-F238E27FC236}">
                <a16:creationId xmlns:a16="http://schemas.microsoft.com/office/drawing/2014/main" id="{4B4D6B45-516C-E938-6FAB-C6E32761AE60}"/>
              </a:ext>
            </a:extLst>
          </p:cNvPr>
          <p:cNvSpPr/>
          <p:nvPr/>
        </p:nvSpPr>
        <p:spPr>
          <a:xfrm>
            <a:off x="2781701" y="1058832"/>
            <a:ext cx="991402" cy="336832"/>
          </a:xfrm>
          <a:prstGeom prst="rect">
            <a:avLst/>
          </a:prstGeom>
          <a:noFill/>
          <a:ln w="25400" cap="flat" cmpd="sng" algn="ctr">
            <a:solidFill>
              <a:srgbClr val="FFC000"/>
            </a:solidFill>
            <a:prstDash val="solid"/>
          </a:ln>
          <a:effectLst/>
        </p:spPr>
        <p:txBody>
          <a:bodyPr lIns="0" tIns="0" rIns="0" bIns="0" rtlCol="0" anchor="ctr"/>
          <a:lstStyle/>
          <a:p>
            <a:pPr marL="0" marR="0" indent="0" algn="ctr" defTabSz="914126" rtl="0" eaLnBrk="1" fontAlgn="auto" latinLnBrk="0" hangingPunct="1">
              <a:lnSpc>
                <a:spcPct val="100000"/>
              </a:lnSpc>
              <a:spcBef>
                <a:spcPts val="0"/>
              </a:spcBef>
              <a:spcAft>
                <a:spcPts val="0"/>
              </a:spcAft>
              <a:buClrTx/>
              <a:buSzTx/>
              <a:buFontTx/>
              <a:buNone/>
              <a:tabLst/>
            </a:pPr>
            <a:endParaRPr lang="zh-CN" altLang="en-US" sz="1400" b="1" kern="0">
              <a:solidFill>
                <a:schemeClr val="bg1"/>
              </a:solidFill>
              <a:cs typeface="+mn-ea"/>
              <a:sym typeface="+mn-lt"/>
            </a:endParaRPr>
          </a:p>
        </p:txBody>
      </p:sp>
      <p:sp>
        <p:nvSpPr>
          <p:cNvPr id="22" name="矩形 21">
            <a:extLst>
              <a:ext uri="{FF2B5EF4-FFF2-40B4-BE49-F238E27FC236}">
                <a16:creationId xmlns:a16="http://schemas.microsoft.com/office/drawing/2014/main" id="{9BEBC36D-8872-8769-0E6F-3275BB8A203C}"/>
              </a:ext>
            </a:extLst>
          </p:cNvPr>
          <p:cNvSpPr/>
          <p:nvPr/>
        </p:nvSpPr>
        <p:spPr>
          <a:xfrm>
            <a:off x="6525948" y="1058830"/>
            <a:ext cx="991402" cy="336833"/>
          </a:xfrm>
          <a:prstGeom prst="rect">
            <a:avLst/>
          </a:prstGeom>
          <a:noFill/>
          <a:ln w="25400" cap="flat" cmpd="sng" algn="ctr">
            <a:solidFill>
              <a:srgbClr val="FFC000"/>
            </a:solidFill>
            <a:prstDash val="solid"/>
          </a:ln>
          <a:effectLst/>
        </p:spPr>
        <p:txBody>
          <a:bodyPr lIns="0" tIns="0" rIns="0" bIns="0" rtlCol="0" anchor="ctr"/>
          <a:lstStyle/>
          <a:p>
            <a:pPr marL="0" marR="0" indent="0" algn="ctr" defTabSz="914126" rtl="0" eaLnBrk="1" fontAlgn="auto" latinLnBrk="0" hangingPunct="1">
              <a:lnSpc>
                <a:spcPct val="100000"/>
              </a:lnSpc>
              <a:spcBef>
                <a:spcPts val="0"/>
              </a:spcBef>
              <a:spcAft>
                <a:spcPts val="0"/>
              </a:spcAft>
              <a:buClrTx/>
              <a:buSzTx/>
              <a:buFontTx/>
              <a:buNone/>
              <a:tabLst/>
            </a:pPr>
            <a:endParaRPr lang="zh-CN" altLang="en-US" sz="1400" b="1" kern="0">
              <a:solidFill>
                <a:schemeClr val="bg1"/>
              </a:solidFill>
              <a:cs typeface="+mn-ea"/>
              <a:sym typeface="+mn-lt"/>
            </a:endParaRPr>
          </a:p>
        </p:txBody>
      </p:sp>
      <p:sp>
        <p:nvSpPr>
          <p:cNvPr id="23" name="矩形 22">
            <a:extLst>
              <a:ext uri="{FF2B5EF4-FFF2-40B4-BE49-F238E27FC236}">
                <a16:creationId xmlns:a16="http://schemas.microsoft.com/office/drawing/2014/main" id="{BC03BB57-EBF9-0C8C-9618-BA40C37F4AA7}"/>
              </a:ext>
            </a:extLst>
          </p:cNvPr>
          <p:cNvSpPr/>
          <p:nvPr/>
        </p:nvSpPr>
        <p:spPr>
          <a:xfrm>
            <a:off x="10414566" y="1069847"/>
            <a:ext cx="991402" cy="431693"/>
          </a:xfrm>
          <a:prstGeom prst="rect">
            <a:avLst/>
          </a:prstGeom>
          <a:noFill/>
          <a:ln w="25400" cap="flat" cmpd="sng" algn="ctr">
            <a:solidFill>
              <a:srgbClr val="FFC000"/>
            </a:solidFill>
            <a:prstDash val="solid"/>
          </a:ln>
          <a:effectLst/>
        </p:spPr>
        <p:txBody>
          <a:bodyPr lIns="0" tIns="0" rIns="0" bIns="0" rtlCol="0" anchor="ctr"/>
          <a:lstStyle/>
          <a:p>
            <a:pPr marL="0" marR="0" indent="0" algn="ctr" defTabSz="914126" rtl="0" eaLnBrk="1" fontAlgn="auto" latinLnBrk="0" hangingPunct="1">
              <a:lnSpc>
                <a:spcPct val="100000"/>
              </a:lnSpc>
              <a:spcBef>
                <a:spcPts val="0"/>
              </a:spcBef>
              <a:spcAft>
                <a:spcPts val="0"/>
              </a:spcAft>
              <a:buClrTx/>
              <a:buSzTx/>
              <a:buFontTx/>
              <a:buNone/>
              <a:tabLst/>
            </a:pPr>
            <a:endParaRPr lang="zh-CN" altLang="en-US" sz="1400" b="1" kern="0">
              <a:solidFill>
                <a:schemeClr val="bg1"/>
              </a:solidFill>
              <a:cs typeface="+mn-ea"/>
              <a:sym typeface="+mn-lt"/>
            </a:endParaRPr>
          </a:p>
        </p:txBody>
      </p:sp>
      <p:sp>
        <p:nvSpPr>
          <p:cNvPr id="24" name="矩形 23">
            <a:extLst>
              <a:ext uri="{FF2B5EF4-FFF2-40B4-BE49-F238E27FC236}">
                <a16:creationId xmlns:a16="http://schemas.microsoft.com/office/drawing/2014/main" id="{872752FD-822E-EDFB-CC58-A4A2BD6DAECC}"/>
              </a:ext>
            </a:extLst>
          </p:cNvPr>
          <p:cNvSpPr/>
          <p:nvPr/>
        </p:nvSpPr>
        <p:spPr>
          <a:xfrm>
            <a:off x="6525948" y="3266949"/>
            <a:ext cx="991402" cy="431693"/>
          </a:xfrm>
          <a:prstGeom prst="rect">
            <a:avLst/>
          </a:prstGeom>
          <a:noFill/>
          <a:ln w="25400" cap="flat" cmpd="sng" algn="ctr">
            <a:solidFill>
              <a:srgbClr val="FFC000"/>
            </a:solidFill>
            <a:prstDash val="solid"/>
          </a:ln>
          <a:effectLst/>
        </p:spPr>
        <p:txBody>
          <a:bodyPr lIns="0" tIns="0" rIns="0" bIns="0" rtlCol="0" anchor="ctr"/>
          <a:lstStyle/>
          <a:p>
            <a:pPr marL="0" marR="0" indent="0" algn="ctr" defTabSz="914126" rtl="0" eaLnBrk="1" fontAlgn="auto" latinLnBrk="0" hangingPunct="1">
              <a:lnSpc>
                <a:spcPct val="100000"/>
              </a:lnSpc>
              <a:spcBef>
                <a:spcPts val="0"/>
              </a:spcBef>
              <a:spcAft>
                <a:spcPts val="0"/>
              </a:spcAft>
              <a:buClrTx/>
              <a:buSzTx/>
              <a:buFontTx/>
              <a:buNone/>
              <a:tabLst/>
            </a:pPr>
            <a:endParaRPr lang="zh-CN" altLang="en-US" sz="1400" b="1" kern="0">
              <a:solidFill>
                <a:schemeClr val="bg1"/>
              </a:solidFill>
              <a:cs typeface="+mn-ea"/>
              <a:sym typeface="+mn-lt"/>
            </a:endParaRPr>
          </a:p>
        </p:txBody>
      </p:sp>
      <p:sp>
        <p:nvSpPr>
          <p:cNvPr id="25" name="矩形 24">
            <a:extLst>
              <a:ext uri="{FF2B5EF4-FFF2-40B4-BE49-F238E27FC236}">
                <a16:creationId xmlns:a16="http://schemas.microsoft.com/office/drawing/2014/main" id="{422DBA2B-61D5-BCFA-589A-18C885A637C7}"/>
              </a:ext>
            </a:extLst>
          </p:cNvPr>
          <p:cNvSpPr/>
          <p:nvPr/>
        </p:nvSpPr>
        <p:spPr>
          <a:xfrm>
            <a:off x="541409" y="1058831"/>
            <a:ext cx="517370" cy="336832"/>
          </a:xfrm>
          <a:prstGeom prst="rect">
            <a:avLst/>
          </a:prstGeom>
          <a:solidFill>
            <a:schemeClr val="accent5">
              <a:lumMod val="50000"/>
              <a:alpha val="82000"/>
            </a:schemeClr>
          </a:solidFill>
          <a:ln w="25400" cap="flat" cmpd="sng" algn="ctr">
            <a:noFill/>
            <a:prstDash val="solid"/>
          </a:ln>
          <a:effectLst/>
        </p:spPr>
        <p:txBody>
          <a:bodyPr lIns="0" tIns="0" rIns="0" bIns="0" rtlCol="0" anchor="ctr"/>
          <a:lstStyle/>
          <a:p>
            <a:pPr marL="0" marR="0" indent="0" algn="ctr" defTabSz="914126" rtl="0" eaLnBrk="1" fontAlgn="auto" latinLnBrk="0" hangingPunct="1">
              <a:lnSpc>
                <a:spcPct val="100000"/>
              </a:lnSpc>
              <a:spcBef>
                <a:spcPts val="0"/>
              </a:spcBef>
              <a:spcAft>
                <a:spcPts val="0"/>
              </a:spcAft>
              <a:buClrTx/>
              <a:buSzTx/>
              <a:buFontTx/>
              <a:buNone/>
              <a:tabLst/>
            </a:pPr>
            <a:r>
              <a:rPr lang="en-US" altLang="zh-CN" b="1" kern="0">
                <a:solidFill>
                  <a:srgbClr val="FFC000"/>
                </a:solidFill>
                <a:cs typeface="+mn-ea"/>
                <a:sym typeface="+mn-lt"/>
              </a:rPr>
              <a:t>1</a:t>
            </a:r>
            <a:endParaRPr lang="zh-CN" altLang="en-US" b="1" kern="0">
              <a:solidFill>
                <a:srgbClr val="FFC000"/>
              </a:solidFill>
              <a:cs typeface="+mn-ea"/>
              <a:sym typeface="+mn-lt"/>
            </a:endParaRPr>
          </a:p>
        </p:txBody>
      </p:sp>
      <p:sp>
        <p:nvSpPr>
          <p:cNvPr id="26" name="矩形 25">
            <a:extLst>
              <a:ext uri="{FF2B5EF4-FFF2-40B4-BE49-F238E27FC236}">
                <a16:creationId xmlns:a16="http://schemas.microsoft.com/office/drawing/2014/main" id="{020735DB-F190-0A38-1BDD-F3F4AEE6DDA8}"/>
              </a:ext>
            </a:extLst>
          </p:cNvPr>
          <p:cNvSpPr/>
          <p:nvPr/>
        </p:nvSpPr>
        <p:spPr>
          <a:xfrm>
            <a:off x="4208547" y="1050811"/>
            <a:ext cx="517370" cy="336832"/>
          </a:xfrm>
          <a:prstGeom prst="rect">
            <a:avLst/>
          </a:prstGeom>
          <a:solidFill>
            <a:schemeClr val="accent5">
              <a:lumMod val="50000"/>
              <a:alpha val="82000"/>
            </a:schemeClr>
          </a:solidFill>
          <a:ln w="25400" cap="flat" cmpd="sng" algn="ctr">
            <a:noFill/>
            <a:prstDash val="solid"/>
          </a:ln>
          <a:effectLst/>
        </p:spPr>
        <p:txBody>
          <a:bodyPr lIns="0" tIns="0" rIns="0" bIns="0" rtlCol="0" anchor="ctr"/>
          <a:lstStyle/>
          <a:p>
            <a:pPr marL="0" marR="0" indent="0" algn="ctr" defTabSz="914126" rtl="0" eaLnBrk="1" fontAlgn="auto" latinLnBrk="0" hangingPunct="1">
              <a:lnSpc>
                <a:spcPct val="100000"/>
              </a:lnSpc>
              <a:spcBef>
                <a:spcPts val="0"/>
              </a:spcBef>
              <a:spcAft>
                <a:spcPts val="0"/>
              </a:spcAft>
              <a:buClrTx/>
              <a:buSzTx/>
              <a:buFontTx/>
              <a:buNone/>
              <a:tabLst/>
            </a:pPr>
            <a:r>
              <a:rPr lang="en-US" altLang="zh-CN" b="1" kern="0">
                <a:solidFill>
                  <a:srgbClr val="FFC000"/>
                </a:solidFill>
                <a:cs typeface="+mn-ea"/>
                <a:sym typeface="+mn-lt"/>
              </a:rPr>
              <a:t>2</a:t>
            </a:r>
            <a:endParaRPr lang="zh-CN" altLang="en-US" b="1" kern="0">
              <a:solidFill>
                <a:srgbClr val="FFC000"/>
              </a:solidFill>
              <a:cs typeface="+mn-ea"/>
              <a:sym typeface="+mn-lt"/>
            </a:endParaRPr>
          </a:p>
        </p:txBody>
      </p:sp>
      <p:sp>
        <p:nvSpPr>
          <p:cNvPr id="27" name="矩形 26">
            <a:extLst>
              <a:ext uri="{FF2B5EF4-FFF2-40B4-BE49-F238E27FC236}">
                <a16:creationId xmlns:a16="http://schemas.microsoft.com/office/drawing/2014/main" id="{F3527244-3EED-3777-4057-5491E8DF2CC8}"/>
              </a:ext>
            </a:extLst>
          </p:cNvPr>
          <p:cNvSpPr/>
          <p:nvPr/>
        </p:nvSpPr>
        <p:spPr>
          <a:xfrm>
            <a:off x="4220158" y="3259346"/>
            <a:ext cx="517370" cy="336832"/>
          </a:xfrm>
          <a:prstGeom prst="rect">
            <a:avLst/>
          </a:prstGeom>
          <a:solidFill>
            <a:schemeClr val="accent5">
              <a:lumMod val="50000"/>
              <a:alpha val="82000"/>
            </a:schemeClr>
          </a:solidFill>
          <a:ln w="25400" cap="flat" cmpd="sng" algn="ctr">
            <a:noFill/>
            <a:prstDash val="solid"/>
          </a:ln>
          <a:effectLst/>
        </p:spPr>
        <p:txBody>
          <a:bodyPr lIns="0" tIns="0" rIns="0" bIns="0" rtlCol="0" anchor="ctr"/>
          <a:lstStyle/>
          <a:p>
            <a:pPr marL="0" marR="0" indent="0" algn="ctr" defTabSz="914126" rtl="0" eaLnBrk="1" fontAlgn="auto" latinLnBrk="0" hangingPunct="1">
              <a:lnSpc>
                <a:spcPct val="100000"/>
              </a:lnSpc>
              <a:spcBef>
                <a:spcPts val="0"/>
              </a:spcBef>
              <a:spcAft>
                <a:spcPts val="0"/>
              </a:spcAft>
              <a:buClrTx/>
              <a:buSzTx/>
              <a:buFontTx/>
              <a:buNone/>
              <a:tabLst/>
            </a:pPr>
            <a:r>
              <a:rPr lang="en-US" altLang="zh-CN" b="1" kern="0">
                <a:solidFill>
                  <a:srgbClr val="FFC000"/>
                </a:solidFill>
                <a:cs typeface="+mn-ea"/>
                <a:sym typeface="+mn-lt"/>
              </a:rPr>
              <a:t>3</a:t>
            </a:r>
            <a:endParaRPr lang="zh-CN" altLang="en-US" b="1" kern="0">
              <a:solidFill>
                <a:srgbClr val="FFC000"/>
              </a:solidFill>
              <a:cs typeface="+mn-ea"/>
              <a:sym typeface="+mn-lt"/>
            </a:endParaRPr>
          </a:p>
        </p:txBody>
      </p:sp>
      <p:sp>
        <p:nvSpPr>
          <p:cNvPr id="28" name="矩形 27">
            <a:extLst>
              <a:ext uri="{FF2B5EF4-FFF2-40B4-BE49-F238E27FC236}">
                <a16:creationId xmlns:a16="http://schemas.microsoft.com/office/drawing/2014/main" id="{78C0A863-193F-D84D-C896-BEC093FE7ED5}"/>
              </a:ext>
            </a:extLst>
          </p:cNvPr>
          <p:cNvSpPr/>
          <p:nvPr/>
        </p:nvSpPr>
        <p:spPr>
          <a:xfrm>
            <a:off x="8047968" y="1055576"/>
            <a:ext cx="517370" cy="336832"/>
          </a:xfrm>
          <a:prstGeom prst="rect">
            <a:avLst/>
          </a:prstGeom>
          <a:solidFill>
            <a:schemeClr val="accent5">
              <a:lumMod val="50000"/>
              <a:alpha val="82000"/>
            </a:schemeClr>
          </a:solidFill>
          <a:ln w="25400" cap="flat" cmpd="sng" algn="ctr">
            <a:noFill/>
            <a:prstDash val="solid"/>
          </a:ln>
          <a:effectLst/>
        </p:spPr>
        <p:txBody>
          <a:bodyPr lIns="0" tIns="0" rIns="0" bIns="0" rtlCol="0" anchor="ctr"/>
          <a:lstStyle/>
          <a:p>
            <a:pPr marL="0" marR="0" indent="0" algn="ctr" defTabSz="914126" rtl="0" eaLnBrk="1" fontAlgn="auto" latinLnBrk="0" hangingPunct="1">
              <a:lnSpc>
                <a:spcPct val="100000"/>
              </a:lnSpc>
              <a:spcBef>
                <a:spcPts val="0"/>
              </a:spcBef>
              <a:spcAft>
                <a:spcPts val="0"/>
              </a:spcAft>
              <a:buClrTx/>
              <a:buSzTx/>
              <a:buFontTx/>
              <a:buNone/>
              <a:tabLst/>
            </a:pPr>
            <a:r>
              <a:rPr lang="en-US" altLang="zh-CN" b="1" kern="0">
                <a:solidFill>
                  <a:srgbClr val="FFC000"/>
                </a:solidFill>
                <a:cs typeface="+mn-ea"/>
                <a:sym typeface="+mn-lt"/>
              </a:rPr>
              <a:t>4</a:t>
            </a:r>
            <a:endParaRPr lang="zh-CN" altLang="en-US" b="1" kern="0">
              <a:solidFill>
                <a:srgbClr val="FFC000"/>
              </a:solidFill>
              <a:cs typeface="+mn-ea"/>
              <a:sym typeface="+mn-lt"/>
            </a:endParaRPr>
          </a:p>
        </p:txBody>
      </p:sp>
    </p:spTree>
    <p:extLst>
      <p:ext uri="{BB962C8B-B14F-4D97-AF65-F5344CB8AC3E}">
        <p14:creationId xmlns:p14="http://schemas.microsoft.com/office/powerpoint/2010/main" val="2628302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08BF5-6083-2FAA-681A-3226DEFDBE2E}"/>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947DDCE6-CEB8-62E9-9E5C-BE2D6F922934}"/>
              </a:ext>
            </a:extLst>
          </p:cNvPr>
          <p:cNvSpPr>
            <a:spLocks noGrp="1"/>
          </p:cNvSpPr>
          <p:nvPr>
            <p:ph type="title"/>
          </p:nvPr>
        </p:nvSpPr>
        <p:spPr/>
        <p:txBody>
          <a:bodyPr wrap="square" lIns="0" tIns="0" rIns="0" bIns="0" anchor="ctr" anchorCtr="0"/>
          <a:lstStyle/>
          <a:p>
            <a:r>
              <a:rPr lang="en-US" altLang="zh-CN" sz="2800" b="1">
                <a:latin typeface="+mn-lt"/>
                <a:cs typeface="+mn-ea"/>
                <a:sym typeface="+mn-lt"/>
              </a:rPr>
              <a:t>AI</a:t>
            </a:r>
            <a:r>
              <a:rPr lang="zh-CN" altLang="en-US" sz="2800" b="1">
                <a:latin typeface="+mn-lt"/>
                <a:cs typeface="+mn-ea"/>
                <a:sym typeface="+mn-lt"/>
              </a:rPr>
              <a:t>变革</a:t>
            </a:r>
            <a:r>
              <a:rPr lang="en-US" altLang="zh-CN" sz="2800" b="1">
                <a:latin typeface="+mn-lt"/>
                <a:cs typeface="+mn-ea"/>
                <a:sym typeface="+mn-lt"/>
              </a:rPr>
              <a:t>: </a:t>
            </a:r>
            <a:r>
              <a:rPr lang="zh-CN" altLang="en-US" sz="2800" b="1">
                <a:latin typeface="+mn-lt"/>
                <a:cs typeface="+mn-ea"/>
                <a:sym typeface="+mn-lt"/>
              </a:rPr>
              <a:t>智能质量解决方案推荐</a:t>
            </a:r>
          </a:p>
        </p:txBody>
      </p:sp>
      <p:sp>
        <p:nvSpPr>
          <p:cNvPr id="3" name="矩形 2">
            <a:extLst>
              <a:ext uri="{FF2B5EF4-FFF2-40B4-BE49-F238E27FC236}">
                <a16:creationId xmlns:a16="http://schemas.microsoft.com/office/drawing/2014/main" id="{7F66EA67-C80A-3706-4C3E-9B7CBFB173AD}"/>
              </a:ext>
            </a:extLst>
          </p:cNvPr>
          <p:cNvSpPr/>
          <p:nvPr/>
        </p:nvSpPr>
        <p:spPr>
          <a:xfrm>
            <a:off x="6280150" y="954289"/>
            <a:ext cx="5448801" cy="3028599"/>
          </a:xfrm>
          <a:prstGeom prst="rect">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zh-CN" altLang="en-US" sz="1000">
                <a:solidFill>
                  <a:schemeClr val="tx2">
                    <a:lumMod val="60000"/>
                    <a:lumOff val="40000"/>
                  </a:schemeClr>
                </a:solidFill>
                <a:cs typeface="+mn-ea"/>
                <a:sym typeface="+mn-lt"/>
              </a:rPr>
              <a:t>      </a:t>
            </a:r>
            <a:endParaRPr lang="en-US" altLang="zh-CN" sz="1000">
              <a:solidFill>
                <a:schemeClr val="tx2">
                  <a:lumMod val="60000"/>
                  <a:lumOff val="40000"/>
                </a:schemeClr>
              </a:solidFill>
              <a:cs typeface="+mn-ea"/>
              <a:sym typeface="+mn-lt"/>
            </a:endParaRPr>
          </a:p>
          <a:p>
            <a:r>
              <a:rPr lang="zh-CN" altLang="en-US" sz="900">
                <a:solidFill>
                  <a:schemeClr val="tx2">
                    <a:lumMod val="60000"/>
                    <a:lumOff val="40000"/>
                  </a:schemeClr>
                </a:solidFill>
                <a:cs typeface="+mn-ea"/>
                <a:sym typeface="+mn-lt"/>
              </a:rPr>
              <a:t>问题：根据稽核数据分析不同类别问题的比率以及对策方向</a:t>
            </a:r>
            <a:endParaRPr lang="en-US" altLang="zh-CN" sz="900">
              <a:solidFill>
                <a:schemeClr val="tx2">
                  <a:lumMod val="60000"/>
                  <a:lumOff val="40000"/>
                </a:schemeClr>
              </a:solidFill>
              <a:cs typeface="+mn-ea"/>
              <a:sym typeface="+mn-lt"/>
            </a:endParaRPr>
          </a:p>
          <a:p>
            <a:endParaRPr lang="en-US" altLang="zh-CN" sz="900">
              <a:solidFill>
                <a:schemeClr val="tx2">
                  <a:lumMod val="60000"/>
                  <a:lumOff val="40000"/>
                </a:schemeClr>
              </a:solidFill>
              <a:cs typeface="+mn-ea"/>
              <a:sym typeface="+mn-lt"/>
            </a:endParaRPr>
          </a:p>
          <a:p>
            <a:r>
              <a:rPr lang="zh-CN" altLang="en-US" sz="900">
                <a:solidFill>
                  <a:schemeClr val="tx2">
                    <a:lumMod val="60000"/>
                    <a:lumOff val="40000"/>
                  </a:schemeClr>
                </a:solidFill>
                <a:cs typeface="+mn-ea"/>
                <a:sym typeface="+mn-lt"/>
              </a:rPr>
              <a:t>根据</a:t>
            </a:r>
            <a:r>
              <a:rPr lang="en-US" altLang="zh-CN" sz="900">
                <a:solidFill>
                  <a:schemeClr val="tx2">
                    <a:lumMod val="60000"/>
                    <a:lumOff val="40000"/>
                  </a:schemeClr>
                </a:solidFill>
                <a:cs typeface="+mn-ea"/>
                <a:sym typeface="+mn-lt"/>
              </a:rPr>
              <a:t>QES</a:t>
            </a:r>
            <a:r>
              <a:rPr lang="zh-CN" altLang="en-US" sz="900">
                <a:solidFill>
                  <a:schemeClr val="tx2">
                    <a:lumMod val="60000"/>
                    <a:lumOff val="40000"/>
                  </a:schemeClr>
                </a:solidFill>
                <a:cs typeface="+mn-ea"/>
                <a:sym typeface="+mn-lt"/>
              </a:rPr>
              <a:t> </a:t>
            </a:r>
            <a:r>
              <a:rPr lang="en-US" altLang="zh-CN" sz="900">
                <a:solidFill>
                  <a:schemeClr val="tx2">
                    <a:lumMod val="60000"/>
                    <a:lumOff val="40000"/>
                  </a:schemeClr>
                </a:solidFill>
                <a:cs typeface="+mn-ea"/>
                <a:sym typeface="+mn-lt"/>
              </a:rPr>
              <a:t>PC</a:t>
            </a:r>
            <a:r>
              <a:rPr lang="zh-CN" altLang="en-US" sz="900">
                <a:solidFill>
                  <a:schemeClr val="tx2">
                    <a:lumMod val="60000"/>
                    <a:lumOff val="40000"/>
                  </a:schemeClr>
                </a:solidFill>
                <a:cs typeface="+mn-ea"/>
                <a:sym typeface="+mn-lt"/>
              </a:rPr>
              <a:t> </a:t>
            </a:r>
            <a:r>
              <a:rPr lang="en-US" altLang="zh-CN" sz="900">
                <a:solidFill>
                  <a:schemeClr val="tx2">
                    <a:lumMod val="60000"/>
                    <a:lumOff val="40000"/>
                  </a:schemeClr>
                </a:solidFill>
                <a:cs typeface="+mn-ea"/>
                <a:sym typeface="+mn-lt"/>
              </a:rPr>
              <a:t>routing audit</a:t>
            </a:r>
            <a:r>
              <a:rPr lang="zh-CN" altLang="en-US" sz="900">
                <a:solidFill>
                  <a:schemeClr val="tx2">
                    <a:lumMod val="60000"/>
                    <a:lumOff val="40000"/>
                  </a:schemeClr>
                </a:solidFill>
                <a:cs typeface="+mn-ea"/>
                <a:sym typeface="+mn-lt"/>
              </a:rPr>
              <a:t>稽核流程做出总结，最近一个月的问题分布主要为：</a:t>
            </a:r>
            <a:endParaRPr lang="en-US" altLang="zh-CN" sz="900">
              <a:solidFill>
                <a:schemeClr val="tx2">
                  <a:lumMod val="60000"/>
                  <a:lumOff val="40000"/>
                </a:schemeClr>
              </a:solidFill>
              <a:cs typeface="+mn-ea"/>
              <a:sym typeface="+mn-lt"/>
            </a:endParaRPr>
          </a:p>
          <a:p>
            <a:pPr>
              <a:spcBef>
                <a:spcPts val="600"/>
              </a:spcBef>
            </a:pPr>
            <a:r>
              <a:rPr lang="en-US" altLang="zh-CN" sz="900">
                <a:solidFill>
                  <a:schemeClr val="tx2">
                    <a:lumMod val="60000"/>
                    <a:lumOff val="40000"/>
                  </a:schemeClr>
                </a:solidFill>
                <a:cs typeface="+mn-ea"/>
                <a:sym typeface="+mn-lt"/>
              </a:rPr>
              <a:t>   </a:t>
            </a:r>
            <a:r>
              <a:rPr lang="zh-CN" altLang="en-US" sz="900">
                <a:solidFill>
                  <a:schemeClr val="tx2">
                    <a:lumMod val="60000"/>
                    <a:lumOff val="40000"/>
                  </a:schemeClr>
                </a:solidFill>
                <a:cs typeface="+mn-ea"/>
                <a:sym typeface="+mn-lt"/>
              </a:rPr>
              <a:t>类型                                     百分比</a:t>
            </a:r>
            <a:endParaRPr lang="en-US" altLang="zh-CN" sz="900">
              <a:solidFill>
                <a:schemeClr val="tx2">
                  <a:lumMod val="60000"/>
                  <a:lumOff val="40000"/>
                </a:schemeClr>
              </a:solidFill>
              <a:cs typeface="+mn-ea"/>
              <a:sym typeface="+mn-lt"/>
            </a:endParaRPr>
          </a:p>
          <a:p>
            <a:pPr>
              <a:spcBef>
                <a:spcPts val="600"/>
              </a:spcBef>
            </a:pPr>
            <a:r>
              <a:rPr lang="zh-CN" altLang="en-US" sz="900">
                <a:solidFill>
                  <a:schemeClr val="tx2">
                    <a:lumMod val="60000"/>
                    <a:lumOff val="40000"/>
                  </a:schemeClr>
                </a:solidFill>
                <a:cs typeface="+mn-ea"/>
                <a:sym typeface="+mn-lt"/>
              </a:rPr>
              <a:t>未戴静电手环                           </a:t>
            </a:r>
            <a:r>
              <a:rPr lang="en-US" altLang="zh-CN" sz="900">
                <a:solidFill>
                  <a:schemeClr val="tx2">
                    <a:lumMod val="60000"/>
                    <a:lumOff val="40000"/>
                  </a:schemeClr>
                </a:solidFill>
                <a:cs typeface="+mn-ea"/>
                <a:sym typeface="+mn-lt"/>
              </a:rPr>
              <a:t>6.8%</a:t>
            </a:r>
          </a:p>
          <a:p>
            <a:pPr>
              <a:spcBef>
                <a:spcPts val="600"/>
              </a:spcBef>
            </a:pPr>
            <a:r>
              <a:rPr lang="zh-CN" altLang="en-US" sz="900">
                <a:solidFill>
                  <a:schemeClr val="tx2">
                    <a:lumMod val="60000"/>
                    <a:lumOff val="40000"/>
                  </a:schemeClr>
                </a:solidFill>
                <a:cs typeface="+mn-ea"/>
                <a:sym typeface="+mn-lt"/>
              </a:rPr>
              <a:t>未按</a:t>
            </a:r>
            <a:r>
              <a:rPr lang="en-US" altLang="zh-CN" sz="900">
                <a:solidFill>
                  <a:schemeClr val="tx2">
                    <a:lumMod val="60000"/>
                    <a:lumOff val="40000"/>
                  </a:schemeClr>
                </a:solidFill>
                <a:cs typeface="+mn-ea"/>
                <a:sym typeface="+mn-lt"/>
              </a:rPr>
              <a:t>SOP</a:t>
            </a:r>
            <a:r>
              <a:rPr lang="zh-CN" altLang="en-US" sz="900">
                <a:solidFill>
                  <a:schemeClr val="tx2">
                    <a:lumMod val="60000"/>
                    <a:lumOff val="40000"/>
                  </a:schemeClr>
                </a:solidFill>
                <a:cs typeface="+mn-ea"/>
                <a:sym typeface="+mn-lt"/>
              </a:rPr>
              <a:t>作业                           </a:t>
            </a:r>
            <a:r>
              <a:rPr lang="en-US" altLang="zh-CN" sz="900">
                <a:solidFill>
                  <a:schemeClr val="tx2">
                    <a:lumMod val="60000"/>
                    <a:lumOff val="40000"/>
                  </a:schemeClr>
                </a:solidFill>
                <a:cs typeface="+mn-ea"/>
                <a:sym typeface="+mn-lt"/>
              </a:rPr>
              <a:t>5.5%</a:t>
            </a:r>
          </a:p>
          <a:p>
            <a:pPr>
              <a:spcBef>
                <a:spcPts val="600"/>
              </a:spcBef>
            </a:pPr>
            <a:r>
              <a:rPr lang="en-US" altLang="zh-CN" sz="900">
                <a:solidFill>
                  <a:schemeClr val="tx2">
                    <a:lumMod val="60000"/>
                    <a:lumOff val="40000"/>
                  </a:schemeClr>
                </a:solidFill>
                <a:cs typeface="+mn-ea"/>
                <a:sym typeface="+mn-lt"/>
              </a:rPr>
              <a:t>…                                               …</a:t>
            </a:r>
          </a:p>
          <a:p>
            <a:pPr>
              <a:spcBef>
                <a:spcPts val="600"/>
              </a:spcBef>
            </a:pPr>
            <a:endParaRPr lang="en-US" altLang="zh-CN" sz="900">
              <a:solidFill>
                <a:schemeClr val="tx2">
                  <a:lumMod val="60000"/>
                  <a:lumOff val="40000"/>
                </a:schemeClr>
              </a:solidFill>
              <a:cs typeface="+mn-ea"/>
              <a:sym typeface="+mn-lt"/>
            </a:endParaRPr>
          </a:p>
          <a:p>
            <a:pPr>
              <a:spcBef>
                <a:spcPts val="600"/>
              </a:spcBef>
            </a:pPr>
            <a:r>
              <a:rPr lang="zh-CN" altLang="en-US" sz="900">
                <a:solidFill>
                  <a:schemeClr val="tx2">
                    <a:lumMod val="60000"/>
                    <a:lumOff val="40000"/>
                  </a:schemeClr>
                </a:solidFill>
                <a:cs typeface="+mn-ea"/>
                <a:sym typeface="+mn-lt"/>
              </a:rPr>
              <a:t>主要问题为</a:t>
            </a:r>
            <a:r>
              <a:rPr lang="en-US" altLang="zh-CN" sz="900">
                <a:solidFill>
                  <a:schemeClr val="tx2">
                    <a:lumMod val="60000"/>
                    <a:lumOff val="40000"/>
                  </a:schemeClr>
                </a:solidFill>
                <a:cs typeface="+mn-ea"/>
                <a:sym typeface="+mn-lt"/>
              </a:rPr>
              <a:t>TOP1   XXX, </a:t>
            </a:r>
            <a:r>
              <a:rPr lang="zh-CN" altLang="en-US" sz="900">
                <a:solidFill>
                  <a:schemeClr val="tx2">
                    <a:lumMod val="60000"/>
                    <a:lumOff val="40000"/>
                  </a:schemeClr>
                </a:solidFill>
                <a:cs typeface="+mn-ea"/>
                <a:sym typeface="+mn-lt"/>
              </a:rPr>
              <a:t>对策建议：</a:t>
            </a:r>
            <a:endParaRPr lang="en-US" altLang="zh-CN" sz="900">
              <a:solidFill>
                <a:schemeClr val="tx2">
                  <a:lumMod val="60000"/>
                  <a:lumOff val="40000"/>
                </a:schemeClr>
              </a:solidFill>
              <a:cs typeface="+mn-ea"/>
              <a:sym typeface="+mn-lt"/>
            </a:endParaRPr>
          </a:p>
          <a:p>
            <a:pPr>
              <a:spcBef>
                <a:spcPts val="600"/>
              </a:spcBef>
            </a:pPr>
            <a:r>
              <a:rPr lang="en-US" altLang="zh-CN" sz="900">
                <a:solidFill>
                  <a:schemeClr val="tx2">
                    <a:lumMod val="60000"/>
                    <a:lumOff val="40000"/>
                  </a:schemeClr>
                </a:solidFill>
                <a:cs typeface="+mn-ea"/>
                <a:sym typeface="+mn-lt"/>
              </a:rPr>
              <a:t>                  TOP2   XXX</a:t>
            </a:r>
            <a:r>
              <a:rPr lang="zh-CN" altLang="en-US" sz="900">
                <a:solidFill>
                  <a:schemeClr val="tx2">
                    <a:lumMod val="60000"/>
                    <a:lumOff val="40000"/>
                  </a:schemeClr>
                </a:solidFill>
                <a:cs typeface="+mn-ea"/>
                <a:sym typeface="+mn-lt"/>
              </a:rPr>
              <a:t>，对策建议：</a:t>
            </a:r>
            <a:endParaRPr lang="en-US" altLang="zh-CN" sz="900">
              <a:solidFill>
                <a:schemeClr val="tx2">
                  <a:lumMod val="60000"/>
                  <a:lumOff val="40000"/>
                </a:schemeClr>
              </a:solidFill>
              <a:cs typeface="+mn-ea"/>
              <a:sym typeface="+mn-lt"/>
            </a:endParaRPr>
          </a:p>
          <a:p>
            <a:pPr>
              <a:spcBef>
                <a:spcPts val="600"/>
              </a:spcBef>
            </a:pPr>
            <a:endParaRPr lang="en-US" altLang="zh-CN" sz="900">
              <a:solidFill>
                <a:schemeClr val="tx2">
                  <a:lumMod val="60000"/>
                  <a:lumOff val="40000"/>
                </a:schemeClr>
              </a:solidFill>
              <a:cs typeface="+mn-ea"/>
              <a:sym typeface="+mn-lt"/>
            </a:endParaRPr>
          </a:p>
          <a:p>
            <a:endParaRPr lang="en-US" altLang="zh-CN" sz="900">
              <a:solidFill>
                <a:schemeClr val="tx2">
                  <a:lumMod val="60000"/>
                  <a:lumOff val="40000"/>
                </a:schemeClr>
              </a:solidFill>
              <a:cs typeface="+mn-ea"/>
              <a:sym typeface="+mn-lt"/>
            </a:endParaRPr>
          </a:p>
          <a:p>
            <a:endParaRPr lang="en-US" altLang="zh-CN" sz="900">
              <a:solidFill>
                <a:schemeClr val="tx2">
                  <a:lumMod val="60000"/>
                  <a:lumOff val="40000"/>
                </a:schemeClr>
              </a:solidFill>
              <a:cs typeface="+mn-ea"/>
              <a:sym typeface="+mn-lt"/>
            </a:endParaRPr>
          </a:p>
        </p:txBody>
      </p:sp>
      <p:pic>
        <p:nvPicPr>
          <p:cNvPr id="8" name="图片 7">
            <a:extLst>
              <a:ext uri="{FF2B5EF4-FFF2-40B4-BE49-F238E27FC236}">
                <a16:creationId xmlns:a16="http://schemas.microsoft.com/office/drawing/2014/main" id="{6FF83586-D3D6-E14E-5D03-FECF4F4CBFA4}"/>
              </a:ext>
            </a:extLst>
          </p:cNvPr>
          <p:cNvPicPr>
            <a:picLocks noChangeAspect="1"/>
          </p:cNvPicPr>
          <p:nvPr/>
        </p:nvPicPr>
        <p:blipFill>
          <a:blip r:embed="rId3"/>
          <a:stretch>
            <a:fillRect/>
          </a:stretch>
        </p:blipFill>
        <p:spPr>
          <a:xfrm>
            <a:off x="6343651" y="3429000"/>
            <a:ext cx="5281400" cy="490672"/>
          </a:xfrm>
          <a:prstGeom prst="rect">
            <a:avLst/>
          </a:prstGeom>
        </p:spPr>
      </p:pic>
      <p:sp>
        <p:nvSpPr>
          <p:cNvPr id="10" name="文本框 9">
            <a:extLst>
              <a:ext uri="{FF2B5EF4-FFF2-40B4-BE49-F238E27FC236}">
                <a16:creationId xmlns:a16="http://schemas.microsoft.com/office/drawing/2014/main" id="{BC6D871F-B5B5-F9FA-4CEF-3B3FF9C5CA16}"/>
              </a:ext>
            </a:extLst>
          </p:cNvPr>
          <p:cNvSpPr txBox="1"/>
          <p:nvPr/>
        </p:nvSpPr>
        <p:spPr>
          <a:xfrm>
            <a:off x="6699457" y="5636505"/>
            <a:ext cx="707818" cy="523220"/>
          </a:xfrm>
          <a:prstGeom prst="rect">
            <a:avLst/>
          </a:prstGeom>
          <a:noFill/>
        </p:spPr>
        <p:txBody>
          <a:bodyPr wrap="square" rtlCol="0">
            <a:spAutoFit/>
          </a:bodyPr>
          <a:lstStyle/>
          <a:p>
            <a:pPr algn="ctr"/>
            <a:r>
              <a:rPr lang="zh-CN" altLang="en-US" sz="1400">
                <a:cs typeface="+mn-ea"/>
                <a:sym typeface="+mn-lt"/>
              </a:rPr>
              <a:t>多源数据</a:t>
            </a:r>
          </a:p>
        </p:txBody>
      </p:sp>
      <p:sp>
        <p:nvSpPr>
          <p:cNvPr id="11" name="文本框 10">
            <a:extLst>
              <a:ext uri="{FF2B5EF4-FFF2-40B4-BE49-F238E27FC236}">
                <a16:creationId xmlns:a16="http://schemas.microsoft.com/office/drawing/2014/main" id="{D3B52A9F-D293-A4EF-929F-0EB469AEAFD1}"/>
              </a:ext>
            </a:extLst>
          </p:cNvPr>
          <p:cNvSpPr txBox="1"/>
          <p:nvPr/>
        </p:nvSpPr>
        <p:spPr>
          <a:xfrm>
            <a:off x="6573331" y="5100669"/>
            <a:ext cx="980868" cy="338554"/>
          </a:xfrm>
          <a:prstGeom prst="rect">
            <a:avLst/>
          </a:prstGeom>
          <a:solidFill>
            <a:schemeClr val="bg1">
              <a:lumMod val="95000"/>
            </a:schemeClr>
          </a:solidFill>
        </p:spPr>
        <p:txBody>
          <a:bodyPr wrap="square" rtlCol="0">
            <a:spAutoFit/>
          </a:bodyPr>
          <a:lstStyle/>
          <a:p>
            <a:pPr algn="ctr"/>
            <a:r>
              <a:rPr lang="zh-CN" altLang="en-US" sz="1600">
                <a:cs typeface="+mn-ea"/>
                <a:sym typeface="+mn-lt"/>
              </a:rPr>
              <a:t>知识库</a:t>
            </a:r>
          </a:p>
        </p:txBody>
      </p:sp>
      <p:sp>
        <p:nvSpPr>
          <p:cNvPr id="12" name="文本框 11">
            <a:extLst>
              <a:ext uri="{FF2B5EF4-FFF2-40B4-BE49-F238E27FC236}">
                <a16:creationId xmlns:a16="http://schemas.microsoft.com/office/drawing/2014/main" id="{9FED534F-A32E-2475-BDB6-3FE29216997D}"/>
              </a:ext>
            </a:extLst>
          </p:cNvPr>
          <p:cNvSpPr txBox="1"/>
          <p:nvPr/>
        </p:nvSpPr>
        <p:spPr>
          <a:xfrm>
            <a:off x="8319739" y="5154807"/>
            <a:ext cx="1160811" cy="338554"/>
          </a:xfrm>
          <a:prstGeom prst="rect">
            <a:avLst/>
          </a:prstGeom>
          <a:solidFill>
            <a:schemeClr val="bg1">
              <a:lumMod val="95000"/>
            </a:schemeClr>
          </a:solidFill>
        </p:spPr>
        <p:txBody>
          <a:bodyPr wrap="square" rtlCol="0">
            <a:spAutoFit/>
          </a:bodyPr>
          <a:lstStyle/>
          <a:p>
            <a:pPr algn="ctr"/>
            <a:r>
              <a:rPr lang="en-US" altLang="zh-CN" sz="1600">
                <a:cs typeface="+mn-ea"/>
                <a:sym typeface="+mn-lt"/>
              </a:rPr>
              <a:t>LLM</a:t>
            </a:r>
          </a:p>
        </p:txBody>
      </p:sp>
      <p:sp>
        <p:nvSpPr>
          <p:cNvPr id="13" name="文本框 12">
            <a:extLst>
              <a:ext uri="{FF2B5EF4-FFF2-40B4-BE49-F238E27FC236}">
                <a16:creationId xmlns:a16="http://schemas.microsoft.com/office/drawing/2014/main" id="{B9237A94-309D-FFF0-38C4-8A6051833FA5}"/>
              </a:ext>
            </a:extLst>
          </p:cNvPr>
          <p:cNvSpPr txBox="1"/>
          <p:nvPr/>
        </p:nvSpPr>
        <p:spPr>
          <a:xfrm>
            <a:off x="8546235" y="5641021"/>
            <a:ext cx="707818" cy="523220"/>
          </a:xfrm>
          <a:prstGeom prst="rect">
            <a:avLst/>
          </a:prstGeom>
          <a:noFill/>
        </p:spPr>
        <p:txBody>
          <a:bodyPr wrap="square" rtlCol="0">
            <a:spAutoFit/>
          </a:bodyPr>
          <a:lstStyle/>
          <a:p>
            <a:pPr algn="ctr"/>
            <a:r>
              <a:rPr lang="zh-CN" altLang="en-US" sz="1400">
                <a:cs typeface="+mn-ea"/>
                <a:sym typeface="+mn-lt"/>
              </a:rPr>
              <a:t>本地模型</a:t>
            </a:r>
          </a:p>
        </p:txBody>
      </p:sp>
      <p:sp>
        <p:nvSpPr>
          <p:cNvPr id="14" name="文本框 13">
            <a:extLst>
              <a:ext uri="{FF2B5EF4-FFF2-40B4-BE49-F238E27FC236}">
                <a16:creationId xmlns:a16="http://schemas.microsoft.com/office/drawing/2014/main" id="{05E572EC-632A-9F6D-C83A-B081D199DB95}"/>
              </a:ext>
            </a:extLst>
          </p:cNvPr>
          <p:cNvSpPr txBox="1"/>
          <p:nvPr/>
        </p:nvSpPr>
        <p:spPr>
          <a:xfrm>
            <a:off x="8319739" y="4574158"/>
            <a:ext cx="1160811" cy="338554"/>
          </a:xfrm>
          <a:prstGeom prst="rect">
            <a:avLst/>
          </a:prstGeom>
          <a:solidFill>
            <a:schemeClr val="bg1">
              <a:lumMod val="95000"/>
            </a:schemeClr>
          </a:solidFill>
        </p:spPr>
        <p:txBody>
          <a:bodyPr wrap="square" rtlCol="0">
            <a:spAutoFit/>
          </a:bodyPr>
          <a:lstStyle/>
          <a:p>
            <a:pPr algn="ctr"/>
            <a:r>
              <a:rPr lang="zh-CN" altLang="en-US" sz="1600">
                <a:cs typeface="+mn-ea"/>
                <a:sym typeface="+mn-lt"/>
              </a:rPr>
              <a:t>思维链</a:t>
            </a:r>
            <a:endParaRPr lang="en-US" altLang="zh-CN" sz="1600">
              <a:cs typeface="+mn-ea"/>
              <a:sym typeface="+mn-lt"/>
            </a:endParaRPr>
          </a:p>
        </p:txBody>
      </p:sp>
      <p:sp>
        <p:nvSpPr>
          <p:cNvPr id="15" name="文本框 14">
            <a:extLst>
              <a:ext uri="{FF2B5EF4-FFF2-40B4-BE49-F238E27FC236}">
                <a16:creationId xmlns:a16="http://schemas.microsoft.com/office/drawing/2014/main" id="{AA770F26-8C01-4E85-1652-89CD8B316643}"/>
              </a:ext>
            </a:extLst>
          </p:cNvPr>
          <p:cNvSpPr txBox="1"/>
          <p:nvPr/>
        </p:nvSpPr>
        <p:spPr>
          <a:xfrm>
            <a:off x="10211589" y="5095277"/>
            <a:ext cx="1260330" cy="338554"/>
          </a:xfrm>
          <a:prstGeom prst="rect">
            <a:avLst/>
          </a:prstGeom>
          <a:solidFill>
            <a:schemeClr val="bg1">
              <a:lumMod val="95000"/>
            </a:schemeClr>
          </a:solidFill>
        </p:spPr>
        <p:txBody>
          <a:bodyPr wrap="square" rtlCol="0">
            <a:spAutoFit/>
          </a:bodyPr>
          <a:lstStyle/>
          <a:p>
            <a:pPr algn="ctr"/>
            <a:r>
              <a:rPr lang="zh-CN" altLang="en-US" sz="1600">
                <a:cs typeface="+mn-ea"/>
                <a:sym typeface="+mn-lt"/>
              </a:rPr>
              <a:t>推荐方案</a:t>
            </a:r>
            <a:endParaRPr lang="en-US" altLang="zh-CN" sz="1600">
              <a:cs typeface="+mn-ea"/>
              <a:sym typeface="+mn-lt"/>
            </a:endParaRPr>
          </a:p>
        </p:txBody>
      </p:sp>
      <p:sp>
        <p:nvSpPr>
          <p:cNvPr id="16" name="矩形 15">
            <a:extLst>
              <a:ext uri="{FF2B5EF4-FFF2-40B4-BE49-F238E27FC236}">
                <a16:creationId xmlns:a16="http://schemas.microsoft.com/office/drawing/2014/main" id="{2CBE2097-83A0-C9D3-AA5B-2CADECF619D1}"/>
              </a:ext>
            </a:extLst>
          </p:cNvPr>
          <p:cNvSpPr/>
          <p:nvPr/>
        </p:nvSpPr>
        <p:spPr>
          <a:xfrm>
            <a:off x="8231176" y="4368800"/>
            <a:ext cx="1408124" cy="1941346"/>
          </a:xfrm>
          <a:prstGeom prst="rect">
            <a:avLst/>
          </a:prstGeom>
          <a:noFill/>
          <a:ln>
            <a:solidFill>
              <a:schemeClr val="bg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lumMod val="85000"/>
                  </a:schemeClr>
                </a:solidFill>
              </a:ln>
              <a:cs typeface="+mn-ea"/>
              <a:sym typeface="+mn-lt"/>
            </a:endParaRPr>
          </a:p>
        </p:txBody>
      </p:sp>
      <p:sp>
        <p:nvSpPr>
          <p:cNvPr id="17" name="矩形 16">
            <a:extLst>
              <a:ext uri="{FF2B5EF4-FFF2-40B4-BE49-F238E27FC236}">
                <a16:creationId xmlns:a16="http://schemas.microsoft.com/office/drawing/2014/main" id="{00BCA8B5-3F4B-7D83-A76D-24336C2844FB}"/>
              </a:ext>
            </a:extLst>
          </p:cNvPr>
          <p:cNvSpPr/>
          <p:nvPr/>
        </p:nvSpPr>
        <p:spPr>
          <a:xfrm>
            <a:off x="6375400" y="4384883"/>
            <a:ext cx="1361003" cy="1941346"/>
          </a:xfrm>
          <a:prstGeom prst="rect">
            <a:avLst/>
          </a:prstGeom>
          <a:noFill/>
          <a:ln>
            <a:solidFill>
              <a:schemeClr val="bg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lumMod val="85000"/>
                  </a:schemeClr>
                </a:solidFill>
              </a:ln>
              <a:cs typeface="+mn-ea"/>
              <a:sym typeface="+mn-lt"/>
            </a:endParaRPr>
          </a:p>
        </p:txBody>
      </p:sp>
      <p:sp>
        <p:nvSpPr>
          <p:cNvPr id="18" name="箭头: 右 17">
            <a:extLst>
              <a:ext uri="{FF2B5EF4-FFF2-40B4-BE49-F238E27FC236}">
                <a16:creationId xmlns:a16="http://schemas.microsoft.com/office/drawing/2014/main" id="{4883944E-9AB5-C810-60F0-D29DDEC23931}"/>
              </a:ext>
            </a:extLst>
          </p:cNvPr>
          <p:cNvSpPr/>
          <p:nvPr/>
        </p:nvSpPr>
        <p:spPr>
          <a:xfrm>
            <a:off x="7731332" y="4871911"/>
            <a:ext cx="499844" cy="841538"/>
          </a:xfrm>
          <a:prstGeom prst="rightArrow">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20" name="直接箭头连接符 19">
            <a:extLst>
              <a:ext uri="{FF2B5EF4-FFF2-40B4-BE49-F238E27FC236}">
                <a16:creationId xmlns:a16="http://schemas.microsoft.com/office/drawing/2014/main" id="{FF171F69-CB9B-B0DF-C6D4-C1D78B3A2AF6}"/>
              </a:ext>
            </a:extLst>
          </p:cNvPr>
          <p:cNvCxnSpPr>
            <a:cxnSpLocks/>
            <a:stCxn id="12" idx="0"/>
            <a:endCxn id="14" idx="2"/>
          </p:cNvCxnSpPr>
          <p:nvPr/>
        </p:nvCxnSpPr>
        <p:spPr>
          <a:xfrm flipV="1">
            <a:off x="8900145" y="4912712"/>
            <a:ext cx="0" cy="24209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箭头: 右 21">
            <a:extLst>
              <a:ext uri="{FF2B5EF4-FFF2-40B4-BE49-F238E27FC236}">
                <a16:creationId xmlns:a16="http://schemas.microsoft.com/office/drawing/2014/main" id="{D7609F65-FAF4-3B40-A9F5-3625DC34CA49}"/>
              </a:ext>
            </a:extLst>
          </p:cNvPr>
          <p:cNvSpPr/>
          <p:nvPr/>
        </p:nvSpPr>
        <p:spPr>
          <a:xfrm>
            <a:off x="9634229" y="4875873"/>
            <a:ext cx="499844" cy="841538"/>
          </a:xfrm>
          <a:prstGeom prst="rightArrow">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矩形 5">
            <a:extLst>
              <a:ext uri="{FF2B5EF4-FFF2-40B4-BE49-F238E27FC236}">
                <a16:creationId xmlns:a16="http://schemas.microsoft.com/office/drawing/2014/main" id="{B085E99A-8829-8365-9DCC-FCC13EDC835E}"/>
              </a:ext>
            </a:extLst>
          </p:cNvPr>
          <p:cNvSpPr/>
          <p:nvPr/>
        </p:nvSpPr>
        <p:spPr>
          <a:xfrm>
            <a:off x="10147973" y="4384882"/>
            <a:ext cx="1408124" cy="1941346"/>
          </a:xfrm>
          <a:prstGeom prst="rect">
            <a:avLst/>
          </a:prstGeom>
          <a:noFill/>
          <a:ln>
            <a:solidFill>
              <a:schemeClr val="bg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lumMod val="85000"/>
                  </a:schemeClr>
                </a:solidFill>
              </a:ln>
              <a:cs typeface="+mn-ea"/>
              <a:sym typeface="+mn-lt"/>
            </a:endParaRPr>
          </a:p>
        </p:txBody>
      </p:sp>
      <p:graphicFrame>
        <p:nvGraphicFramePr>
          <p:cNvPr id="2" name="表格 1">
            <a:extLst>
              <a:ext uri="{FF2B5EF4-FFF2-40B4-BE49-F238E27FC236}">
                <a16:creationId xmlns:a16="http://schemas.microsoft.com/office/drawing/2014/main" id="{6CCF2198-12A3-F06A-2602-403EFE4C16FA}"/>
              </a:ext>
            </a:extLst>
          </p:cNvPr>
          <p:cNvGraphicFramePr>
            <a:graphicFrameLocks noGrp="1"/>
          </p:cNvGraphicFramePr>
          <p:nvPr/>
        </p:nvGraphicFramePr>
        <p:xfrm>
          <a:off x="381086" y="954289"/>
          <a:ext cx="5737967" cy="5371939"/>
        </p:xfrm>
        <a:graphic>
          <a:graphicData uri="http://schemas.openxmlformats.org/drawingml/2006/table">
            <a:tbl>
              <a:tblPr firstRow="1" bandRow="1">
                <a:tableStyleId>{00A15C55-8517-42AA-B614-E9B94910E393}</a:tableStyleId>
              </a:tblPr>
              <a:tblGrid>
                <a:gridCol w="1101883">
                  <a:extLst>
                    <a:ext uri="{9D8B030D-6E8A-4147-A177-3AD203B41FA5}">
                      <a16:colId xmlns:a16="http://schemas.microsoft.com/office/drawing/2014/main" val="201410214"/>
                    </a:ext>
                  </a:extLst>
                </a:gridCol>
                <a:gridCol w="2537585">
                  <a:extLst>
                    <a:ext uri="{9D8B030D-6E8A-4147-A177-3AD203B41FA5}">
                      <a16:colId xmlns:a16="http://schemas.microsoft.com/office/drawing/2014/main" val="2988995373"/>
                    </a:ext>
                  </a:extLst>
                </a:gridCol>
                <a:gridCol w="2098499">
                  <a:extLst>
                    <a:ext uri="{9D8B030D-6E8A-4147-A177-3AD203B41FA5}">
                      <a16:colId xmlns:a16="http://schemas.microsoft.com/office/drawing/2014/main" val="2513220605"/>
                    </a:ext>
                  </a:extLst>
                </a:gridCol>
              </a:tblGrid>
              <a:tr h="625287">
                <a:tc>
                  <a:txBody>
                    <a:bodyPr/>
                    <a:lstStyle/>
                    <a:p>
                      <a:r>
                        <a:rPr lang="zh-CN" altLang="en-US" sz="1600">
                          <a:latin typeface="+mn-lt"/>
                          <a:ea typeface="+mn-ea"/>
                          <a:cs typeface="+mn-ea"/>
                          <a:sym typeface="+mn-lt"/>
                        </a:rPr>
                        <a:t>场景</a:t>
                      </a:r>
                    </a:p>
                  </a:txBody>
                  <a:tcPr anchor="ctr"/>
                </a:tc>
                <a:tc>
                  <a:txBody>
                    <a:bodyPr/>
                    <a:lstStyle/>
                    <a:p>
                      <a:pPr algn="ctr"/>
                      <a:r>
                        <a:rPr lang="en-US" altLang="zh-CN" sz="1600">
                          <a:latin typeface="+mn-lt"/>
                          <a:ea typeface="+mn-ea"/>
                          <a:cs typeface="+mn-ea"/>
                          <a:sym typeface="+mn-lt"/>
                        </a:rPr>
                        <a:t>Scope</a:t>
                      </a:r>
                      <a:endParaRPr lang="zh-CN" altLang="en-US" sz="1600">
                        <a:latin typeface="+mn-lt"/>
                        <a:ea typeface="+mn-ea"/>
                        <a:cs typeface="+mn-ea"/>
                        <a:sym typeface="+mn-lt"/>
                      </a:endParaRPr>
                    </a:p>
                  </a:txBody>
                  <a:tcPr anchor="ctr"/>
                </a:tc>
                <a:tc>
                  <a:txBody>
                    <a:bodyPr/>
                    <a:lstStyle/>
                    <a:p>
                      <a:r>
                        <a:rPr lang="en-US" altLang="zh-CN" sz="1600">
                          <a:latin typeface="+mn-lt"/>
                          <a:ea typeface="+mn-ea"/>
                          <a:cs typeface="+mn-ea"/>
                          <a:sym typeface="+mn-lt"/>
                        </a:rPr>
                        <a:t>Output</a:t>
                      </a:r>
                      <a:endParaRPr lang="zh-CN" altLang="en-US" sz="1600">
                        <a:latin typeface="+mn-lt"/>
                        <a:ea typeface="+mn-ea"/>
                        <a:cs typeface="+mn-ea"/>
                        <a:sym typeface="+mn-lt"/>
                      </a:endParaRPr>
                    </a:p>
                  </a:txBody>
                  <a:tcPr anchor="ctr"/>
                </a:tc>
                <a:extLst>
                  <a:ext uri="{0D108BD9-81ED-4DB2-BD59-A6C34878D82A}">
                    <a16:rowId xmlns:a16="http://schemas.microsoft.com/office/drawing/2014/main" val="1308967748"/>
                  </a:ext>
                </a:extLst>
              </a:tr>
              <a:tr h="1429488">
                <a:tc>
                  <a:txBody>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lang="en-US" altLang="zh-CN" sz="1200">
                          <a:latin typeface="+mn-lt"/>
                          <a:ea typeface="+mn-ea"/>
                          <a:cs typeface="+mn-ea"/>
                          <a:sym typeface="+mn-lt"/>
                        </a:rPr>
                        <a:t>Workstream Solution/One Page</a:t>
                      </a:r>
                      <a:endParaRPr lang="zh-CN" altLang="en-US" sz="1200">
                        <a:latin typeface="+mn-lt"/>
                        <a:ea typeface="+mn-ea"/>
                        <a:cs typeface="+mn-ea"/>
                        <a:sym typeface="+mn-lt"/>
                      </a:endParaRPr>
                    </a:p>
                  </a:txBody>
                  <a:tcPr anchor="ctr"/>
                </a:tc>
                <a:tc>
                  <a:txBody>
                    <a:bodyPr/>
                    <a:lstStyle/>
                    <a:p>
                      <a:pPr algn="l"/>
                      <a:r>
                        <a:rPr lang="en-US" altLang="zh-CN" sz="1200">
                          <a:latin typeface="+mn-lt"/>
                          <a:ea typeface="+mn-ea"/>
                          <a:cs typeface="+mn-ea"/>
                          <a:sym typeface="+mn-lt"/>
                        </a:rPr>
                        <a:t>QES process</a:t>
                      </a:r>
                      <a:r>
                        <a:rPr lang="zh-CN" altLang="en-US" sz="1200">
                          <a:latin typeface="+mn-lt"/>
                          <a:ea typeface="+mn-ea"/>
                          <a:cs typeface="+mn-ea"/>
                          <a:sym typeface="+mn-lt"/>
                        </a:rPr>
                        <a:t>：</a:t>
                      </a:r>
                      <a:r>
                        <a:rPr lang="en-US" altLang="zh-CN" sz="1200">
                          <a:latin typeface="+mn-lt"/>
                          <a:ea typeface="+mn-ea"/>
                          <a:cs typeface="+mn-ea"/>
                          <a:sym typeface="+mn-lt"/>
                        </a:rPr>
                        <a:t> VOC/EWG/MFG/NPI/Supplier/UE FAI/NPI FAI etc. issue;</a:t>
                      </a:r>
                    </a:p>
                    <a:p>
                      <a:pPr algn="l"/>
                      <a:endParaRPr lang="en-US" altLang="zh-CN" sz="1200">
                        <a:latin typeface="+mn-lt"/>
                        <a:ea typeface="+mn-ea"/>
                        <a:cs typeface="+mn-ea"/>
                        <a:sym typeface="+mn-lt"/>
                      </a:endParaRPr>
                    </a:p>
                    <a:p>
                      <a:pPr algn="l"/>
                      <a:r>
                        <a:rPr lang="en-US" altLang="zh-CN" sz="1200">
                          <a:latin typeface="+mn-lt"/>
                          <a:ea typeface="+mn-ea"/>
                          <a:cs typeface="+mn-ea"/>
                          <a:sym typeface="+mn-lt"/>
                        </a:rPr>
                        <a:t>One page:</a:t>
                      </a:r>
                      <a:r>
                        <a:rPr lang="zh-CN" altLang="en-US" sz="1200">
                          <a:latin typeface="+mn-lt"/>
                          <a:ea typeface="+mn-ea"/>
                          <a:cs typeface="+mn-ea"/>
                          <a:sym typeface="+mn-lt"/>
                        </a:rPr>
                        <a:t> </a:t>
                      </a:r>
                      <a:r>
                        <a:rPr lang="en-US" altLang="zh-CN" sz="1200">
                          <a:latin typeface="+mn-lt"/>
                          <a:ea typeface="+mn-ea"/>
                          <a:cs typeface="+mn-ea"/>
                          <a:sym typeface="+mn-lt"/>
                        </a:rPr>
                        <a:t>Issue/Fupan Report</a:t>
                      </a:r>
                    </a:p>
                  </a:txBody>
                  <a:tcPr anchor="ctr"/>
                </a:tc>
                <a:tc>
                  <a:txBody>
                    <a:bodyPr/>
                    <a:lstStyle/>
                    <a:p>
                      <a:pPr algn="l"/>
                      <a:r>
                        <a:rPr lang="en-US" altLang="zh-CN" sz="1200">
                          <a:latin typeface="+mn-lt"/>
                          <a:ea typeface="+mn-ea"/>
                          <a:cs typeface="+mn-ea"/>
                          <a:sym typeface="+mn-lt"/>
                        </a:rPr>
                        <a:t>Recommended R/C &amp; Solution</a:t>
                      </a:r>
                    </a:p>
                  </a:txBody>
                  <a:tcPr anchor="ctr"/>
                </a:tc>
                <a:extLst>
                  <a:ext uri="{0D108BD9-81ED-4DB2-BD59-A6C34878D82A}">
                    <a16:rowId xmlns:a16="http://schemas.microsoft.com/office/drawing/2014/main" val="268557459"/>
                  </a:ext>
                </a:extLst>
              </a:tr>
              <a:tr h="1773628">
                <a:tc>
                  <a:txBody>
                    <a:bodyPr/>
                    <a:lstStyle/>
                    <a:p>
                      <a:pPr algn="l"/>
                      <a:r>
                        <a:rPr lang="en-US" altLang="zh-CN" sz="1200">
                          <a:latin typeface="+mn-lt"/>
                          <a:ea typeface="+mn-ea"/>
                          <a:cs typeface="+mn-ea"/>
                          <a:sym typeface="+mn-lt"/>
                        </a:rPr>
                        <a:t>Design Quality</a:t>
                      </a:r>
                      <a:r>
                        <a:rPr lang="zh-CN" altLang="en-US" sz="1200">
                          <a:latin typeface="+mn-lt"/>
                          <a:ea typeface="+mn-ea"/>
                          <a:cs typeface="+mn-ea"/>
                          <a:sym typeface="+mn-lt"/>
                        </a:rPr>
                        <a:t> </a:t>
                      </a:r>
                      <a:r>
                        <a:rPr lang="en-US" altLang="zh-CN" sz="1200">
                          <a:latin typeface="+mn-lt"/>
                          <a:ea typeface="+mn-ea"/>
                          <a:cs typeface="+mn-ea"/>
                          <a:sym typeface="+mn-lt"/>
                        </a:rPr>
                        <a:t>Workbook</a:t>
                      </a:r>
                      <a:endParaRPr lang="zh-CN" altLang="en-US" sz="1200">
                        <a:latin typeface="+mn-lt"/>
                        <a:ea typeface="+mn-ea"/>
                        <a:cs typeface="+mn-ea"/>
                        <a:sym typeface="+mn-lt"/>
                      </a:endParaRPr>
                    </a:p>
                  </a:txBody>
                  <a:tcPr anchor="ctr"/>
                </a:tc>
                <a:tc>
                  <a:txBody>
                    <a:bodyPr/>
                    <a:lstStyle/>
                    <a:p>
                      <a:pPr algn="l"/>
                      <a:r>
                        <a:rPr lang="en-US" altLang="zh-CN" sz="1200">
                          <a:latin typeface="+mn-lt"/>
                          <a:ea typeface="+mn-ea"/>
                          <a:cs typeface="+mn-ea"/>
                          <a:sym typeface="+mn-lt"/>
                        </a:rPr>
                        <a:t>QES: </a:t>
                      </a:r>
                    </a:p>
                    <a:p>
                      <a:pPr algn="l"/>
                      <a:r>
                        <a:rPr lang="en-US" altLang="zh-CN" sz="1200">
                          <a:latin typeface="+mn-lt"/>
                          <a:ea typeface="+mn-ea"/>
                          <a:cs typeface="+mn-ea"/>
                          <a:sym typeface="+mn-lt"/>
                        </a:rPr>
                        <a:t>Quality Knowledge Library</a:t>
                      </a:r>
                      <a:endParaRPr lang="zh-CN" altLang="en-US" sz="1200">
                        <a:latin typeface="+mn-lt"/>
                        <a:ea typeface="+mn-ea"/>
                        <a:cs typeface="+mn-ea"/>
                        <a:sym typeface="+mn-lt"/>
                      </a:endParaRPr>
                    </a:p>
                  </a:txBody>
                  <a:tcPr anchor="ctr"/>
                </a:tc>
                <a:tc>
                  <a:txBody>
                    <a:bodyPr/>
                    <a:lstStyle/>
                    <a:p>
                      <a:pPr algn="l"/>
                      <a:r>
                        <a:rPr lang="en-US" altLang="zh-CN" sz="1200">
                          <a:latin typeface="+mn-lt"/>
                          <a:ea typeface="+mn-ea"/>
                          <a:cs typeface="+mn-ea"/>
                          <a:sym typeface="+mn-lt"/>
                        </a:rPr>
                        <a:t>Q&amp;A Base on flags</a:t>
                      </a:r>
                      <a:r>
                        <a:rPr lang="zh-CN" altLang="en-US" sz="1200">
                          <a:latin typeface="+mn-lt"/>
                          <a:ea typeface="+mn-ea"/>
                          <a:cs typeface="+mn-ea"/>
                          <a:sym typeface="+mn-lt"/>
                        </a:rPr>
                        <a:t>；</a:t>
                      </a:r>
                      <a:endParaRPr lang="en-US" altLang="zh-CN" sz="1200">
                        <a:latin typeface="+mn-lt"/>
                        <a:ea typeface="+mn-ea"/>
                        <a:cs typeface="+mn-ea"/>
                        <a:sym typeface="+mn-lt"/>
                      </a:endParaRPr>
                    </a:p>
                    <a:p>
                      <a:pPr algn="l"/>
                      <a:r>
                        <a:rPr lang="en-US" altLang="zh-CN" sz="1200">
                          <a:latin typeface="+mn-lt"/>
                          <a:ea typeface="+mn-ea"/>
                          <a:cs typeface="+mn-ea"/>
                          <a:sym typeface="+mn-lt"/>
                        </a:rPr>
                        <a:t>Risk item &amp; recommended solution</a:t>
                      </a:r>
                      <a:endParaRPr lang="zh-CN" altLang="en-US" sz="1200">
                        <a:latin typeface="+mn-lt"/>
                        <a:ea typeface="+mn-ea"/>
                        <a:cs typeface="+mn-ea"/>
                        <a:sym typeface="+mn-lt"/>
                      </a:endParaRPr>
                    </a:p>
                  </a:txBody>
                  <a:tcPr anchor="ctr"/>
                </a:tc>
                <a:extLst>
                  <a:ext uri="{0D108BD9-81ED-4DB2-BD59-A6C34878D82A}">
                    <a16:rowId xmlns:a16="http://schemas.microsoft.com/office/drawing/2014/main" val="1623998165"/>
                  </a:ext>
                </a:extLst>
              </a:tr>
              <a:tr h="1543536">
                <a:tc>
                  <a:txBody>
                    <a:bodyPr/>
                    <a:lstStyle/>
                    <a:p>
                      <a:pPr algn="l"/>
                      <a:r>
                        <a:rPr lang="en-US" altLang="zh-CN" sz="1200">
                          <a:latin typeface="+mn-lt"/>
                          <a:ea typeface="+mn-ea"/>
                          <a:cs typeface="+mn-ea"/>
                          <a:sym typeface="+mn-lt"/>
                        </a:rPr>
                        <a:t>QP</a:t>
                      </a:r>
                      <a:endParaRPr lang="zh-CN" altLang="en-US" sz="1200">
                        <a:latin typeface="+mn-lt"/>
                        <a:ea typeface="+mn-ea"/>
                        <a:cs typeface="+mn-ea"/>
                        <a:sym typeface="+mn-lt"/>
                      </a:endParaRPr>
                    </a:p>
                  </a:txBody>
                  <a:tcPr anchor="ctr"/>
                </a:tc>
                <a:tc>
                  <a:txBody>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lang="en-US" altLang="zh-CN" sz="1200">
                          <a:solidFill>
                            <a:sysClr val="windowText" lastClr="000000"/>
                          </a:solidFill>
                          <a:cs typeface="+mn-ea"/>
                          <a:sym typeface="+mn-lt"/>
                        </a:rPr>
                        <a:t>Compare RFQ/VN/MRD/OD/ with Common Quality Plan/Matrix(Docu.)</a:t>
                      </a:r>
                      <a:endParaRPr lang="zh-CN" altLang="en-US" sz="1200">
                        <a:solidFill>
                          <a:sysClr val="windowText" lastClr="000000"/>
                        </a:solidFill>
                        <a:cs typeface="+mn-ea"/>
                        <a:sym typeface="+mn-lt"/>
                      </a:endParaRPr>
                    </a:p>
                  </a:txBody>
                  <a:tcPr anchor="ctr"/>
                </a:tc>
                <a:tc>
                  <a:txBody>
                    <a:bodyPr/>
                    <a:lstStyle/>
                    <a:p>
                      <a:pPr algn="l"/>
                      <a:r>
                        <a:rPr lang="en-US" altLang="zh-CN" sz="1200">
                          <a:latin typeface="+mn-lt"/>
                          <a:ea typeface="+mn-ea"/>
                          <a:cs typeface="+mn-ea"/>
                          <a:sym typeface="+mn-lt"/>
                        </a:rPr>
                        <a:t>List of Docu. Differences</a:t>
                      </a:r>
                      <a:r>
                        <a:rPr lang="zh-CN" altLang="en-US" sz="1200">
                          <a:latin typeface="+mn-lt"/>
                          <a:ea typeface="+mn-ea"/>
                          <a:cs typeface="+mn-ea"/>
                          <a:sym typeface="+mn-lt"/>
                        </a:rPr>
                        <a:t>，</a:t>
                      </a:r>
                      <a:endParaRPr lang="en-US" altLang="zh-CN" sz="1200">
                        <a:latin typeface="+mn-lt"/>
                        <a:ea typeface="+mn-ea"/>
                        <a:cs typeface="+mn-ea"/>
                        <a:sym typeface="+mn-lt"/>
                      </a:endParaRPr>
                    </a:p>
                    <a:p>
                      <a:pPr algn="l"/>
                      <a:r>
                        <a:rPr lang="en-US" altLang="zh-CN" sz="1200">
                          <a:latin typeface="+mn-lt"/>
                          <a:ea typeface="+mn-ea"/>
                          <a:cs typeface="+mn-ea"/>
                          <a:sym typeface="+mn-lt"/>
                        </a:rPr>
                        <a:t>Recommended New requirements</a:t>
                      </a:r>
                      <a:endParaRPr lang="zh-CN" altLang="en-US" sz="1200">
                        <a:latin typeface="+mn-lt"/>
                        <a:ea typeface="+mn-ea"/>
                        <a:cs typeface="+mn-ea"/>
                        <a:sym typeface="+mn-lt"/>
                      </a:endParaRPr>
                    </a:p>
                  </a:txBody>
                  <a:tcPr anchor="ctr"/>
                </a:tc>
                <a:extLst>
                  <a:ext uri="{0D108BD9-81ED-4DB2-BD59-A6C34878D82A}">
                    <a16:rowId xmlns:a16="http://schemas.microsoft.com/office/drawing/2014/main" val="78301675"/>
                  </a:ext>
                </a:extLst>
              </a:tr>
            </a:tbl>
          </a:graphicData>
        </a:graphic>
      </p:graphicFrame>
    </p:spTree>
    <p:extLst>
      <p:ext uri="{BB962C8B-B14F-4D97-AF65-F5344CB8AC3E}">
        <p14:creationId xmlns:p14="http://schemas.microsoft.com/office/powerpoint/2010/main" val="1448172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B2CB8-ADB9-CE11-18DF-F882A7C6007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5680B91-4786-4076-4EE2-69DF4FC9AF35}"/>
              </a:ext>
            </a:extLst>
          </p:cNvPr>
          <p:cNvSpPr>
            <a:spLocks noGrp="1"/>
          </p:cNvSpPr>
          <p:nvPr>
            <p:ph type="title"/>
          </p:nvPr>
        </p:nvSpPr>
        <p:spPr/>
        <p:txBody>
          <a:bodyPr wrap="square" lIns="0" tIns="0" rIns="0" bIns="0" anchor="ctr" anchorCtr="0"/>
          <a:lstStyle/>
          <a:p>
            <a:pPr defTabSz="1218590">
              <a:tabLst>
                <a:tab pos="1218590" algn="l"/>
              </a:tabLst>
            </a:pPr>
            <a:r>
              <a:rPr lang="zh-CN" altLang="en-US" sz="2800" b="1">
                <a:latin typeface="+mn-lt"/>
                <a:cs typeface="+mn-ea"/>
                <a:sym typeface="+mn-lt"/>
              </a:rPr>
              <a:t>质量智能体</a:t>
            </a:r>
            <a:r>
              <a:rPr lang="en-US" altLang="zh-CN" sz="2800" b="1">
                <a:latin typeface="+mn-lt"/>
                <a:cs typeface="+mn-ea"/>
                <a:sym typeface="+mn-lt"/>
              </a:rPr>
              <a:t>_</a:t>
            </a:r>
            <a:r>
              <a:rPr lang="zh-CN" altLang="en-US" sz="2800" b="1">
                <a:latin typeface="+mn-lt"/>
                <a:cs typeface="+mn-ea"/>
                <a:sym typeface="+mn-lt"/>
              </a:rPr>
              <a:t>基于知识库的质量解决方案</a:t>
            </a:r>
            <a:r>
              <a:rPr lang="en-US" altLang="zh-CN" sz="2800" b="1">
                <a:latin typeface="+mn-lt"/>
                <a:cs typeface="+mn-ea"/>
                <a:sym typeface="+mn-lt"/>
              </a:rPr>
              <a:t>_One Page</a:t>
            </a:r>
            <a:r>
              <a:rPr lang="zh-CN" altLang="en-US" sz="2800" b="1">
                <a:latin typeface="+mn-lt"/>
                <a:cs typeface="+mn-ea"/>
                <a:sym typeface="+mn-lt"/>
              </a:rPr>
              <a:t>结构化管理</a:t>
            </a:r>
          </a:p>
        </p:txBody>
      </p:sp>
      <p:sp>
        <p:nvSpPr>
          <p:cNvPr id="6" name="矩形 5">
            <a:extLst>
              <a:ext uri="{FF2B5EF4-FFF2-40B4-BE49-F238E27FC236}">
                <a16:creationId xmlns:a16="http://schemas.microsoft.com/office/drawing/2014/main" id="{04132270-2F48-42C7-B69C-18A8C3076FC8}"/>
              </a:ext>
            </a:extLst>
          </p:cNvPr>
          <p:cNvSpPr/>
          <p:nvPr/>
        </p:nvSpPr>
        <p:spPr>
          <a:xfrm>
            <a:off x="2015044" y="1073687"/>
            <a:ext cx="517370" cy="336832"/>
          </a:xfrm>
          <a:prstGeom prst="rect">
            <a:avLst/>
          </a:prstGeom>
          <a:solidFill>
            <a:schemeClr val="accent5">
              <a:lumMod val="50000"/>
              <a:alpha val="82000"/>
            </a:schemeClr>
          </a:solidFill>
          <a:ln w="25400" cap="flat" cmpd="sng" algn="ctr">
            <a:noFill/>
            <a:prstDash val="solid"/>
          </a:ln>
          <a:effectLst/>
        </p:spPr>
        <p:txBody>
          <a:bodyPr lIns="0" tIns="0" rIns="0" bIns="0" rtlCol="0" anchor="ctr"/>
          <a:lstStyle/>
          <a:p>
            <a:pPr marL="0" marR="0" indent="0" algn="ctr" defTabSz="914126" rtl="0" eaLnBrk="1" fontAlgn="auto" latinLnBrk="0" hangingPunct="1">
              <a:lnSpc>
                <a:spcPct val="100000"/>
              </a:lnSpc>
              <a:spcBef>
                <a:spcPts val="0"/>
              </a:spcBef>
              <a:spcAft>
                <a:spcPts val="0"/>
              </a:spcAft>
              <a:buClrTx/>
              <a:buSzTx/>
              <a:buFontTx/>
              <a:buNone/>
              <a:tabLst/>
            </a:pPr>
            <a:r>
              <a:rPr lang="en-US" altLang="zh-CN" b="1" kern="0">
                <a:solidFill>
                  <a:srgbClr val="FFC000"/>
                </a:solidFill>
                <a:cs typeface="+mn-ea"/>
                <a:sym typeface="+mn-lt"/>
              </a:rPr>
              <a:t>1</a:t>
            </a:r>
            <a:endParaRPr lang="zh-CN" altLang="en-US" b="1" kern="0">
              <a:solidFill>
                <a:srgbClr val="FFC000"/>
              </a:solidFill>
              <a:cs typeface="+mn-ea"/>
              <a:sym typeface="+mn-lt"/>
            </a:endParaRPr>
          </a:p>
        </p:txBody>
      </p:sp>
      <p:sp>
        <p:nvSpPr>
          <p:cNvPr id="8" name="矩形 7">
            <a:extLst>
              <a:ext uri="{FF2B5EF4-FFF2-40B4-BE49-F238E27FC236}">
                <a16:creationId xmlns:a16="http://schemas.microsoft.com/office/drawing/2014/main" id="{A21D903B-236C-99BA-AD32-9DFED01421EF}"/>
              </a:ext>
            </a:extLst>
          </p:cNvPr>
          <p:cNvSpPr/>
          <p:nvPr/>
        </p:nvSpPr>
        <p:spPr>
          <a:xfrm>
            <a:off x="7786237" y="1071069"/>
            <a:ext cx="517370" cy="336832"/>
          </a:xfrm>
          <a:prstGeom prst="rect">
            <a:avLst/>
          </a:prstGeom>
          <a:solidFill>
            <a:schemeClr val="accent5">
              <a:lumMod val="50000"/>
              <a:alpha val="82000"/>
            </a:schemeClr>
          </a:solidFill>
          <a:ln w="25400" cap="flat" cmpd="sng" algn="ctr">
            <a:noFill/>
            <a:prstDash val="solid"/>
          </a:ln>
          <a:effectLst/>
        </p:spPr>
        <p:txBody>
          <a:bodyPr lIns="0" tIns="0" rIns="0" bIns="0" rtlCol="0" anchor="ctr"/>
          <a:lstStyle/>
          <a:p>
            <a:pPr marL="0" marR="0" indent="0" algn="ctr" defTabSz="914126" rtl="0" eaLnBrk="1" fontAlgn="auto" latinLnBrk="0" hangingPunct="1">
              <a:lnSpc>
                <a:spcPct val="100000"/>
              </a:lnSpc>
              <a:spcBef>
                <a:spcPts val="0"/>
              </a:spcBef>
              <a:spcAft>
                <a:spcPts val="0"/>
              </a:spcAft>
              <a:buClrTx/>
              <a:buSzTx/>
              <a:buFontTx/>
              <a:buNone/>
              <a:tabLst/>
            </a:pPr>
            <a:r>
              <a:rPr lang="en-US" altLang="zh-CN" b="1" kern="0">
                <a:solidFill>
                  <a:srgbClr val="FFC000"/>
                </a:solidFill>
                <a:cs typeface="+mn-ea"/>
                <a:sym typeface="+mn-lt"/>
              </a:rPr>
              <a:t>2</a:t>
            </a:r>
            <a:endParaRPr lang="zh-CN" altLang="en-US" b="1" kern="0">
              <a:solidFill>
                <a:srgbClr val="FFC000"/>
              </a:solidFill>
              <a:cs typeface="+mn-ea"/>
              <a:sym typeface="+mn-lt"/>
            </a:endParaRPr>
          </a:p>
        </p:txBody>
      </p:sp>
      <p:sp>
        <p:nvSpPr>
          <p:cNvPr id="9" name="矩形 8">
            <a:extLst>
              <a:ext uri="{FF2B5EF4-FFF2-40B4-BE49-F238E27FC236}">
                <a16:creationId xmlns:a16="http://schemas.microsoft.com/office/drawing/2014/main" id="{5B7E3CCC-8A42-85B3-A81E-D9138152B513}"/>
              </a:ext>
            </a:extLst>
          </p:cNvPr>
          <p:cNvSpPr/>
          <p:nvPr/>
        </p:nvSpPr>
        <p:spPr>
          <a:xfrm>
            <a:off x="546419" y="1073686"/>
            <a:ext cx="1458999" cy="5328526"/>
          </a:xfrm>
          <a:prstGeom prst="rect">
            <a:avLst/>
          </a:prstGeom>
          <a:solidFill>
            <a:schemeClr val="accent5">
              <a:lumMod val="75000"/>
              <a:alpha val="82000"/>
            </a:schemeClr>
          </a:solidFill>
          <a:ln w="25400" cap="flat" cmpd="sng" algn="ctr">
            <a:noFill/>
            <a:prstDash val="solid"/>
          </a:ln>
          <a:effectLst/>
        </p:spPr>
        <p:txBody>
          <a:bodyPr lIns="0" tIns="0" rIns="0" bIns="0" rtlCol="0" anchor="ctr"/>
          <a:lstStyle/>
          <a:p>
            <a:pPr marL="0" marR="0" indent="0" algn="ctr" defTabSz="914126" rtl="0" eaLnBrk="1" fontAlgn="auto" latinLnBrk="0" hangingPunct="1">
              <a:lnSpc>
                <a:spcPct val="100000"/>
              </a:lnSpc>
              <a:spcBef>
                <a:spcPts val="0"/>
              </a:spcBef>
              <a:spcAft>
                <a:spcPts val="0"/>
              </a:spcAft>
              <a:buClrTx/>
              <a:buSzTx/>
              <a:buFontTx/>
              <a:buNone/>
              <a:tabLst/>
            </a:pPr>
            <a:endParaRPr lang="zh-CN" altLang="en-US" sz="1400" b="1" kern="0">
              <a:solidFill>
                <a:schemeClr val="bg1"/>
              </a:solidFill>
              <a:cs typeface="+mn-ea"/>
              <a:sym typeface="+mn-lt"/>
            </a:endParaRPr>
          </a:p>
        </p:txBody>
      </p:sp>
      <p:sp>
        <p:nvSpPr>
          <p:cNvPr id="11" name="文本框 10">
            <a:extLst>
              <a:ext uri="{FF2B5EF4-FFF2-40B4-BE49-F238E27FC236}">
                <a16:creationId xmlns:a16="http://schemas.microsoft.com/office/drawing/2014/main" id="{8CE118C8-0EAA-2D58-CD32-56BFCA52A062}"/>
              </a:ext>
            </a:extLst>
          </p:cNvPr>
          <p:cNvSpPr txBox="1"/>
          <p:nvPr/>
        </p:nvSpPr>
        <p:spPr>
          <a:xfrm>
            <a:off x="513741" y="3172901"/>
            <a:ext cx="1458999" cy="751872"/>
          </a:xfrm>
          <a:prstGeom prst="rect">
            <a:avLst/>
          </a:prstGeom>
          <a:noFill/>
        </p:spPr>
        <p:txBody>
          <a:bodyPr wrap="square" rtlCol="0">
            <a:spAutoFit/>
          </a:bodyPr>
          <a:lstStyle/>
          <a:p>
            <a:pPr algn="ctr">
              <a:lnSpc>
                <a:spcPct val="150000"/>
              </a:lnSpc>
            </a:pPr>
            <a:r>
              <a:rPr lang="zh-CN" altLang="en-US" b="1">
                <a:solidFill>
                  <a:srgbClr val="FFC000"/>
                </a:solidFill>
                <a:cs typeface="+mn-ea"/>
                <a:sym typeface="+mn-lt"/>
              </a:rPr>
              <a:t>上传</a:t>
            </a:r>
            <a:r>
              <a:rPr lang="en-US" altLang="zh-CN" b="1">
                <a:solidFill>
                  <a:srgbClr val="FFC000"/>
                </a:solidFill>
                <a:cs typeface="+mn-ea"/>
                <a:sym typeface="+mn-lt"/>
              </a:rPr>
              <a:t>PPT</a:t>
            </a:r>
          </a:p>
          <a:p>
            <a:pPr algn="ctr">
              <a:lnSpc>
                <a:spcPct val="150000"/>
              </a:lnSpc>
            </a:pPr>
            <a:r>
              <a:rPr lang="en-US" altLang="zh-CN" sz="1200" b="1">
                <a:solidFill>
                  <a:srgbClr val="FFC000"/>
                </a:solidFill>
                <a:cs typeface="+mn-ea"/>
                <a:sym typeface="+mn-lt"/>
              </a:rPr>
              <a:t>(</a:t>
            </a:r>
            <a:r>
              <a:rPr lang="zh-CN" altLang="en-US" sz="1200" b="1">
                <a:solidFill>
                  <a:srgbClr val="FFC000"/>
                </a:solidFill>
                <a:cs typeface="+mn-ea"/>
                <a:sym typeface="+mn-lt"/>
              </a:rPr>
              <a:t>模板固定</a:t>
            </a:r>
            <a:r>
              <a:rPr lang="en-US" altLang="zh-CN" sz="1200" b="1">
                <a:solidFill>
                  <a:srgbClr val="FFC000"/>
                </a:solidFill>
                <a:cs typeface="+mn-ea"/>
                <a:sym typeface="+mn-lt"/>
              </a:rPr>
              <a:t>)</a:t>
            </a:r>
            <a:endParaRPr lang="zh-CN" altLang="en-US" sz="1200" b="1">
              <a:solidFill>
                <a:srgbClr val="FFC000"/>
              </a:solidFill>
              <a:cs typeface="+mn-ea"/>
              <a:sym typeface="+mn-lt"/>
            </a:endParaRPr>
          </a:p>
        </p:txBody>
      </p:sp>
      <p:sp>
        <p:nvSpPr>
          <p:cNvPr id="20" name="矩形 19">
            <a:extLst>
              <a:ext uri="{FF2B5EF4-FFF2-40B4-BE49-F238E27FC236}">
                <a16:creationId xmlns:a16="http://schemas.microsoft.com/office/drawing/2014/main" id="{365C4987-2BE0-03E2-F1EC-EF656C5449DE}"/>
              </a:ext>
            </a:extLst>
          </p:cNvPr>
          <p:cNvSpPr/>
          <p:nvPr/>
        </p:nvSpPr>
        <p:spPr>
          <a:xfrm>
            <a:off x="6457121" y="1073685"/>
            <a:ext cx="1321000" cy="5328529"/>
          </a:xfrm>
          <a:prstGeom prst="rect">
            <a:avLst/>
          </a:prstGeom>
          <a:solidFill>
            <a:srgbClr val="00B050">
              <a:alpha val="82000"/>
            </a:srgbClr>
          </a:solidFill>
          <a:ln w="25400" cap="flat" cmpd="sng" algn="ctr">
            <a:noFill/>
            <a:prstDash val="solid"/>
          </a:ln>
          <a:effectLst/>
        </p:spPr>
        <p:txBody>
          <a:bodyPr lIns="0" tIns="0" rIns="0" bIns="0" rtlCol="0" anchor="ctr"/>
          <a:lstStyle/>
          <a:p>
            <a:pPr marL="0" marR="0" indent="0" algn="ctr" defTabSz="914126" rtl="0" eaLnBrk="1" fontAlgn="auto" latinLnBrk="0" hangingPunct="1">
              <a:lnSpc>
                <a:spcPct val="100000"/>
              </a:lnSpc>
              <a:spcBef>
                <a:spcPts val="0"/>
              </a:spcBef>
              <a:spcAft>
                <a:spcPts val="0"/>
              </a:spcAft>
              <a:buClrTx/>
              <a:buSzTx/>
              <a:buFontTx/>
              <a:buNone/>
              <a:tabLst/>
            </a:pPr>
            <a:endParaRPr lang="zh-CN" altLang="en-US" sz="1400" b="1" kern="0">
              <a:solidFill>
                <a:schemeClr val="bg1"/>
              </a:solidFill>
              <a:cs typeface="+mn-ea"/>
              <a:sym typeface="+mn-lt"/>
            </a:endParaRPr>
          </a:p>
        </p:txBody>
      </p:sp>
      <p:sp>
        <p:nvSpPr>
          <p:cNvPr id="21" name="文本框 20">
            <a:extLst>
              <a:ext uri="{FF2B5EF4-FFF2-40B4-BE49-F238E27FC236}">
                <a16:creationId xmlns:a16="http://schemas.microsoft.com/office/drawing/2014/main" id="{F47B63BA-2500-B425-C98E-260F4C881B49}"/>
              </a:ext>
            </a:extLst>
          </p:cNvPr>
          <p:cNvSpPr txBox="1"/>
          <p:nvPr/>
        </p:nvSpPr>
        <p:spPr>
          <a:xfrm>
            <a:off x="6405284" y="3206382"/>
            <a:ext cx="1437373" cy="751872"/>
          </a:xfrm>
          <a:prstGeom prst="rect">
            <a:avLst/>
          </a:prstGeom>
          <a:noFill/>
        </p:spPr>
        <p:txBody>
          <a:bodyPr wrap="square" rtlCol="0">
            <a:spAutoFit/>
          </a:bodyPr>
          <a:lstStyle/>
          <a:p>
            <a:pPr algn="ctr">
              <a:lnSpc>
                <a:spcPct val="150000"/>
              </a:lnSpc>
            </a:pPr>
            <a:r>
              <a:rPr lang="zh-CN" altLang="en-US" b="1">
                <a:solidFill>
                  <a:srgbClr val="FFC000"/>
                </a:solidFill>
                <a:cs typeface="+mn-ea"/>
                <a:sym typeface="+mn-lt"/>
              </a:rPr>
              <a:t>结构化解析</a:t>
            </a:r>
            <a:endParaRPr lang="en-US" altLang="zh-CN" b="1">
              <a:solidFill>
                <a:srgbClr val="FFC000"/>
              </a:solidFill>
              <a:cs typeface="+mn-ea"/>
              <a:sym typeface="+mn-lt"/>
            </a:endParaRPr>
          </a:p>
          <a:p>
            <a:pPr algn="ctr">
              <a:lnSpc>
                <a:spcPct val="150000"/>
              </a:lnSpc>
            </a:pPr>
            <a:r>
              <a:rPr lang="zh-CN" altLang="en-US" sz="1200" b="1">
                <a:solidFill>
                  <a:srgbClr val="FFC000"/>
                </a:solidFill>
                <a:cs typeface="+mn-ea"/>
                <a:sym typeface="+mn-lt"/>
              </a:rPr>
              <a:t>（入数据库）</a:t>
            </a:r>
            <a:endParaRPr lang="en-US" altLang="zh-CN" sz="1200" b="1">
              <a:solidFill>
                <a:srgbClr val="FFC000"/>
              </a:solidFill>
              <a:cs typeface="+mn-ea"/>
              <a:sym typeface="+mn-lt"/>
            </a:endParaRPr>
          </a:p>
        </p:txBody>
      </p:sp>
      <p:pic>
        <p:nvPicPr>
          <p:cNvPr id="22" name="图形 21" descr="快进 纯色填充">
            <a:extLst>
              <a:ext uri="{FF2B5EF4-FFF2-40B4-BE49-F238E27FC236}">
                <a16:creationId xmlns:a16="http://schemas.microsoft.com/office/drawing/2014/main" id="{1E955B0B-D5E9-2A9B-85A8-E6E72F5007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72935" y="2720444"/>
            <a:ext cx="482082" cy="2035010"/>
          </a:xfrm>
          <a:prstGeom prst="rect">
            <a:avLst/>
          </a:prstGeom>
        </p:spPr>
      </p:pic>
      <p:pic>
        <p:nvPicPr>
          <p:cNvPr id="42" name="图片 41">
            <a:extLst>
              <a:ext uri="{FF2B5EF4-FFF2-40B4-BE49-F238E27FC236}">
                <a16:creationId xmlns:a16="http://schemas.microsoft.com/office/drawing/2014/main" id="{90E17C60-1736-A98D-E4CD-C65C23C4A740}"/>
              </a:ext>
            </a:extLst>
          </p:cNvPr>
          <p:cNvPicPr>
            <a:picLocks noChangeAspect="1"/>
          </p:cNvPicPr>
          <p:nvPr/>
        </p:nvPicPr>
        <p:blipFill>
          <a:blip r:embed="rId4"/>
          <a:stretch>
            <a:fillRect/>
          </a:stretch>
        </p:blipFill>
        <p:spPr>
          <a:xfrm>
            <a:off x="2013669" y="2081633"/>
            <a:ext cx="4043764" cy="2249498"/>
          </a:xfrm>
          <a:prstGeom prst="rect">
            <a:avLst/>
          </a:prstGeom>
        </p:spPr>
      </p:pic>
      <p:pic>
        <p:nvPicPr>
          <p:cNvPr id="44" name="图片 43">
            <a:extLst>
              <a:ext uri="{FF2B5EF4-FFF2-40B4-BE49-F238E27FC236}">
                <a16:creationId xmlns:a16="http://schemas.microsoft.com/office/drawing/2014/main" id="{761B1327-0B91-6077-F8AE-ADFF6D5A5987}"/>
              </a:ext>
            </a:extLst>
          </p:cNvPr>
          <p:cNvPicPr>
            <a:picLocks noChangeAspect="1"/>
          </p:cNvPicPr>
          <p:nvPr/>
        </p:nvPicPr>
        <p:blipFill>
          <a:blip r:embed="rId5"/>
          <a:stretch>
            <a:fillRect/>
          </a:stretch>
        </p:blipFill>
        <p:spPr>
          <a:xfrm>
            <a:off x="2038096" y="4317624"/>
            <a:ext cx="3975100" cy="2084588"/>
          </a:xfrm>
          <a:prstGeom prst="rect">
            <a:avLst/>
          </a:prstGeom>
        </p:spPr>
      </p:pic>
      <p:sp>
        <p:nvSpPr>
          <p:cNvPr id="46" name="文本框 45">
            <a:extLst>
              <a:ext uri="{FF2B5EF4-FFF2-40B4-BE49-F238E27FC236}">
                <a16:creationId xmlns:a16="http://schemas.microsoft.com/office/drawing/2014/main" id="{AAACAE75-1FEC-1128-B9F8-D94E495D5F6E}"/>
              </a:ext>
            </a:extLst>
          </p:cNvPr>
          <p:cNvSpPr txBox="1"/>
          <p:nvPr/>
        </p:nvSpPr>
        <p:spPr>
          <a:xfrm>
            <a:off x="2540531" y="1097559"/>
            <a:ext cx="3846376" cy="307777"/>
          </a:xfrm>
          <a:prstGeom prst="rect">
            <a:avLst/>
          </a:prstGeom>
          <a:noFill/>
        </p:spPr>
        <p:txBody>
          <a:bodyPr wrap="square">
            <a:spAutoFit/>
          </a:bodyPr>
          <a:lstStyle/>
          <a:p>
            <a:r>
              <a:rPr lang="zh-CN" altLang="en-US" sz="1400">
                <a:ea typeface="微软雅黑" panose="020B0503020204020204" pitchFamily="34" charset="-122"/>
                <a:cs typeface="宋体" panose="02010600030101010101" pitchFamily="2" charset="-122"/>
              </a:rPr>
              <a:t>获取</a:t>
            </a:r>
            <a:r>
              <a:rPr lang="en-US" altLang="zh-CN" sz="1400">
                <a:ea typeface="微软雅黑" panose="020B0503020204020204" pitchFamily="34" charset="-122"/>
                <a:cs typeface="宋体" panose="02010600030101010101" pitchFamily="2" charset="-122"/>
              </a:rPr>
              <a:t>PPT</a:t>
            </a:r>
            <a:r>
              <a:rPr lang="zh-CN" altLang="en-US" sz="1400">
                <a:ea typeface="微软雅黑" panose="020B0503020204020204" pitchFamily="34" charset="-122"/>
                <a:cs typeface="宋体" panose="02010600030101010101" pitchFamily="2" charset="-122"/>
              </a:rPr>
              <a:t>内</a:t>
            </a:r>
            <a:r>
              <a:rPr lang="zh-CN" altLang="zh-CN" sz="1400">
                <a:effectLst/>
                <a:ea typeface="微软雅黑" panose="020B0503020204020204" pitchFamily="34" charset="-122"/>
                <a:cs typeface="宋体" panose="02010600030101010101" pitchFamily="2" charset="-122"/>
              </a:rPr>
              <a:t>此</a:t>
            </a:r>
            <a:r>
              <a:rPr lang="en-US" altLang="zh-CN" sz="1400">
                <a:effectLst/>
                <a:latin typeface="等线" panose="02010600030101010101" pitchFamily="2" charset="-122"/>
                <a:cs typeface="宋体" panose="02010600030101010101" pitchFamily="2" charset="-122"/>
              </a:rPr>
              <a:t>2</a:t>
            </a:r>
            <a:r>
              <a:rPr lang="zh-CN" altLang="zh-CN" sz="1400">
                <a:effectLst/>
                <a:ea typeface="微软雅黑" panose="020B0503020204020204" pitchFamily="34" charset="-122"/>
                <a:cs typeface="宋体" panose="02010600030101010101" pitchFamily="2" charset="-122"/>
              </a:rPr>
              <a:t>页的数据</a:t>
            </a:r>
            <a:r>
              <a:rPr lang="zh-CN" altLang="en-US" sz="1400">
                <a:effectLst/>
                <a:ea typeface="微软雅黑" panose="020B0503020204020204" pitchFamily="34" charset="-122"/>
                <a:cs typeface="宋体" panose="02010600030101010101" pitchFamily="2" charset="-122"/>
              </a:rPr>
              <a:t>，需</a:t>
            </a:r>
            <a:r>
              <a:rPr lang="zh-CN" altLang="zh-CN" sz="1400">
                <a:effectLst/>
                <a:ea typeface="微软雅黑" panose="020B0503020204020204" pitchFamily="34" charset="-122"/>
                <a:cs typeface="宋体" panose="02010600030101010101" pitchFamily="2" charset="-122"/>
              </a:rPr>
              <a:t>转为结构化数据</a:t>
            </a:r>
            <a:endParaRPr lang="zh-CN" altLang="en-US" sz="1400"/>
          </a:p>
        </p:txBody>
      </p:sp>
      <p:sp>
        <p:nvSpPr>
          <p:cNvPr id="47" name="文本框 46">
            <a:extLst>
              <a:ext uri="{FF2B5EF4-FFF2-40B4-BE49-F238E27FC236}">
                <a16:creationId xmlns:a16="http://schemas.microsoft.com/office/drawing/2014/main" id="{219D7B10-6E4C-25C2-59C7-973AA991F995}"/>
              </a:ext>
            </a:extLst>
          </p:cNvPr>
          <p:cNvSpPr txBox="1"/>
          <p:nvPr/>
        </p:nvSpPr>
        <p:spPr>
          <a:xfrm>
            <a:off x="2005418" y="1439160"/>
            <a:ext cx="3441954" cy="276999"/>
          </a:xfrm>
          <a:prstGeom prst="rect">
            <a:avLst/>
          </a:prstGeom>
          <a:noFill/>
        </p:spPr>
        <p:txBody>
          <a:bodyPr wrap="square">
            <a:spAutoFit/>
          </a:bodyPr>
          <a:lstStyle/>
          <a:p>
            <a:r>
              <a:rPr lang="zh-CN" altLang="en-US" sz="1200" b="1">
                <a:ea typeface="微软雅黑" panose="020B0503020204020204" pitchFamily="34" charset="-122"/>
              </a:rPr>
              <a:t>场景</a:t>
            </a:r>
            <a:r>
              <a:rPr lang="en-US" altLang="zh-CN" sz="1200" b="1">
                <a:ea typeface="微软雅黑" panose="020B0503020204020204" pitchFamily="34" charset="-122"/>
              </a:rPr>
              <a:t>1</a:t>
            </a:r>
            <a:r>
              <a:rPr lang="zh-CN" altLang="en-US" sz="1200" b="1">
                <a:ea typeface="微软雅黑" panose="020B0503020204020204" pitchFamily="34" charset="-122"/>
              </a:rPr>
              <a:t>：</a:t>
            </a:r>
            <a:r>
              <a:rPr lang="en-US" altLang="zh-CN" sz="1200" b="1">
                <a:solidFill>
                  <a:srgbClr val="0070C0"/>
                </a:solidFill>
                <a:effectLst>
                  <a:outerShdw blurRad="38100" dist="38100" dir="2700000" algn="tl">
                    <a:srgbClr val="000000">
                      <a:alpha val="43137"/>
                    </a:srgbClr>
                  </a:outerShdw>
                </a:effectLst>
                <a:latin typeface="Arial" panose="020B0604020202020204" pitchFamily="34" charset="0"/>
                <a:ea typeface="黑体" panose="02010609060101010101" pitchFamily="49" charset="-122"/>
                <a:cs typeface="Arial" panose="020B0604020202020204" pitchFamily="34" charset="0"/>
              </a:rPr>
              <a:t>One Page</a:t>
            </a:r>
            <a:endParaRPr lang="zh-CN" altLang="en-US" sz="1200" b="1">
              <a:solidFill>
                <a:srgbClr val="0070C0"/>
              </a:solidFill>
              <a:effectLst>
                <a:outerShdw blurRad="38100" dist="38100" dir="2700000" algn="tl">
                  <a:srgbClr val="000000">
                    <a:alpha val="43137"/>
                  </a:srgbClr>
                </a:outerShdw>
              </a:effectLst>
              <a:latin typeface="Arial" panose="020B0604020202020204" pitchFamily="34" charset="0"/>
              <a:ea typeface="黑体" panose="02010609060101010101" pitchFamily="49" charset="-122"/>
              <a:cs typeface="Arial" panose="020B0604020202020204" pitchFamily="34" charset="0"/>
            </a:endParaRPr>
          </a:p>
        </p:txBody>
      </p:sp>
      <p:sp>
        <p:nvSpPr>
          <p:cNvPr id="49" name="文本框 48">
            <a:extLst>
              <a:ext uri="{FF2B5EF4-FFF2-40B4-BE49-F238E27FC236}">
                <a16:creationId xmlns:a16="http://schemas.microsoft.com/office/drawing/2014/main" id="{40FC44E2-6E55-CA69-AA2E-E10254691EFA}"/>
              </a:ext>
            </a:extLst>
          </p:cNvPr>
          <p:cNvSpPr txBox="1"/>
          <p:nvPr/>
        </p:nvSpPr>
        <p:spPr>
          <a:xfrm>
            <a:off x="2013669" y="1744800"/>
            <a:ext cx="3441954" cy="276999"/>
          </a:xfrm>
          <a:prstGeom prst="rect">
            <a:avLst/>
          </a:prstGeom>
          <a:noFill/>
        </p:spPr>
        <p:txBody>
          <a:bodyPr wrap="square">
            <a:spAutoFit/>
          </a:bodyPr>
          <a:lstStyle/>
          <a:p>
            <a:r>
              <a:rPr lang="zh-CN" altLang="en-US" sz="1200" b="1">
                <a:ea typeface="微软雅黑" panose="020B0503020204020204" pitchFamily="34" charset="-122"/>
              </a:rPr>
              <a:t>场景</a:t>
            </a:r>
            <a:r>
              <a:rPr lang="en-US" altLang="zh-CN" sz="1200" b="1">
                <a:ea typeface="微软雅黑" panose="020B0503020204020204" pitchFamily="34" charset="-122"/>
              </a:rPr>
              <a:t>2</a:t>
            </a:r>
            <a:r>
              <a:rPr lang="zh-CN" altLang="en-US" sz="1200" b="1">
                <a:ea typeface="微软雅黑" panose="020B0503020204020204" pitchFamily="34" charset="-122"/>
              </a:rPr>
              <a:t>：</a:t>
            </a:r>
            <a:r>
              <a:rPr lang="en-US" altLang="zh-CN" sz="1200" b="1">
                <a:solidFill>
                  <a:srgbClr val="0070C0"/>
                </a:solidFill>
                <a:effectLst>
                  <a:outerShdw blurRad="38100" dist="38100" dir="2700000" algn="tl">
                    <a:srgbClr val="000000">
                      <a:alpha val="43137"/>
                    </a:srgbClr>
                  </a:outerShdw>
                </a:effectLst>
                <a:latin typeface="Arial" panose="020B0604020202020204" pitchFamily="34" charset="0"/>
                <a:ea typeface="黑体" panose="02010609060101010101" pitchFamily="49" charset="-122"/>
                <a:cs typeface="Arial" panose="020B0604020202020204" pitchFamily="34" charset="0"/>
              </a:rPr>
              <a:t>One Page </a:t>
            </a:r>
            <a:r>
              <a:rPr lang="en-US" altLang="zh-CN" sz="1200" b="1">
                <a:ea typeface="微软雅黑" panose="020B0503020204020204" pitchFamily="34" charset="-122"/>
              </a:rPr>
              <a:t>+</a:t>
            </a:r>
            <a:r>
              <a:rPr lang="en-US" altLang="zh-CN" sz="1200" b="1">
                <a:solidFill>
                  <a:srgbClr val="0070C0"/>
                </a:solidFill>
                <a:effectLst>
                  <a:outerShdw blurRad="38100" dist="38100" dir="2700000" algn="tl">
                    <a:srgbClr val="000000">
                      <a:alpha val="43137"/>
                    </a:srgbClr>
                  </a:outerShdw>
                </a:effectLst>
                <a:latin typeface="Arial" panose="020B0604020202020204" pitchFamily="34" charset="0"/>
                <a:ea typeface="黑体" panose="02010609060101010101" pitchFamily="49" charset="-122"/>
                <a:cs typeface="Arial" panose="020B0604020202020204" pitchFamily="34" charset="0"/>
              </a:rPr>
              <a:t> PRISM FUPAN</a:t>
            </a:r>
            <a:endParaRPr lang="zh-CN" altLang="en-US" sz="1200" b="1"/>
          </a:p>
        </p:txBody>
      </p:sp>
      <p:sp>
        <p:nvSpPr>
          <p:cNvPr id="50" name="文本框 49">
            <a:extLst>
              <a:ext uri="{FF2B5EF4-FFF2-40B4-BE49-F238E27FC236}">
                <a16:creationId xmlns:a16="http://schemas.microsoft.com/office/drawing/2014/main" id="{BE94A127-80F1-8E9E-2644-C34418FF27FB}"/>
              </a:ext>
            </a:extLst>
          </p:cNvPr>
          <p:cNvSpPr txBox="1"/>
          <p:nvPr/>
        </p:nvSpPr>
        <p:spPr>
          <a:xfrm>
            <a:off x="8373821" y="1083769"/>
            <a:ext cx="3468930" cy="307777"/>
          </a:xfrm>
          <a:prstGeom prst="rect">
            <a:avLst/>
          </a:prstGeom>
          <a:noFill/>
        </p:spPr>
        <p:txBody>
          <a:bodyPr wrap="square">
            <a:spAutoFit/>
          </a:bodyPr>
          <a:lstStyle/>
          <a:p>
            <a:r>
              <a:rPr lang="zh-CN" altLang="en-US" sz="1400">
                <a:ea typeface="微软雅黑" panose="020B0503020204020204" pitchFamily="34" charset="-122"/>
              </a:rPr>
              <a:t>数据库数据结构（</a:t>
            </a:r>
            <a:r>
              <a:rPr lang="en-US" altLang="zh-CN" sz="1400">
                <a:ea typeface="微软雅黑" panose="020B0503020204020204" pitchFamily="34" charset="-122"/>
              </a:rPr>
              <a:t>One Page)</a:t>
            </a:r>
            <a:endParaRPr lang="zh-CN" altLang="en-US" sz="1400"/>
          </a:p>
        </p:txBody>
      </p:sp>
      <p:graphicFrame>
        <p:nvGraphicFramePr>
          <p:cNvPr id="53" name="表格 52">
            <a:extLst>
              <a:ext uri="{FF2B5EF4-FFF2-40B4-BE49-F238E27FC236}">
                <a16:creationId xmlns:a16="http://schemas.microsoft.com/office/drawing/2014/main" id="{D21EA310-4E47-C5BA-D68D-240DFE376678}"/>
              </a:ext>
            </a:extLst>
          </p:cNvPr>
          <p:cNvGraphicFramePr>
            <a:graphicFrameLocks noGrp="1"/>
          </p:cNvGraphicFramePr>
          <p:nvPr/>
        </p:nvGraphicFramePr>
        <p:xfrm>
          <a:off x="7842657" y="1439160"/>
          <a:ext cx="3975100" cy="4963056"/>
        </p:xfrm>
        <a:graphic>
          <a:graphicData uri="http://schemas.openxmlformats.org/drawingml/2006/table">
            <a:tbl>
              <a:tblPr firstRow="1" bandRow="1">
                <a:tableStyleId>{00A15C55-8517-42AA-B614-E9B94910E393}</a:tableStyleId>
              </a:tblPr>
              <a:tblGrid>
                <a:gridCol w="998808">
                  <a:extLst>
                    <a:ext uri="{9D8B030D-6E8A-4147-A177-3AD203B41FA5}">
                      <a16:colId xmlns:a16="http://schemas.microsoft.com/office/drawing/2014/main" val="1627612266"/>
                    </a:ext>
                  </a:extLst>
                </a:gridCol>
                <a:gridCol w="2976292">
                  <a:extLst>
                    <a:ext uri="{9D8B030D-6E8A-4147-A177-3AD203B41FA5}">
                      <a16:colId xmlns:a16="http://schemas.microsoft.com/office/drawing/2014/main" val="3959676290"/>
                    </a:ext>
                  </a:extLst>
                </a:gridCol>
              </a:tblGrid>
              <a:tr h="236336">
                <a:tc>
                  <a:txBody>
                    <a:bodyPr/>
                    <a:lstStyle/>
                    <a:p>
                      <a:r>
                        <a:rPr lang="zh-CN" altLang="en-US" sz="700"/>
                        <a:t>报告名称</a:t>
                      </a:r>
                    </a:p>
                  </a:txBody>
                  <a:tcPr/>
                </a:tc>
                <a:tc>
                  <a:txBody>
                    <a:bodyPr/>
                    <a:lstStyle/>
                    <a:p>
                      <a:r>
                        <a:rPr lang="en-US" altLang="zh-CN" sz="700"/>
                        <a:t>.pptx</a:t>
                      </a:r>
                      <a:r>
                        <a:rPr lang="zh-CN" altLang="en-US" sz="700"/>
                        <a:t>前缀 </a:t>
                      </a:r>
                      <a:r>
                        <a:rPr lang="en-US" altLang="zh-CN" sz="700"/>
                        <a:t>+ </a:t>
                      </a:r>
                      <a:r>
                        <a:rPr lang="zh-CN" altLang="en-US" sz="700"/>
                        <a:t>版本</a:t>
                      </a:r>
                    </a:p>
                  </a:txBody>
                  <a:tcPr/>
                </a:tc>
                <a:extLst>
                  <a:ext uri="{0D108BD9-81ED-4DB2-BD59-A6C34878D82A}">
                    <a16:rowId xmlns:a16="http://schemas.microsoft.com/office/drawing/2014/main" val="2042177366"/>
                  </a:ext>
                </a:extLst>
              </a:tr>
              <a:tr h="236336">
                <a:tc>
                  <a:txBody>
                    <a:bodyPr/>
                    <a:lstStyle/>
                    <a:p>
                      <a:r>
                        <a:rPr lang="zh-CN" altLang="en-US" sz="700"/>
                        <a:t>版本信息</a:t>
                      </a:r>
                    </a:p>
                  </a:txBody>
                  <a:tcPr/>
                </a:tc>
                <a:tc>
                  <a:txBody>
                    <a:bodyPr/>
                    <a:lstStyle/>
                    <a:p>
                      <a:r>
                        <a:rPr lang="zh-CN" altLang="en-US" sz="700"/>
                        <a:t>首次上传默认</a:t>
                      </a:r>
                      <a:r>
                        <a:rPr lang="en-US" altLang="zh-CN" sz="700"/>
                        <a:t>V1.0, </a:t>
                      </a:r>
                      <a:r>
                        <a:rPr lang="zh-CN" altLang="en-US" sz="700"/>
                        <a:t>后续上传版本迭代</a:t>
                      </a:r>
                      <a:endParaRPr lang="en-US" altLang="zh-CN" sz="700"/>
                    </a:p>
                  </a:txBody>
                  <a:tcPr/>
                </a:tc>
                <a:extLst>
                  <a:ext uri="{0D108BD9-81ED-4DB2-BD59-A6C34878D82A}">
                    <a16:rowId xmlns:a16="http://schemas.microsoft.com/office/drawing/2014/main" val="3259158266"/>
                  </a:ext>
                </a:extLst>
              </a:tr>
              <a:tr h="236336">
                <a:tc>
                  <a:txBody>
                    <a:bodyPr/>
                    <a:lstStyle/>
                    <a:p>
                      <a:r>
                        <a:rPr lang="zh-CN" altLang="en-US" sz="700" kern="1200">
                          <a:solidFill>
                            <a:schemeClr val="dk1"/>
                          </a:solidFill>
                          <a:latin typeface="+mn-lt"/>
                          <a:ea typeface="+mn-ea"/>
                          <a:cs typeface="+mn-cs"/>
                        </a:rPr>
                        <a:t>机种信息</a:t>
                      </a:r>
                    </a:p>
                  </a:txBody>
                  <a:tcPr/>
                </a:tc>
                <a:tc>
                  <a:txBody>
                    <a:bodyPr/>
                    <a:lstStyle/>
                    <a:p>
                      <a:r>
                        <a:rPr lang="zh-CN" altLang="en-US" sz="700" kern="1200">
                          <a:solidFill>
                            <a:schemeClr val="dk1"/>
                          </a:solidFill>
                          <a:latin typeface="+mn-lt"/>
                          <a:ea typeface="+mn-ea"/>
                          <a:cs typeface="+mn-cs"/>
                        </a:rPr>
                        <a:t>文档标题内获取机种</a:t>
                      </a:r>
                      <a:r>
                        <a:rPr lang="en-US" altLang="zh-CN" sz="700" kern="1200">
                          <a:solidFill>
                            <a:schemeClr val="dk1"/>
                          </a:solidFill>
                          <a:latin typeface="+mn-lt"/>
                          <a:ea typeface="+mn-ea"/>
                          <a:cs typeface="+mn-cs"/>
                        </a:rPr>
                        <a:t>5</a:t>
                      </a:r>
                      <a:r>
                        <a:rPr lang="zh-CN" altLang="en-US" sz="700" kern="1200">
                          <a:solidFill>
                            <a:schemeClr val="dk1"/>
                          </a:solidFill>
                          <a:latin typeface="+mn-lt"/>
                          <a:ea typeface="+mn-ea"/>
                          <a:cs typeface="+mn-cs"/>
                        </a:rPr>
                        <a:t>码</a:t>
                      </a:r>
                    </a:p>
                  </a:txBody>
                  <a:tcPr/>
                </a:tc>
                <a:extLst>
                  <a:ext uri="{0D108BD9-81ED-4DB2-BD59-A6C34878D82A}">
                    <a16:rowId xmlns:a16="http://schemas.microsoft.com/office/drawing/2014/main" val="22329753"/>
                  </a:ext>
                </a:extLst>
              </a:tr>
              <a:tr h="236336">
                <a:tc>
                  <a:txBody>
                    <a:bodyPr/>
                    <a:lstStyle/>
                    <a:p>
                      <a:r>
                        <a:rPr lang="zh-CN" altLang="en-US" sz="700"/>
                        <a:t>问题描述</a:t>
                      </a:r>
                    </a:p>
                  </a:txBody>
                  <a:tcPr/>
                </a:tc>
                <a:tc>
                  <a:txBody>
                    <a:bodyPr/>
                    <a:lstStyle/>
                    <a:p>
                      <a:r>
                        <a:rPr lang="en-US" altLang="zh-CN" sz="700"/>
                        <a:t>Issue and Data </a:t>
                      </a:r>
                      <a:r>
                        <a:rPr lang="zh-CN" altLang="en-US" sz="700"/>
                        <a:t>中获取</a:t>
                      </a:r>
                      <a:r>
                        <a:rPr lang="en-US" altLang="zh-CN" sz="700"/>
                        <a:t>(problem Description)</a:t>
                      </a:r>
                      <a:endParaRPr lang="zh-CN" altLang="en-US" sz="700"/>
                    </a:p>
                  </a:txBody>
                  <a:tcPr/>
                </a:tc>
                <a:extLst>
                  <a:ext uri="{0D108BD9-81ED-4DB2-BD59-A6C34878D82A}">
                    <a16:rowId xmlns:a16="http://schemas.microsoft.com/office/drawing/2014/main" val="4016608235"/>
                  </a:ext>
                </a:extLst>
              </a:tr>
              <a:tr h="236336">
                <a:tc>
                  <a:txBody>
                    <a:bodyPr/>
                    <a:lstStyle/>
                    <a:p>
                      <a:r>
                        <a:rPr lang="zh-CN" altLang="en-US" sz="700"/>
                        <a:t>问题发生时间</a:t>
                      </a:r>
                    </a:p>
                  </a:txBody>
                  <a:tcPr/>
                </a:tc>
                <a:tc>
                  <a:txBody>
                    <a:bodyPr/>
                    <a:lstStyle/>
                    <a:p>
                      <a:r>
                        <a:rPr lang="en-US" altLang="zh-CN" sz="700"/>
                        <a:t>Issue and Data </a:t>
                      </a:r>
                      <a:r>
                        <a:rPr lang="zh-CN" altLang="en-US" sz="700"/>
                        <a:t>中获取</a:t>
                      </a:r>
                      <a:r>
                        <a:rPr lang="en-US" altLang="zh-CN" sz="700"/>
                        <a:t>(When)</a:t>
                      </a:r>
                      <a:endParaRPr lang="zh-CN" altLang="en-US" sz="700"/>
                    </a:p>
                  </a:txBody>
                  <a:tcPr/>
                </a:tc>
                <a:extLst>
                  <a:ext uri="{0D108BD9-81ED-4DB2-BD59-A6C34878D82A}">
                    <a16:rowId xmlns:a16="http://schemas.microsoft.com/office/drawing/2014/main" val="3605047046"/>
                  </a:ext>
                </a:extLst>
              </a:tr>
              <a:tr h="236336">
                <a:tc>
                  <a:txBody>
                    <a:bodyPr/>
                    <a:lstStyle/>
                    <a:p>
                      <a:r>
                        <a:rPr lang="zh-CN" altLang="en-US" sz="700"/>
                        <a:t>问题发生地点</a:t>
                      </a:r>
                    </a:p>
                  </a:txBody>
                  <a:tcPr/>
                </a:tc>
                <a:tc>
                  <a:txBody>
                    <a:bodyPr/>
                    <a:lstStyle/>
                    <a:p>
                      <a:pPr marL="0" marR="0" lvl="0" indent="0" algn="l" defTabSz="1218682" rtl="0" eaLnBrk="1" fontAlgn="auto" latinLnBrk="0" hangingPunct="1">
                        <a:lnSpc>
                          <a:spcPct val="100000"/>
                        </a:lnSpc>
                        <a:spcBef>
                          <a:spcPts val="0"/>
                        </a:spcBef>
                        <a:spcAft>
                          <a:spcPts val="0"/>
                        </a:spcAft>
                        <a:buClrTx/>
                        <a:buSzTx/>
                        <a:buFontTx/>
                        <a:buNone/>
                        <a:tabLst/>
                        <a:defRPr/>
                      </a:pPr>
                      <a:r>
                        <a:rPr lang="en-US" altLang="zh-CN" sz="700"/>
                        <a:t>Issue and Data </a:t>
                      </a:r>
                      <a:r>
                        <a:rPr lang="zh-CN" altLang="en-US" sz="700"/>
                        <a:t>中获取</a:t>
                      </a:r>
                      <a:r>
                        <a:rPr lang="en-US" altLang="zh-CN" sz="700"/>
                        <a:t>(Where)</a:t>
                      </a:r>
                      <a:endParaRPr lang="zh-CN" altLang="en-US" sz="700"/>
                    </a:p>
                  </a:txBody>
                  <a:tcPr/>
                </a:tc>
                <a:extLst>
                  <a:ext uri="{0D108BD9-81ED-4DB2-BD59-A6C34878D82A}">
                    <a16:rowId xmlns:a16="http://schemas.microsoft.com/office/drawing/2014/main" val="2865399828"/>
                  </a:ext>
                </a:extLst>
              </a:tr>
              <a:tr h="236336">
                <a:tc>
                  <a:txBody>
                    <a:bodyPr/>
                    <a:lstStyle/>
                    <a:p>
                      <a:r>
                        <a:rPr lang="zh-CN" altLang="en-US" sz="700"/>
                        <a:t>影响机种</a:t>
                      </a:r>
                    </a:p>
                  </a:txBody>
                  <a:tcPr/>
                </a:tc>
                <a:tc>
                  <a:txBody>
                    <a:bodyPr/>
                    <a:lstStyle/>
                    <a:p>
                      <a:pPr marL="0" marR="0" lvl="0" indent="0" algn="l" defTabSz="1218682" rtl="0" eaLnBrk="1" fontAlgn="auto" latinLnBrk="0" hangingPunct="1">
                        <a:lnSpc>
                          <a:spcPct val="100000"/>
                        </a:lnSpc>
                        <a:spcBef>
                          <a:spcPts val="0"/>
                        </a:spcBef>
                        <a:spcAft>
                          <a:spcPts val="0"/>
                        </a:spcAft>
                        <a:buClrTx/>
                        <a:buSzTx/>
                        <a:buFontTx/>
                        <a:buNone/>
                        <a:tabLst/>
                        <a:defRPr/>
                      </a:pPr>
                      <a:r>
                        <a:rPr lang="en-US" altLang="zh-CN" sz="700"/>
                        <a:t>Affected Project</a:t>
                      </a:r>
                      <a:r>
                        <a:rPr lang="zh-CN" altLang="en-US" sz="700"/>
                        <a:t> 数据</a:t>
                      </a:r>
                    </a:p>
                  </a:txBody>
                  <a:tcPr/>
                </a:tc>
                <a:extLst>
                  <a:ext uri="{0D108BD9-81ED-4DB2-BD59-A6C34878D82A}">
                    <a16:rowId xmlns:a16="http://schemas.microsoft.com/office/drawing/2014/main" val="4227772573"/>
                  </a:ext>
                </a:extLst>
              </a:tr>
              <a:tr h="236336">
                <a:tc>
                  <a:txBody>
                    <a:bodyPr/>
                    <a:lstStyle/>
                    <a:p>
                      <a:r>
                        <a:rPr lang="zh-CN" altLang="en-US" sz="700"/>
                        <a:t>影响数量</a:t>
                      </a:r>
                    </a:p>
                  </a:txBody>
                  <a:tcPr/>
                </a:tc>
                <a:tc>
                  <a:txBody>
                    <a:bodyPr/>
                    <a:lstStyle/>
                    <a:p>
                      <a:pPr marL="0" marR="0" lvl="0" indent="0" algn="l" defTabSz="1218682" rtl="0" eaLnBrk="1" fontAlgn="auto" latinLnBrk="0" hangingPunct="1">
                        <a:lnSpc>
                          <a:spcPct val="100000"/>
                        </a:lnSpc>
                        <a:spcBef>
                          <a:spcPts val="0"/>
                        </a:spcBef>
                        <a:spcAft>
                          <a:spcPts val="0"/>
                        </a:spcAft>
                        <a:buClrTx/>
                        <a:buSzTx/>
                        <a:buFontTx/>
                        <a:buNone/>
                        <a:tabLst/>
                        <a:defRPr/>
                      </a:pPr>
                      <a:r>
                        <a:rPr lang="en-US" altLang="zh-CN" sz="700"/>
                        <a:t>Affected Quantity </a:t>
                      </a:r>
                      <a:r>
                        <a:rPr lang="zh-CN" altLang="en-US" sz="700"/>
                        <a:t>数据</a:t>
                      </a:r>
                    </a:p>
                  </a:txBody>
                  <a:tcPr/>
                </a:tc>
                <a:extLst>
                  <a:ext uri="{0D108BD9-81ED-4DB2-BD59-A6C34878D82A}">
                    <a16:rowId xmlns:a16="http://schemas.microsoft.com/office/drawing/2014/main" val="1873153056"/>
                  </a:ext>
                </a:extLst>
              </a:tr>
              <a:tr h="236336">
                <a:tc>
                  <a:txBody>
                    <a:bodyPr/>
                    <a:lstStyle/>
                    <a:p>
                      <a:r>
                        <a:rPr lang="zh-CN" altLang="en-US" sz="700"/>
                        <a:t>是否影响供应</a:t>
                      </a:r>
                    </a:p>
                  </a:txBody>
                  <a:tcPr/>
                </a:tc>
                <a:tc>
                  <a:txBody>
                    <a:bodyPr/>
                    <a:lstStyle/>
                    <a:p>
                      <a:pPr marL="0" marR="0" lvl="0" indent="0" algn="l" defTabSz="1218682" rtl="0" eaLnBrk="1" fontAlgn="auto" latinLnBrk="0" hangingPunct="1">
                        <a:lnSpc>
                          <a:spcPct val="100000"/>
                        </a:lnSpc>
                        <a:spcBef>
                          <a:spcPts val="0"/>
                        </a:spcBef>
                        <a:spcAft>
                          <a:spcPts val="0"/>
                        </a:spcAft>
                        <a:buClrTx/>
                        <a:buSzTx/>
                        <a:buFontTx/>
                        <a:buNone/>
                        <a:tabLst/>
                        <a:defRPr/>
                      </a:pPr>
                      <a:r>
                        <a:rPr lang="en-US" altLang="zh-CN" sz="700"/>
                        <a:t>Impact on Supply </a:t>
                      </a:r>
                      <a:r>
                        <a:rPr lang="zh-CN" altLang="en-US" sz="700"/>
                        <a:t>数据（有则影响）</a:t>
                      </a:r>
                    </a:p>
                  </a:txBody>
                  <a:tcPr/>
                </a:tc>
                <a:extLst>
                  <a:ext uri="{0D108BD9-81ED-4DB2-BD59-A6C34878D82A}">
                    <a16:rowId xmlns:a16="http://schemas.microsoft.com/office/drawing/2014/main" val="1865359467"/>
                  </a:ext>
                </a:extLst>
              </a:tr>
              <a:tr h="236336">
                <a:tc>
                  <a:txBody>
                    <a:bodyPr/>
                    <a:lstStyle/>
                    <a:p>
                      <a:r>
                        <a:rPr lang="zh-CN" altLang="en-US" sz="700"/>
                        <a:t>是否影响品牌</a:t>
                      </a:r>
                    </a:p>
                  </a:txBody>
                  <a:tcPr/>
                </a:tc>
                <a:tc>
                  <a:txBody>
                    <a:bodyPr/>
                    <a:lstStyle/>
                    <a:p>
                      <a:pPr marL="0" marR="0" lvl="0" indent="0" algn="l" defTabSz="1218682" rtl="0" eaLnBrk="1" fontAlgn="auto" latinLnBrk="0" hangingPunct="1">
                        <a:lnSpc>
                          <a:spcPct val="100000"/>
                        </a:lnSpc>
                        <a:spcBef>
                          <a:spcPts val="0"/>
                        </a:spcBef>
                        <a:spcAft>
                          <a:spcPts val="0"/>
                        </a:spcAft>
                        <a:buClrTx/>
                        <a:buSzTx/>
                        <a:buFontTx/>
                        <a:buNone/>
                        <a:tabLst/>
                        <a:defRPr/>
                      </a:pPr>
                      <a:r>
                        <a:rPr lang="en-US" altLang="zh-CN" sz="700"/>
                        <a:t>Impact on Brand</a:t>
                      </a:r>
                      <a:r>
                        <a:rPr lang="zh-CN" altLang="en-US" sz="700"/>
                        <a:t>（</a:t>
                      </a:r>
                      <a:r>
                        <a:rPr lang="en-US" altLang="zh-CN" sz="700"/>
                        <a:t>Lenovo/LCFC </a:t>
                      </a:r>
                      <a:r>
                        <a:rPr lang="zh-CN" altLang="en-US" sz="700"/>
                        <a:t>后数据</a:t>
                      </a:r>
                      <a:r>
                        <a:rPr lang="en-US" altLang="zh-CN" sz="700"/>
                        <a:t>)</a:t>
                      </a:r>
                      <a:endParaRPr lang="zh-CN" altLang="en-US" sz="700"/>
                    </a:p>
                  </a:txBody>
                  <a:tcPr/>
                </a:tc>
                <a:extLst>
                  <a:ext uri="{0D108BD9-81ED-4DB2-BD59-A6C34878D82A}">
                    <a16:rowId xmlns:a16="http://schemas.microsoft.com/office/drawing/2014/main" val="3867583511"/>
                  </a:ext>
                </a:extLst>
              </a:tr>
              <a:tr h="236336">
                <a:tc>
                  <a:txBody>
                    <a:bodyPr/>
                    <a:lstStyle/>
                    <a:p>
                      <a:r>
                        <a:rPr lang="zh-CN" altLang="en-US" sz="700"/>
                        <a:t>调查分析进度</a:t>
                      </a:r>
                    </a:p>
                  </a:txBody>
                  <a:tcPr/>
                </a:tc>
                <a:tc>
                  <a:txBody>
                    <a:bodyPr/>
                    <a:lstStyle/>
                    <a:p>
                      <a:pPr marL="0" marR="0" lvl="0" indent="0" algn="l" defTabSz="1218682" rtl="0" eaLnBrk="1" fontAlgn="auto" latinLnBrk="0" hangingPunct="1">
                        <a:lnSpc>
                          <a:spcPct val="100000"/>
                        </a:lnSpc>
                        <a:spcBef>
                          <a:spcPts val="0"/>
                        </a:spcBef>
                        <a:spcAft>
                          <a:spcPts val="0"/>
                        </a:spcAft>
                        <a:buClrTx/>
                        <a:buSzTx/>
                        <a:buFontTx/>
                        <a:buNone/>
                        <a:tabLst/>
                        <a:defRPr/>
                      </a:pPr>
                      <a:r>
                        <a:rPr lang="zh-CN" altLang="en-US" sz="700"/>
                        <a:t>更新日期</a:t>
                      </a:r>
                      <a:r>
                        <a:rPr lang="en-US" altLang="zh-CN" sz="700"/>
                        <a:t>1</a:t>
                      </a:r>
                      <a:endParaRPr lang="zh-CN" altLang="en-US" sz="700"/>
                    </a:p>
                  </a:txBody>
                  <a:tcPr/>
                </a:tc>
                <a:extLst>
                  <a:ext uri="{0D108BD9-81ED-4DB2-BD59-A6C34878D82A}">
                    <a16:rowId xmlns:a16="http://schemas.microsoft.com/office/drawing/2014/main" val="4224209109"/>
                  </a:ext>
                </a:extLst>
              </a:tr>
              <a:tr h="236336">
                <a:tc>
                  <a:txBody>
                    <a:bodyPr/>
                    <a:lstStyle/>
                    <a:p>
                      <a:r>
                        <a:rPr lang="zh-CN" altLang="en-US" sz="700"/>
                        <a:t>调查分析进度</a:t>
                      </a:r>
                    </a:p>
                  </a:txBody>
                  <a:tcPr/>
                </a:tc>
                <a:tc>
                  <a:txBody>
                    <a:bodyPr/>
                    <a:lstStyle/>
                    <a:p>
                      <a:pPr marL="0" marR="0" lvl="0" indent="0" algn="l" defTabSz="1218682" rtl="0" eaLnBrk="1" fontAlgn="auto" latinLnBrk="0" hangingPunct="1">
                        <a:lnSpc>
                          <a:spcPct val="100000"/>
                        </a:lnSpc>
                        <a:spcBef>
                          <a:spcPts val="0"/>
                        </a:spcBef>
                        <a:spcAft>
                          <a:spcPts val="0"/>
                        </a:spcAft>
                        <a:buClrTx/>
                        <a:buSzTx/>
                        <a:buFontTx/>
                        <a:buNone/>
                        <a:tabLst/>
                        <a:defRPr/>
                      </a:pPr>
                      <a:r>
                        <a:rPr lang="zh-CN" altLang="en-US" sz="700"/>
                        <a:t>日期</a:t>
                      </a:r>
                      <a:r>
                        <a:rPr lang="en-US" altLang="zh-CN" sz="700"/>
                        <a:t>1</a:t>
                      </a:r>
                      <a:r>
                        <a:rPr lang="zh-CN" altLang="en-US" sz="700"/>
                        <a:t>更新的内容</a:t>
                      </a:r>
                    </a:p>
                  </a:txBody>
                  <a:tcPr/>
                </a:tc>
                <a:extLst>
                  <a:ext uri="{0D108BD9-81ED-4DB2-BD59-A6C34878D82A}">
                    <a16:rowId xmlns:a16="http://schemas.microsoft.com/office/drawing/2014/main" val="3832184109"/>
                  </a:ext>
                </a:extLst>
              </a:tr>
              <a:tr h="236336">
                <a:tc>
                  <a:txBody>
                    <a:bodyPr/>
                    <a:lstStyle/>
                    <a:p>
                      <a:r>
                        <a:rPr lang="zh-CN" altLang="en-US" sz="700"/>
                        <a:t>调查分析进度</a:t>
                      </a:r>
                    </a:p>
                  </a:txBody>
                  <a:tcPr/>
                </a:tc>
                <a:tc>
                  <a:txBody>
                    <a:bodyPr/>
                    <a:lstStyle/>
                    <a:p>
                      <a:pPr marL="0" marR="0" lvl="0" indent="0" algn="l" defTabSz="1218682" rtl="0" eaLnBrk="1" fontAlgn="auto" latinLnBrk="0" hangingPunct="1">
                        <a:lnSpc>
                          <a:spcPct val="100000"/>
                        </a:lnSpc>
                        <a:spcBef>
                          <a:spcPts val="0"/>
                        </a:spcBef>
                        <a:spcAft>
                          <a:spcPts val="0"/>
                        </a:spcAft>
                        <a:buClrTx/>
                        <a:buSzTx/>
                        <a:buFontTx/>
                        <a:buNone/>
                        <a:tabLst/>
                        <a:defRPr/>
                      </a:pPr>
                      <a:r>
                        <a:rPr lang="zh-CN" altLang="en-US" sz="700"/>
                        <a:t>更新日期</a:t>
                      </a:r>
                      <a:r>
                        <a:rPr lang="en-US" altLang="zh-CN" sz="700"/>
                        <a:t>2</a:t>
                      </a:r>
                      <a:endParaRPr lang="zh-CN" altLang="en-US" sz="700"/>
                    </a:p>
                  </a:txBody>
                  <a:tcPr/>
                </a:tc>
                <a:extLst>
                  <a:ext uri="{0D108BD9-81ED-4DB2-BD59-A6C34878D82A}">
                    <a16:rowId xmlns:a16="http://schemas.microsoft.com/office/drawing/2014/main" val="954269229"/>
                  </a:ext>
                </a:extLst>
              </a:tr>
              <a:tr h="236336">
                <a:tc>
                  <a:txBody>
                    <a:bodyPr/>
                    <a:lstStyle/>
                    <a:p>
                      <a:r>
                        <a:rPr lang="zh-CN" altLang="en-US" sz="700"/>
                        <a:t>调查分析进度</a:t>
                      </a:r>
                    </a:p>
                  </a:txBody>
                  <a:tcPr/>
                </a:tc>
                <a:tc>
                  <a:txBody>
                    <a:bodyPr/>
                    <a:lstStyle/>
                    <a:p>
                      <a:pPr marL="0" marR="0" lvl="0" indent="0" algn="l" defTabSz="1218682" rtl="0" eaLnBrk="1" fontAlgn="auto" latinLnBrk="0" hangingPunct="1">
                        <a:lnSpc>
                          <a:spcPct val="100000"/>
                        </a:lnSpc>
                        <a:spcBef>
                          <a:spcPts val="0"/>
                        </a:spcBef>
                        <a:spcAft>
                          <a:spcPts val="0"/>
                        </a:spcAft>
                        <a:buClrTx/>
                        <a:buSzTx/>
                        <a:buFontTx/>
                        <a:buNone/>
                        <a:tabLst/>
                        <a:defRPr/>
                      </a:pPr>
                      <a:r>
                        <a:rPr lang="zh-CN" altLang="en-US" sz="700"/>
                        <a:t>日期</a:t>
                      </a:r>
                      <a:r>
                        <a:rPr lang="en-US" altLang="zh-CN" sz="700"/>
                        <a:t>2</a:t>
                      </a:r>
                      <a:r>
                        <a:rPr lang="zh-CN" altLang="en-US" sz="700"/>
                        <a:t>更新的内容</a:t>
                      </a:r>
                    </a:p>
                  </a:txBody>
                  <a:tcPr/>
                </a:tc>
                <a:extLst>
                  <a:ext uri="{0D108BD9-81ED-4DB2-BD59-A6C34878D82A}">
                    <a16:rowId xmlns:a16="http://schemas.microsoft.com/office/drawing/2014/main" val="3768848340"/>
                  </a:ext>
                </a:extLst>
              </a:tr>
              <a:tr h="236336">
                <a:tc>
                  <a:txBody>
                    <a:bodyPr/>
                    <a:lstStyle/>
                    <a:p>
                      <a:r>
                        <a:rPr lang="zh-CN" altLang="en-US" sz="700"/>
                        <a:t>调查分析进度</a:t>
                      </a:r>
                    </a:p>
                  </a:txBody>
                  <a:tcPr/>
                </a:tc>
                <a:tc>
                  <a:txBody>
                    <a:bodyPr/>
                    <a:lstStyle/>
                    <a:p>
                      <a:pPr marL="0" marR="0" lvl="0" indent="0" algn="l" defTabSz="1218682" rtl="0" eaLnBrk="1" fontAlgn="auto" latinLnBrk="0" hangingPunct="1">
                        <a:lnSpc>
                          <a:spcPct val="100000"/>
                        </a:lnSpc>
                        <a:spcBef>
                          <a:spcPts val="0"/>
                        </a:spcBef>
                        <a:spcAft>
                          <a:spcPts val="0"/>
                        </a:spcAft>
                        <a:buClrTx/>
                        <a:buSzTx/>
                        <a:buFontTx/>
                        <a:buNone/>
                        <a:tabLst/>
                        <a:defRPr/>
                      </a:pPr>
                      <a:r>
                        <a:rPr lang="zh-CN" altLang="en-US" sz="700"/>
                        <a:t>更新日期</a:t>
                      </a:r>
                      <a:r>
                        <a:rPr lang="en-US" altLang="zh-CN" sz="700"/>
                        <a:t>XX</a:t>
                      </a:r>
                      <a:endParaRPr lang="zh-CN" altLang="en-US" sz="700"/>
                    </a:p>
                  </a:txBody>
                  <a:tcPr/>
                </a:tc>
                <a:extLst>
                  <a:ext uri="{0D108BD9-81ED-4DB2-BD59-A6C34878D82A}">
                    <a16:rowId xmlns:a16="http://schemas.microsoft.com/office/drawing/2014/main" val="3135660483"/>
                  </a:ext>
                </a:extLst>
              </a:tr>
              <a:tr h="236336">
                <a:tc>
                  <a:txBody>
                    <a:bodyPr/>
                    <a:lstStyle/>
                    <a:p>
                      <a:r>
                        <a:rPr lang="zh-CN" altLang="en-US" sz="700"/>
                        <a:t>调查分析进度</a:t>
                      </a:r>
                    </a:p>
                  </a:txBody>
                  <a:tcPr/>
                </a:tc>
                <a:tc>
                  <a:txBody>
                    <a:bodyPr/>
                    <a:lstStyle/>
                    <a:p>
                      <a:pPr marL="0" marR="0" lvl="0" indent="0" algn="l" defTabSz="1218682" rtl="0" eaLnBrk="1" fontAlgn="auto" latinLnBrk="0" hangingPunct="1">
                        <a:lnSpc>
                          <a:spcPct val="100000"/>
                        </a:lnSpc>
                        <a:spcBef>
                          <a:spcPts val="0"/>
                        </a:spcBef>
                        <a:spcAft>
                          <a:spcPts val="0"/>
                        </a:spcAft>
                        <a:buClrTx/>
                        <a:buSzTx/>
                        <a:buFontTx/>
                        <a:buNone/>
                        <a:tabLst/>
                        <a:defRPr/>
                      </a:pPr>
                      <a:r>
                        <a:rPr lang="zh-CN" altLang="en-US" sz="700"/>
                        <a:t>日期</a:t>
                      </a:r>
                      <a:r>
                        <a:rPr lang="en-US" altLang="zh-CN" sz="700"/>
                        <a:t>XX</a:t>
                      </a:r>
                      <a:r>
                        <a:rPr lang="zh-CN" altLang="en-US" sz="700"/>
                        <a:t>更新的内容</a:t>
                      </a:r>
                    </a:p>
                  </a:txBody>
                  <a:tcPr/>
                </a:tc>
                <a:extLst>
                  <a:ext uri="{0D108BD9-81ED-4DB2-BD59-A6C34878D82A}">
                    <a16:rowId xmlns:a16="http://schemas.microsoft.com/office/drawing/2014/main" val="1940403925"/>
                  </a:ext>
                </a:extLst>
              </a:tr>
              <a:tr h="236336">
                <a:tc>
                  <a:txBody>
                    <a:bodyPr/>
                    <a:lstStyle/>
                    <a:p>
                      <a:r>
                        <a:rPr lang="zh-CN" altLang="en-US" sz="700"/>
                        <a:t>原因</a:t>
                      </a:r>
                      <a:r>
                        <a:rPr lang="en-US" altLang="zh-CN" sz="700"/>
                        <a:t>/</a:t>
                      </a:r>
                      <a:r>
                        <a:rPr lang="zh-CN" altLang="en-US" sz="700"/>
                        <a:t>产生原因</a:t>
                      </a:r>
                    </a:p>
                  </a:txBody>
                  <a:tcPr/>
                </a:tc>
                <a:tc>
                  <a:txBody>
                    <a:bodyPr/>
                    <a:lstStyle/>
                    <a:p>
                      <a:pPr marL="0" marR="0" lvl="0" indent="0" algn="l" defTabSz="1218682" rtl="0" eaLnBrk="1" fontAlgn="auto" latinLnBrk="0" hangingPunct="1">
                        <a:lnSpc>
                          <a:spcPct val="100000"/>
                        </a:lnSpc>
                        <a:spcBef>
                          <a:spcPts val="0"/>
                        </a:spcBef>
                        <a:spcAft>
                          <a:spcPts val="0"/>
                        </a:spcAft>
                        <a:buClrTx/>
                        <a:buSzTx/>
                        <a:buFontTx/>
                        <a:buNone/>
                        <a:tabLst/>
                        <a:defRPr/>
                      </a:pPr>
                      <a:r>
                        <a:rPr lang="zh-CN" altLang="en-US" sz="700"/>
                        <a:t>产生原因内容</a:t>
                      </a:r>
                    </a:p>
                  </a:txBody>
                  <a:tcPr/>
                </a:tc>
                <a:extLst>
                  <a:ext uri="{0D108BD9-81ED-4DB2-BD59-A6C34878D82A}">
                    <a16:rowId xmlns:a16="http://schemas.microsoft.com/office/drawing/2014/main" val="2402644321"/>
                  </a:ext>
                </a:extLst>
              </a:tr>
              <a:tr h="236336">
                <a:tc>
                  <a:txBody>
                    <a:bodyPr/>
                    <a:lstStyle/>
                    <a:p>
                      <a:pPr marL="0" marR="0" lvl="0" indent="0" algn="l" defTabSz="1218682" rtl="0" eaLnBrk="1" fontAlgn="auto" latinLnBrk="0" hangingPunct="1">
                        <a:lnSpc>
                          <a:spcPct val="100000"/>
                        </a:lnSpc>
                        <a:spcBef>
                          <a:spcPts val="0"/>
                        </a:spcBef>
                        <a:spcAft>
                          <a:spcPts val="0"/>
                        </a:spcAft>
                        <a:buClrTx/>
                        <a:buSzTx/>
                        <a:buFontTx/>
                        <a:buNone/>
                        <a:tabLst/>
                        <a:defRPr/>
                      </a:pPr>
                      <a:r>
                        <a:rPr lang="zh-CN" altLang="en-US" sz="700"/>
                        <a:t>原因</a:t>
                      </a:r>
                      <a:r>
                        <a:rPr lang="en-US" altLang="zh-CN" sz="700"/>
                        <a:t>/</a:t>
                      </a:r>
                      <a:r>
                        <a:rPr lang="zh-CN" altLang="en-US" sz="700"/>
                        <a:t>产生原因</a:t>
                      </a:r>
                    </a:p>
                  </a:txBody>
                  <a:tcPr/>
                </a:tc>
                <a:tc>
                  <a:txBody>
                    <a:bodyPr/>
                    <a:lstStyle/>
                    <a:p>
                      <a:pPr marL="0" marR="0" lvl="0" indent="0" algn="l" defTabSz="1218682" rtl="0" eaLnBrk="1" fontAlgn="auto" latinLnBrk="0" hangingPunct="1">
                        <a:lnSpc>
                          <a:spcPct val="100000"/>
                        </a:lnSpc>
                        <a:spcBef>
                          <a:spcPts val="0"/>
                        </a:spcBef>
                        <a:spcAft>
                          <a:spcPts val="0"/>
                        </a:spcAft>
                        <a:buClrTx/>
                        <a:buSzTx/>
                        <a:buFontTx/>
                        <a:buNone/>
                        <a:tabLst/>
                        <a:defRPr/>
                      </a:pPr>
                      <a:r>
                        <a:rPr lang="zh-CN" altLang="en-US" sz="700"/>
                        <a:t>流出原因内容</a:t>
                      </a:r>
                    </a:p>
                  </a:txBody>
                  <a:tcPr/>
                </a:tc>
                <a:extLst>
                  <a:ext uri="{0D108BD9-81ED-4DB2-BD59-A6C34878D82A}">
                    <a16:rowId xmlns:a16="http://schemas.microsoft.com/office/drawing/2014/main" val="4092023983"/>
                  </a:ext>
                </a:extLst>
              </a:tr>
              <a:tr h="236336">
                <a:tc>
                  <a:txBody>
                    <a:bodyPr/>
                    <a:lstStyle/>
                    <a:p>
                      <a:pPr marL="0" marR="0" lvl="0" indent="0" algn="l" defTabSz="1218682" rtl="0" eaLnBrk="1" fontAlgn="auto" latinLnBrk="0" hangingPunct="1">
                        <a:lnSpc>
                          <a:spcPct val="100000"/>
                        </a:lnSpc>
                        <a:spcBef>
                          <a:spcPts val="0"/>
                        </a:spcBef>
                        <a:spcAft>
                          <a:spcPts val="0"/>
                        </a:spcAft>
                        <a:buClrTx/>
                        <a:buSzTx/>
                        <a:buFontTx/>
                        <a:buNone/>
                        <a:tabLst/>
                        <a:defRPr/>
                      </a:pPr>
                      <a:r>
                        <a:rPr lang="zh-CN" altLang="en-US" sz="700"/>
                        <a:t>短期进度</a:t>
                      </a:r>
                    </a:p>
                  </a:txBody>
                  <a:tcPr/>
                </a:tc>
                <a:tc>
                  <a:txBody>
                    <a:bodyPr/>
                    <a:lstStyle/>
                    <a:p>
                      <a:pPr marL="0" marR="0" lvl="0" indent="0" algn="l" defTabSz="1218682" rtl="0" eaLnBrk="1" fontAlgn="auto" latinLnBrk="0" hangingPunct="1">
                        <a:lnSpc>
                          <a:spcPct val="100000"/>
                        </a:lnSpc>
                        <a:spcBef>
                          <a:spcPts val="0"/>
                        </a:spcBef>
                        <a:spcAft>
                          <a:spcPts val="0"/>
                        </a:spcAft>
                        <a:buClrTx/>
                        <a:buSzTx/>
                        <a:buFontTx/>
                        <a:buNone/>
                        <a:tabLst/>
                        <a:defRPr/>
                      </a:pPr>
                      <a:r>
                        <a:rPr lang="en-US" altLang="zh-CN" sz="700"/>
                        <a:t>Short-term action with status</a:t>
                      </a:r>
                      <a:r>
                        <a:rPr lang="zh-CN" altLang="en-US" sz="700"/>
                        <a:t>下面内容</a:t>
                      </a:r>
                    </a:p>
                  </a:txBody>
                  <a:tcPr/>
                </a:tc>
                <a:extLst>
                  <a:ext uri="{0D108BD9-81ED-4DB2-BD59-A6C34878D82A}">
                    <a16:rowId xmlns:a16="http://schemas.microsoft.com/office/drawing/2014/main" val="1889340955"/>
                  </a:ext>
                </a:extLst>
              </a:tr>
              <a:tr h="236336">
                <a:tc>
                  <a:txBody>
                    <a:bodyPr/>
                    <a:lstStyle/>
                    <a:p>
                      <a:pPr marL="0" marR="0" lvl="0" indent="0" algn="l" defTabSz="1218682" rtl="0" eaLnBrk="1" fontAlgn="auto" latinLnBrk="0" hangingPunct="1">
                        <a:lnSpc>
                          <a:spcPct val="100000"/>
                        </a:lnSpc>
                        <a:spcBef>
                          <a:spcPts val="0"/>
                        </a:spcBef>
                        <a:spcAft>
                          <a:spcPts val="0"/>
                        </a:spcAft>
                        <a:buClrTx/>
                        <a:buSzTx/>
                        <a:buFontTx/>
                        <a:buNone/>
                        <a:tabLst/>
                        <a:defRPr/>
                      </a:pPr>
                      <a:r>
                        <a:rPr lang="zh-CN" altLang="en-US" sz="700"/>
                        <a:t>长期进度</a:t>
                      </a:r>
                    </a:p>
                  </a:txBody>
                  <a:tcPr/>
                </a:tc>
                <a:tc>
                  <a:txBody>
                    <a:bodyPr/>
                    <a:lstStyle/>
                    <a:p>
                      <a:pPr marL="0" marR="0" lvl="0" indent="0" algn="l" defTabSz="1218682" rtl="0" eaLnBrk="1" fontAlgn="auto" latinLnBrk="0" hangingPunct="1">
                        <a:lnSpc>
                          <a:spcPct val="100000"/>
                        </a:lnSpc>
                        <a:spcBef>
                          <a:spcPts val="0"/>
                        </a:spcBef>
                        <a:spcAft>
                          <a:spcPts val="0"/>
                        </a:spcAft>
                        <a:buClrTx/>
                        <a:buSzTx/>
                        <a:buFontTx/>
                        <a:buNone/>
                        <a:tabLst/>
                        <a:defRPr/>
                      </a:pPr>
                      <a:r>
                        <a:rPr lang="en-US" altLang="zh-CN" sz="700"/>
                        <a:t>Long-term action with Status</a:t>
                      </a:r>
                      <a:r>
                        <a:rPr lang="zh-CN" altLang="en-US" sz="700"/>
                        <a:t>下面内容</a:t>
                      </a:r>
                    </a:p>
                  </a:txBody>
                  <a:tcPr/>
                </a:tc>
                <a:extLst>
                  <a:ext uri="{0D108BD9-81ED-4DB2-BD59-A6C34878D82A}">
                    <a16:rowId xmlns:a16="http://schemas.microsoft.com/office/drawing/2014/main" val="1595595627"/>
                  </a:ext>
                </a:extLst>
              </a:tr>
              <a:tr h="236336">
                <a:tc>
                  <a:txBody>
                    <a:bodyPr/>
                    <a:lstStyle/>
                    <a:p>
                      <a:pPr marL="0" marR="0" lvl="0" indent="0" algn="l" defTabSz="1218682" rtl="0" eaLnBrk="1" fontAlgn="auto" latinLnBrk="0" hangingPunct="1">
                        <a:lnSpc>
                          <a:spcPct val="100000"/>
                        </a:lnSpc>
                        <a:spcBef>
                          <a:spcPts val="0"/>
                        </a:spcBef>
                        <a:spcAft>
                          <a:spcPts val="0"/>
                        </a:spcAft>
                        <a:buClrTx/>
                        <a:buSzTx/>
                        <a:buFontTx/>
                        <a:buNone/>
                        <a:tabLst/>
                        <a:defRPr/>
                      </a:pPr>
                      <a:r>
                        <a:rPr lang="zh-CN" altLang="en-US" sz="700"/>
                        <a:t>复盘</a:t>
                      </a:r>
                    </a:p>
                  </a:txBody>
                  <a:tcPr/>
                </a:tc>
                <a:tc>
                  <a:txBody>
                    <a:bodyPr/>
                    <a:lstStyle/>
                    <a:p>
                      <a:pPr marL="0" marR="0" lvl="0" indent="0" algn="l" defTabSz="1218682" rtl="0" eaLnBrk="1" fontAlgn="auto" latinLnBrk="0" hangingPunct="1">
                        <a:lnSpc>
                          <a:spcPct val="100000"/>
                        </a:lnSpc>
                        <a:spcBef>
                          <a:spcPts val="0"/>
                        </a:spcBef>
                        <a:spcAft>
                          <a:spcPts val="0"/>
                        </a:spcAft>
                        <a:buClrTx/>
                        <a:buSzTx/>
                        <a:buFontTx/>
                        <a:buNone/>
                        <a:tabLst/>
                        <a:defRPr/>
                      </a:pPr>
                      <a:r>
                        <a:rPr lang="en-US" altLang="zh-CN" sz="700"/>
                        <a:t>L&amp;L</a:t>
                      </a:r>
                      <a:r>
                        <a:rPr lang="zh-CN" altLang="en-US" sz="700"/>
                        <a:t>下面内容</a:t>
                      </a:r>
                    </a:p>
                  </a:txBody>
                  <a:tcPr/>
                </a:tc>
                <a:extLst>
                  <a:ext uri="{0D108BD9-81ED-4DB2-BD59-A6C34878D82A}">
                    <a16:rowId xmlns:a16="http://schemas.microsoft.com/office/drawing/2014/main" val="3290534809"/>
                  </a:ext>
                </a:extLst>
              </a:tr>
            </a:tbl>
          </a:graphicData>
        </a:graphic>
      </p:graphicFrame>
    </p:spTree>
    <p:extLst>
      <p:ext uri="{BB962C8B-B14F-4D97-AF65-F5344CB8AC3E}">
        <p14:creationId xmlns:p14="http://schemas.microsoft.com/office/powerpoint/2010/main" val="2507892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CE1F2-6A28-FD28-4E65-B01A660DCA5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7491FC5-0ACE-4247-18EC-B702A7CC46F8}"/>
              </a:ext>
            </a:extLst>
          </p:cNvPr>
          <p:cNvSpPr>
            <a:spLocks noGrp="1"/>
          </p:cNvSpPr>
          <p:nvPr>
            <p:ph type="title"/>
          </p:nvPr>
        </p:nvSpPr>
        <p:spPr/>
        <p:txBody>
          <a:bodyPr wrap="square" lIns="0" tIns="0" rIns="0" bIns="0" anchor="ctr" anchorCtr="0"/>
          <a:lstStyle/>
          <a:p>
            <a:pPr defTabSz="1218590">
              <a:tabLst>
                <a:tab pos="1218590" algn="l"/>
              </a:tabLst>
            </a:pPr>
            <a:r>
              <a:rPr lang="zh-CN" altLang="en-US" sz="2800" b="1">
                <a:latin typeface="+mn-lt"/>
                <a:cs typeface="+mn-ea"/>
                <a:sym typeface="+mn-lt"/>
              </a:rPr>
              <a:t>质量智能体</a:t>
            </a:r>
            <a:r>
              <a:rPr lang="en-US" altLang="zh-CN" sz="2800" b="1">
                <a:latin typeface="+mn-lt"/>
                <a:cs typeface="+mn-ea"/>
                <a:sym typeface="+mn-lt"/>
              </a:rPr>
              <a:t>_</a:t>
            </a:r>
            <a:r>
              <a:rPr lang="zh-CN" altLang="en-US" sz="2800" b="1">
                <a:latin typeface="+mn-lt"/>
                <a:cs typeface="+mn-ea"/>
                <a:sym typeface="+mn-lt"/>
              </a:rPr>
              <a:t>基于知识库的质量解决方案</a:t>
            </a:r>
            <a:r>
              <a:rPr lang="en-US" altLang="zh-CN" sz="2800" b="1">
                <a:latin typeface="+mn-lt"/>
                <a:cs typeface="+mn-ea"/>
                <a:sym typeface="+mn-lt"/>
              </a:rPr>
              <a:t>_One Page</a:t>
            </a:r>
            <a:r>
              <a:rPr lang="zh-CN" altLang="en-US" sz="2800" b="1">
                <a:latin typeface="+mn-lt"/>
                <a:cs typeface="+mn-ea"/>
                <a:sym typeface="+mn-lt"/>
              </a:rPr>
              <a:t>应用</a:t>
            </a:r>
          </a:p>
        </p:txBody>
      </p:sp>
      <p:sp>
        <p:nvSpPr>
          <p:cNvPr id="46" name="文本框 45">
            <a:extLst>
              <a:ext uri="{FF2B5EF4-FFF2-40B4-BE49-F238E27FC236}">
                <a16:creationId xmlns:a16="http://schemas.microsoft.com/office/drawing/2014/main" id="{DA484A9B-DE63-6ECC-3308-9FF5587B436B}"/>
              </a:ext>
            </a:extLst>
          </p:cNvPr>
          <p:cNvSpPr txBox="1"/>
          <p:nvPr/>
        </p:nvSpPr>
        <p:spPr>
          <a:xfrm>
            <a:off x="471408" y="1218060"/>
            <a:ext cx="5079470" cy="307777"/>
          </a:xfrm>
          <a:prstGeom prst="rect">
            <a:avLst/>
          </a:prstGeom>
          <a:noFill/>
        </p:spPr>
        <p:txBody>
          <a:bodyPr wrap="square">
            <a:spAutoFit/>
          </a:bodyPr>
          <a:lstStyle/>
          <a:p>
            <a:r>
              <a:rPr lang="en-US" altLang="zh-CN" sz="1400">
                <a:ea typeface="微软雅黑" panose="020B0503020204020204" pitchFamily="34" charset="-122"/>
                <a:cs typeface="宋体" panose="02010600030101010101" pitchFamily="2" charset="-122"/>
              </a:rPr>
              <a:t>#1</a:t>
            </a:r>
            <a:r>
              <a:rPr lang="zh-CN" altLang="en-US" sz="1400">
                <a:ea typeface="微软雅黑" panose="020B0503020204020204" pitchFamily="34" charset="-122"/>
                <a:cs typeface="宋体" panose="02010600030101010101" pitchFamily="2" charset="-122"/>
              </a:rPr>
              <a:t>：</a:t>
            </a:r>
            <a:r>
              <a:rPr lang="en-US" altLang="zh-CN" sz="1400">
                <a:ea typeface="微软雅黑" panose="020B0503020204020204" pitchFamily="34" charset="-122"/>
                <a:cs typeface="宋体" panose="02010600030101010101" pitchFamily="2" charset="-122"/>
              </a:rPr>
              <a:t>Issue</a:t>
            </a:r>
            <a:r>
              <a:rPr lang="zh-CN" altLang="en-US" sz="1400">
                <a:ea typeface="微软雅黑" panose="020B0503020204020204" pitchFamily="34" charset="-122"/>
                <a:cs typeface="宋体" panose="02010600030101010101" pitchFamily="2" charset="-122"/>
              </a:rPr>
              <a:t>流程中上传报告，智能填充栏位，代替人工填写；</a:t>
            </a:r>
            <a:endParaRPr lang="zh-CN" altLang="en-US" sz="1400"/>
          </a:p>
        </p:txBody>
      </p:sp>
      <p:sp>
        <p:nvSpPr>
          <p:cNvPr id="50" name="文本框 49">
            <a:extLst>
              <a:ext uri="{FF2B5EF4-FFF2-40B4-BE49-F238E27FC236}">
                <a16:creationId xmlns:a16="http://schemas.microsoft.com/office/drawing/2014/main" id="{9220C280-DB27-4B02-B73D-F901076E6F3D}"/>
              </a:ext>
            </a:extLst>
          </p:cNvPr>
          <p:cNvSpPr txBox="1"/>
          <p:nvPr/>
        </p:nvSpPr>
        <p:spPr>
          <a:xfrm>
            <a:off x="6254865" y="1208292"/>
            <a:ext cx="5370186" cy="307777"/>
          </a:xfrm>
          <a:prstGeom prst="rect">
            <a:avLst/>
          </a:prstGeom>
          <a:noFill/>
        </p:spPr>
        <p:txBody>
          <a:bodyPr wrap="square">
            <a:spAutoFit/>
          </a:bodyPr>
          <a:lstStyle/>
          <a:p>
            <a:r>
              <a:rPr lang="en-US" altLang="zh-CN" sz="1400">
                <a:ea typeface="微软雅黑" panose="020B0503020204020204" pitchFamily="34" charset="-122"/>
              </a:rPr>
              <a:t>#2</a:t>
            </a:r>
            <a:r>
              <a:rPr lang="zh-CN" altLang="en-US" sz="1400">
                <a:ea typeface="微软雅黑" panose="020B0503020204020204" pitchFamily="34" charset="-122"/>
              </a:rPr>
              <a:t>：作为非结构化文件存储形成知识库，进行智能解决方案推荐：</a:t>
            </a:r>
            <a:endParaRPr lang="zh-CN" altLang="en-US" sz="1400"/>
          </a:p>
        </p:txBody>
      </p:sp>
      <p:pic>
        <p:nvPicPr>
          <p:cNvPr id="5" name="图片 4">
            <a:extLst>
              <a:ext uri="{FF2B5EF4-FFF2-40B4-BE49-F238E27FC236}">
                <a16:creationId xmlns:a16="http://schemas.microsoft.com/office/drawing/2014/main" id="{BE678E15-1E2F-7206-17D1-01B963E1E619}"/>
              </a:ext>
            </a:extLst>
          </p:cNvPr>
          <p:cNvPicPr>
            <a:picLocks noChangeAspect="1"/>
          </p:cNvPicPr>
          <p:nvPr/>
        </p:nvPicPr>
        <p:blipFill>
          <a:blip r:embed="rId2"/>
          <a:stretch>
            <a:fillRect/>
          </a:stretch>
        </p:blipFill>
        <p:spPr>
          <a:xfrm>
            <a:off x="317247" y="2062686"/>
            <a:ext cx="5937618" cy="3769545"/>
          </a:xfrm>
          <a:prstGeom prst="rect">
            <a:avLst/>
          </a:prstGeom>
        </p:spPr>
      </p:pic>
      <p:pic>
        <p:nvPicPr>
          <p:cNvPr id="7" name="图片 6">
            <a:extLst>
              <a:ext uri="{FF2B5EF4-FFF2-40B4-BE49-F238E27FC236}">
                <a16:creationId xmlns:a16="http://schemas.microsoft.com/office/drawing/2014/main" id="{4F7C17FD-0B93-DDD1-2E82-D16726EA03E3}"/>
              </a:ext>
            </a:extLst>
          </p:cNvPr>
          <p:cNvPicPr>
            <a:picLocks noChangeAspect="1"/>
          </p:cNvPicPr>
          <p:nvPr/>
        </p:nvPicPr>
        <p:blipFill>
          <a:blip r:embed="rId3"/>
          <a:stretch>
            <a:fillRect/>
          </a:stretch>
        </p:blipFill>
        <p:spPr>
          <a:xfrm>
            <a:off x="6442434" y="1938601"/>
            <a:ext cx="5097238" cy="3725369"/>
          </a:xfrm>
          <a:prstGeom prst="rect">
            <a:avLst/>
          </a:prstGeom>
        </p:spPr>
      </p:pic>
      <p:sp>
        <p:nvSpPr>
          <p:cNvPr id="10" name="矩形 9">
            <a:extLst>
              <a:ext uri="{FF2B5EF4-FFF2-40B4-BE49-F238E27FC236}">
                <a16:creationId xmlns:a16="http://schemas.microsoft.com/office/drawing/2014/main" id="{A681E2BD-E19D-6418-056D-95926A7819F1}"/>
              </a:ext>
            </a:extLst>
          </p:cNvPr>
          <p:cNvSpPr/>
          <p:nvPr/>
        </p:nvSpPr>
        <p:spPr>
          <a:xfrm>
            <a:off x="6576647" y="4255477"/>
            <a:ext cx="1600200" cy="62132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CFF9A513-18CA-F7AC-1A5D-33C92EC8FB75}"/>
              </a:ext>
            </a:extLst>
          </p:cNvPr>
          <p:cNvSpPr/>
          <p:nvPr/>
        </p:nvSpPr>
        <p:spPr>
          <a:xfrm>
            <a:off x="4407877" y="2368062"/>
            <a:ext cx="973015" cy="29894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rPr>
              <a:t>上传附件</a:t>
            </a:r>
          </a:p>
        </p:txBody>
      </p:sp>
    </p:spTree>
    <p:extLst>
      <p:ext uri="{BB962C8B-B14F-4D97-AF65-F5344CB8AC3E}">
        <p14:creationId xmlns:p14="http://schemas.microsoft.com/office/powerpoint/2010/main" val="1484503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F124F-DDA4-B5EF-2C26-45A0D0A6D17C}"/>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97436075-E5F6-73BC-E923-DA1E4C4B3BC0}"/>
              </a:ext>
            </a:extLst>
          </p:cNvPr>
          <p:cNvPicPr>
            <a:picLocks noChangeAspect="1"/>
          </p:cNvPicPr>
          <p:nvPr/>
        </p:nvPicPr>
        <p:blipFill>
          <a:blip r:embed="rId2"/>
          <a:stretch>
            <a:fillRect/>
          </a:stretch>
        </p:blipFill>
        <p:spPr>
          <a:xfrm>
            <a:off x="979469" y="1230967"/>
            <a:ext cx="9351195" cy="5201959"/>
          </a:xfrm>
          <a:prstGeom prst="rect">
            <a:avLst/>
          </a:prstGeom>
        </p:spPr>
      </p:pic>
      <p:sp>
        <p:nvSpPr>
          <p:cNvPr id="2" name="标题 1">
            <a:extLst>
              <a:ext uri="{FF2B5EF4-FFF2-40B4-BE49-F238E27FC236}">
                <a16:creationId xmlns:a16="http://schemas.microsoft.com/office/drawing/2014/main" id="{FBDAE20F-E5AA-C957-46B4-16540DFD1E9C}"/>
              </a:ext>
            </a:extLst>
          </p:cNvPr>
          <p:cNvSpPr>
            <a:spLocks noGrp="1"/>
          </p:cNvSpPr>
          <p:nvPr>
            <p:ph type="title"/>
          </p:nvPr>
        </p:nvSpPr>
        <p:spPr/>
        <p:txBody>
          <a:bodyPr wrap="square" lIns="0" tIns="0" rIns="0" bIns="0" anchor="ctr" anchorCtr="0"/>
          <a:lstStyle/>
          <a:p>
            <a:pPr defTabSz="1218590">
              <a:tabLst>
                <a:tab pos="1218590" algn="l"/>
              </a:tabLst>
            </a:pPr>
            <a:r>
              <a:rPr lang="zh-CN" altLang="en-US" sz="2400" b="1">
                <a:latin typeface="+mn-lt"/>
                <a:cs typeface="+mn-ea"/>
                <a:sym typeface="+mn-lt"/>
              </a:rPr>
              <a:t>质量智能体</a:t>
            </a:r>
            <a:r>
              <a:rPr lang="en-US" altLang="zh-CN" sz="2400" b="1">
                <a:latin typeface="+mn-lt"/>
                <a:cs typeface="+mn-ea"/>
                <a:sym typeface="+mn-lt"/>
              </a:rPr>
              <a:t>_</a:t>
            </a:r>
            <a:r>
              <a:rPr lang="zh-CN" altLang="en-US" sz="2400" b="1">
                <a:latin typeface="+mn-lt"/>
                <a:cs typeface="+mn-ea"/>
                <a:sym typeface="+mn-lt"/>
              </a:rPr>
              <a:t>基于知识库的质量解决方案</a:t>
            </a:r>
            <a:r>
              <a:rPr lang="en-US" altLang="zh-CN" sz="2400" b="1">
                <a:latin typeface="+mn-lt"/>
                <a:cs typeface="+mn-ea"/>
                <a:sym typeface="+mn-lt"/>
              </a:rPr>
              <a:t>_One Page</a:t>
            </a:r>
            <a:r>
              <a:rPr lang="zh-CN" altLang="en-US" sz="2400" b="1">
                <a:latin typeface="+mn-lt"/>
                <a:ea typeface="+mn-ea"/>
                <a:cs typeface="+mn-ea"/>
                <a:sym typeface="+mn-lt"/>
              </a:rPr>
              <a:t>数据说明</a:t>
            </a:r>
            <a:endParaRPr lang="zh-CN" altLang="en-US" sz="2400" b="1">
              <a:latin typeface="+mn-lt"/>
              <a:cs typeface="+mn-ea"/>
              <a:sym typeface="+mn-lt"/>
            </a:endParaRPr>
          </a:p>
        </p:txBody>
      </p:sp>
      <p:sp>
        <p:nvSpPr>
          <p:cNvPr id="5" name="文本框 4">
            <a:extLst>
              <a:ext uri="{FF2B5EF4-FFF2-40B4-BE49-F238E27FC236}">
                <a16:creationId xmlns:a16="http://schemas.microsoft.com/office/drawing/2014/main" id="{05332ABE-6A72-06A1-AEA7-DA9A6C1EDA50}"/>
              </a:ext>
            </a:extLst>
          </p:cNvPr>
          <p:cNvSpPr txBox="1"/>
          <p:nvPr/>
        </p:nvSpPr>
        <p:spPr>
          <a:xfrm>
            <a:off x="493160" y="779561"/>
            <a:ext cx="11045011" cy="307777"/>
          </a:xfrm>
          <a:prstGeom prst="rect">
            <a:avLst/>
          </a:prstGeom>
          <a:noFill/>
        </p:spPr>
        <p:txBody>
          <a:bodyPr wrap="none" rtlCol="0">
            <a:spAutoFit/>
          </a:bodyPr>
          <a:lstStyle/>
          <a:p>
            <a:r>
              <a:rPr lang="en-US" altLang="zh-CN" sz="1400">
                <a:latin typeface="Arial" pitchFamily="34" charset="0"/>
                <a:cs typeface="Arial" pitchFamily="34" charset="0"/>
              </a:rPr>
              <a:t>One Page</a:t>
            </a:r>
            <a:r>
              <a:rPr lang="zh-CN" altLang="en-US" sz="1400">
                <a:latin typeface="Arial" pitchFamily="34" charset="0"/>
                <a:cs typeface="Arial" pitchFamily="34" charset="0"/>
              </a:rPr>
              <a:t>模版基本大体一致，需要提取机型、发生日期、问题描述、问题图片、根因分析、短期措施、长期措施及复盘措施等关键信息；</a:t>
            </a:r>
          </a:p>
        </p:txBody>
      </p:sp>
      <p:sp>
        <p:nvSpPr>
          <p:cNvPr id="7" name="矩形 6">
            <a:extLst>
              <a:ext uri="{FF2B5EF4-FFF2-40B4-BE49-F238E27FC236}">
                <a16:creationId xmlns:a16="http://schemas.microsoft.com/office/drawing/2014/main" id="{D161A624-C635-0A83-C345-F241F6389951}"/>
              </a:ext>
            </a:extLst>
          </p:cNvPr>
          <p:cNvSpPr/>
          <p:nvPr/>
        </p:nvSpPr>
        <p:spPr>
          <a:xfrm>
            <a:off x="3912742" y="5095947"/>
            <a:ext cx="3114782" cy="842515"/>
          </a:xfrm>
          <a:prstGeom prst="rect">
            <a:avLst/>
          </a:prstGeom>
          <a:noFill/>
          <a:ln>
            <a:solidFill>
              <a:schemeClr val="accent4">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3111DEE8-783F-CEF2-DD74-714A9B39D2F3}"/>
              </a:ext>
            </a:extLst>
          </p:cNvPr>
          <p:cNvSpPr/>
          <p:nvPr/>
        </p:nvSpPr>
        <p:spPr>
          <a:xfrm>
            <a:off x="2080519" y="3247857"/>
            <a:ext cx="1566808" cy="190179"/>
          </a:xfrm>
          <a:prstGeom prst="rect">
            <a:avLst/>
          </a:prstGeom>
          <a:noFill/>
          <a:ln>
            <a:solidFill>
              <a:schemeClr val="accent4">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1AC06823-82C9-B58B-F2E6-E9B4C9D14E9C}"/>
              </a:ext>
            </a:extLst>
          </p:cNvPr>
          <p:cNvSpPr/>
          <p:nvPr/>
        </p:nvSpPr>
        <p:spPr>
          <a:xfrm>
            <a:off x="1219724" y="3728556"/>
            <a:ext cx="562844" cy="190179"/>
          </a:xfrm>
          <a:prstGeom prst="rect">
            <a:avLst/>
          </a:prstGeom>
          <a:noFill/>
          <a:ln>
            <a:solidFill>
              <a:schemeClr val="accent4">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F7579FB6-88DB-58AF-DBB8-878EEDC83764}"/>
              </a:ext>
            </a:extLst>
          </p:cNvPr>
          <p:cNvSpPr/>
          <p:nvPr/>
        </p:nvSpPr>
        <p:spPr>
          <a:xfrm>
            <a:off x="7082844" y="4325421"/>
            <a:ext cx="3124532" cy="574602"/>
          </a:xfrm>
          <a:prstGeom prst="rect">
            <a:avLst/>
          </a:prstGeom>
          <a:noFill/>
          <a:ln>
            <a:solidFill>
              <a:schemeClr val="accent4">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5B2121B0-8683-56DB-99D4-2551F7C65939}"/>
              </a:ext>
            </a:extLst>
          </p:cNvPr>
          <p:cNvSpPr/>
          <p:nvPr/>
        </p:nvSpPr>
        <p:spPr>
          <a:xfrm>
            <a:off x="7082844" y="2316873"/>
            <a:ext cx="3124532" cy="1957176"/>
          </a:xfrm>
          <a:prstGeom prst="rect">
            <a:avLst/>
          </a:prstGeom>
          <a:noFill/>
          <a:ln>
            <a:solidFill>
              <a:schemeClr val="accent4">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AAD33B80-FB8B-08FF-69C7-628EFDCBC1B4}"/>
              </a:ext>
            </a:extLst>
          </p:cNvPr>
          <p:cNvSpPr/>
          <p:nvPr/>
        </p:nvSpPr>
        <p:spPr>
          <a:xfrm>
            <a:off x="7082844" y="4942602"/>
            <a:ext cx="3124532" cy="461605"/>
          </a:xfrm>
          <a:prstGeom prst="rect">
            <a:avLst/>
          </a:prstGeom>
          <a:noFill/>
          <a:ln>
            <a:solidFill>
              <a:schemeClr val="accent4">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014F4683-EE38-17B1-2176-D170286636BE}"/>
              </a:ext>
            </a:extLst>
          </p:cNvPr>
          <p:cNvSpPr/>
          <p:nvPr/>
        </p:nvSpPr>
        <p:spPr>
          <a:xfrm>
            <a:off x="2263741" y="3439157"/>
            <a:ext cx="1566808" cy="1112295"/>
          </a:xfrm>
          <a:prstGeom prst="rect">
            <a:avLst/>
          </a:prstGeom>
          <a:noFill/>
          <a:ln>
            <a:solidFill>
              <a:schemeClr val="accent4">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C1A985D7-B4C9-E177-FFD2-93034F9AE04D}"/>
              </a:ext>
            </a:extLst>
          </p:cNvPr>
          <p:cNvSpPr txBox="1"/>
          <p:nvPr/>
        </p:nvSpPr>
        <p:spPr>
          <a:xfrm>
            <a:off x="2026429" y="2997376"/>
            <a:ext cx="800219" cy="276999"/>
          </a:xfrm>
          <a:prstGeom prst="rect">
            <a:avLst/>
          </a:prstGeom>
          <a:noFill/>
        </p:spPr>
        <p:txBody>
          <a:bodyPr wrap="none" rtlCol="0">
            <a:spAutoFit/>
          </a:bodyPr>
          <a:lstStyle/>
          <a:p>
            <a:r>
              <a:rPr lang="zh-CN" altLang="en-US" sz="1200" b="1">
                <a:solidFill>
                  <a:schemeClr val="accent4"/>
                </a:solidFill>
                <a:latin typeface="Arial" pitchFamily="34" charset="0"/>
                <a:cs typeface="Arial" pitchFamily="34" charset="0"/>
              </a:rPr>
              <a:t>问题描述</a:t>
            </a:r>
          </a:p>
        </p:txBody>
      </p:sp>
      <p:sp>
        <p:nvSpPr>
          <p:cNvPr id="11" name="文本框 10">
            <a:extLst>
              <a:ext uri="{FF2B5EF4-FFF2-40B4-BE49-F238E27FC236}">
                <a16:creationId xmlns:a16="http://schemas.microsoft.com/office/drawing/2014/main" id="{70766515-A128-AF1C-F36E-9AC44F7B08CC}"/>
              </a:ext>
            </a:extLst>
          </p:cNvPr>
          <p:cNvSpPr txBox="1"/>
          <p:nvPr/>
        </p:nvSpPr>
        <p:spPr>
          <a:xfrm>
            <a:off x="727281" y="3685145"/>
            <a:ext cx="492443" cy="276999"/>
          </a:xfrm>
          <a:prstGeom prst="rect">
            <a:avLst/>
          </a:prstGeom>
          <a:noFill/>
        </p:spPr>
        <p:txBody>
          <a:bodyPr wrap="none" rtlCol="0">
            <a:spAutoFit/>
          </a:bodyPr>
          <a:lstStyle/>
          <a:p>
            <a:r>
              <a:rPr lang="zh-CN" altLang="en-US" sz="1200" b="1">
                <a:solidFill>
                  <a:schemeClr val="accent4"/>
                </a:solidFill>
                <a:latin typeface="Arial" pitchFamily="34" charset="0"/>
                <a:cs typeface="Arial" pitchFamily="34" charset="0"/>
              </a:rPr>
              <a:t>机型</a:t>
            </a:r>
          </a:p>
        </p:txBody>
      </p:sp>
      <p:sp>
        <p:nvSpPr>
          <p:cNvPr id="13" name="文本框 12">
            <a:extLst>
              <a:ext uri="{FF2B5EF4-FFF2-40B4-BE49-F238E27FC236}">
                <a16:creationId xmlns:a16="http://schemas.microsoft.com/office/drawing/2014/main" id="{C7DF6609-6E51-CC40-60F7-84C823E5AB49}"/>
              </a:ext>
            </a:extLst>
          </p:cNvPr>
          <p:cNvSpPr txBox="1"/>
          <p:nvPr/>
        </p:nvSpPr>
        <p:spPr>
          <a:xfrm>
            <a:off x="4554405" y="4859486"/>
            <a:ext cx="800219" cy="276999"/>
          </a:xfrm>
          <a:prstGeom prst="rect">
            <a:avLst/>
          </a:prstGeom>
          <a:noFill/>
        </p:spPr>
        <p:txBody>
          <a:bodyPr wrap="none" rtlCol="0">
            <a:spAutoFit/>
          </a:bodyPr>
          <a:lstStyle/>
          <a:p>
            <a:r>
              <a:rPr lang="zh-CN" altLang="en-US" sz="1200" b="1">
                <a:solidFill>
                  <a:schemeClr val="accent4"/>
                </a:solidFill>
                <a:latin typeface="Arial" pitchFamily="34" charset="0"/>
                <a:cs typeface="Arial" pitchFamily="34" charset="0"/>
              </a:rPr>
              <a:t>根因分析</a:t>
            </a:r>
          </a:p>
        </p:txBody>
      </p:sp>
      <p:sp>
        <p:nvSpPr>
          <p:cNvPr id="17" name="文本框 16">
            <a:extLst>
              <a:ext uri="{FF2B5EF4-FFF2-40B4-BE49-F238E27FC236}">
                <a16:creationId xmlns:a16="http://schemas.microsoft.com/office/drawing/2014/main" id="{20A270F9-08CE-788B-48F7-6AB0F1DDE5E7}"/>
              </a:ext>
            </a:extLst>
          </p:cNvPr>
          <p:cNvSpPr txBox="1"/>
          <p:nvPr/>
        </p:nvSpPr>
        <p:spPr>
          <a:xfrm>
            <a:off x="8843865" y="2316873"/>
            <a:ext cx="800219" cy="276999"/>
          </a:xfrm>
          <a:prstGeom prst="rect">
            <a:avLst/>
          </a:prstGeom>
          <a:noFill/>
        </p:spPr>
        <p:txBody>
          <a:bodyPr wrap="none" rtlCol="0">
            <a:spAutoFit/>
          </a:bodyPr>
          <a:lstStyle/>
          <a:p>
            <a:r>
              <a:rPr lang="zh-CN" altLang="en-US" sz="1200" b="1">
                <a:solidFill>
                  <a:schemeClr val="accent4"/>
                </a:solidFill>
                <a:latin typeface="Arial" pitchFamily="34" charset="0"/>
                <a:cs typeface="Arial" pitchFamily="34" charset="0"/>
              </a:rPr>
              <a:t>短期措施</a:t>
            </a:r>
          </a:p>
        </p:txBody>
      </p:sp>
      <p:sp>
        <p:nvSpPr>
          <p:cNvPr id="20" name="文本框 19">
            <a:extLst>
              <a:ext uri="{FF2B5EF4-FFF2-40B4-BE49-F238E27FC236}">
                <a16:creationId xmlns:a16="http://schemas.microsoft.com/office/drawing/2014/main" id="{38193AAD-5CC9-FE81-E88D-8E2A4809EAB0}"/>
              </a:ext>
            </a:extLst>
          </p:cNvPr>
          <p:cNvSpPr txBox="1"/>
          <p:nvPr/>
        </p:nvSpPr>
        <p:spPr>
          <a:xfrm>
            <a:off x="9128040" y="4325421"/>
            <a:ext cx="800219" cy="276999"/>
          </a:xfrm>
          <a:prstGeom prst="rect">
            <a:avLst/>
          </a:prstGeom>
          <a:noFill/>
        </p:spPr>
        <p:txBody>
          <a:bodyPr wrap="none" rtlCol="0">
            <a:spAutoFit/>
          </a:bodyPr>
          <a:lstStyle/>
          <a:p>
            <a:r>
              <a:rPr lang="zh-CN" altLang="en-US" sz="1200" b="1">
                <a:solidFill>
                  <a:schemeClr val="accent4"/>
                </a:solidFill>
                <a:latin typeface="Arial" pitchFamily="34" charset="0"/>
                <a:cs typeface="Arial" pitchFamily="34" charset="0"/>
              </a:rPr>
              <a:t>长期措施</a:t>
            </a:r>
          </a:p>
        </p:txBody>
      </p:sp>
      <p:sp>
        <p:nvSpPr>
          <p:cNvPr id="21" name="文本框 20">
            <a:extLst>
              <a:ext uri="{FF2B5EF4-FFF2-40B4-BE49-F238E27FC236}">
                <a16:creationId xmlns:a16="http://schemas.microsoft.com/office/drawing/2014/main" id="{7B6CAFB6-7625-4ADF-2553-276D8A16A1D8}"/>
              </a:ext>
            </a:extLst>
          </p:cNvPr>
          <p:cNvSpPr txBox="1"/>
          <p:nvPr/>
        </p:nvSpPr>
        <p:spPr>
          <a:xfrm>
            <a:off x="9191980" y="5173404"/>
            <a:ext cx="800219" cy="276999"/>
          </a:xfrm>
          <a:prstGeom prst="rect">
            <a:avLst/>
          </a:prstGeom>
          <a:noFill/>
        </p:spPr>
        <p:txBody>
          <a:bodyPr wrap="none" rtlCol="0">
            <a:spAutoFit/>
          </a:bodyPr>
          <a:lstStyle/>
          <a:p>
            <a:r>
              <a:rPr lang="zh-CN" altLang="en-US" sz="1200" b="1">
                <a:solidFill>
                  <a:schemeClr val="accent4"/>
                </a:solidFill>
                <a:latin typeface="Arial" pitchFamily="34" charset="0"/>
                <a:cs typeface="Arial" pitchFamily="34" charset="0"/>
              </a:rPr>
              <a:t>复盘措施</a:t>
            </a:r>
          </a:p>
        </p:txBody>
      </p:sp>
      <p:sp>
        <p:nvSpPr>
          <p:cNvPr id="22" name="文本框 21">
            <a:extLst>
              <a:ext uri="{FF2B5EF4-FFF2-40B4-BE49-F238E27FC236}">
                <a16:creationId xmlns:a16="http://schemas.microsoft.com/office/drawing/2014/main" id="{B0720209-3DE3-7E89-889E-1E100DAE1A63}"/>
              </a:ext>
            </a:extLst>
          </p:cNvPr>
          <p:cNvSpPr txBox="1"/>
          <p:nvPr/>
        </p:nvSpPr>
        <p:spPr>
          <a:xfrm>
            <a:off x="2333742" y="4602420"/>
            <a:ext cx="800219" cy="276999"/>
          </a:xfrm>
          <a:prstGeom prst="rect">
            <a:avLst/>
          </a:prstGeom>
          <a:noFill/>
        </p:spPr>
        <p:txBody>
          <a:bodyPr wrap="none" rtlCol="0">
            <a:spAutoFit/>
          </a:bodyPr>
          <a:lstStyle/>
          <a:p>
            <a:r>
              <a:rPr lang="zh-CN" altLang="en-US" sz="1200" b="1">
                <a:solidFill>
                  <a:schemeClr val="accent4"/>
                </a:solidFill>
                <a:latin typeface="Arial" pitchFamily="34" charset="0"/>
                <a:cs typeface="Arial" pitchFamily="34" charset="0"/>
              </a:rPr>
              <a:t>问题图片</a:t>
            </a:r>
          </a:p>
        </p:txBody>
      </p:sp>
      <p:sp>
        <p:nvSpPr>
          <p:cNvPr id="23" name="矩形 22">
            <a:extLst>
              <a:ext uri="{FF2B5EF4-FFF2-40B4-BE49-F238E27FC236}">
                <a16:creationId xmlns:a16="http://schemas.microsoft.com/office/drawing/2014/main" id="{F8DC741A-9DF0-54C9-0980-AAA0CD30408A}"/>
              </a:ext>
            </a:extLst>
          </p:cNvPr>
          <p:cNvSpPr/>
          <p:nvPr/>
        </p:nvSpPr>
        <p:spPr>
          <a:xfrm>
            <a:off x="3899351" y="2451362"/>
            <a:ext cx="3114782" cy="2448661"/>
          </a:xfrm>
          <a:prstGeom prst="rect">
            <a:avLst/>
          </a:prstGeom>
          <a:noFill/>
          <a:ln>
            <a:solidFill>
              <a:schemeClr val="accent4">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62C8BF28-E13F-2955-7056-0B7255B420D3}"/>
              </a:ext>
            </a:extLst>
          </p:cNvPr>
          <p:cNvSpPr txBox="1"/>
          <p:nvPr/>
        </p:nvSpPr>
        <p:spPr>
          <a:xfrm>
            <a:off x="4554404" y="2399315"/>
            <a:ext cx="800219" cy="276999"/>
          </a:xfrm>
          <a:prstGeom prst="rect">
            <a:avLst/>
          </a:prstGeom>
          <a:noFill/>
        </p:spPr>
        <p:txBody>
          <a:bodyPr wrap="none" rtlCol="0">
            <a:spAutoFit/>
          </a:bodyPr>
          <a:lstStyle/>
          <a:p>
            <a:r>
              <a:rPr lang="zh-CN" altLang="en-US" sz="1200" b="1">
                <a:solidFill>
                  <a:schemeClr val="accent4"/>
                </a:solidFill>
                <a:latin typeface="Arial" pitchFamily="34" charset="0"/>
                <a:cs typeface="Arial" pitchFamily="34" charset="0"/>
              </a:rPr>
              <a:t>分析过程</a:t>
            </a:r>
          </a:p>
        </p:txBody>
      </p:sp>
      <p:sp>
        <p:nvSpPr>
          <p:cNvPr id="27" name="矩形 26">
            <a:extLst>
              <a:ext uri="{FF2B5EF4-FFF2-40B4-BE49-F238E27FC236}">
                <a16:creationId xmlns:a16="http://schemas.microsoft.com/office/drawing/2014/main" id="{C13FE912-58AB-EED2-B0BD-F7B4565227E7}"/>
              </a:ext>
            </a:extLst>
          </p:cNvPr>
          <p:cNvSpPr/>
          <p:nvPr/>
        </p:nvSpPr>
        <p:spPr>
          <a:xfrm>
            <a:off x="1471753" y="2945696"/>
            <a:ext cx="562844" cy="190179"/>
          </a:xfrm>
          <a:prstGeom prst="rect">
            <a:avLst/>
          </a:prstGeom>
          <a:noFill/>
          <a:ln>
            <a:solidFill>
              <a:schemeClr val="accent4">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FEB51C48-6956-A832-770D-F96FDDAF8D56}"/>
              </a:ext>
            </a:extLst>
          </p:cNvPr>
          <p:cNvSpPr txBox="1"/>
          <p:nvPr/>
        </p:nvSpPr>
        <p:spPr>
          <a:xfrm>
            <a:off x="685752" y="2902285"/>
            <a:ext cx="800219" cy="276999"/>
          </a:xfrm>
          <a:prstGeom prst="rect">
            <a:avLst/>
          </a:prstGeom>
          <a:noFill/>
        </p:spPr>
        <p:txBody>
          <a:bodyPr wrap="none" rtlCol="0">
            <a:spAutoFit/>
          </a:bodyPr>
          <a:lstStyle/>
          <a:p>
            <a:r>
              <a:rPr lang="zh-CN" altLang="en-US" sz="1200" b="1">
                <a:solidFill>
                  <a:schemeClr val="accent4"/>
                </a:solidFill>
                <a:latin typeface="Arial" pitchFamily="34" charset="0"/>
                <a:cs typeface="Arial" pitchFamily="34" charset="0"/>
              </a:rPr>
              <a:t>发生日期</a:t>
            </a:r>
          </a:p>
        </p:txBody>
      </p:sp>
    </p:spTree>
    <p:extLst>
      <p:ext uri="{BB962C8B-B14F-4D97-AF65-F5344CB8AC3E}">
        <p14:creationId xmlns:p14="http://schemas.microsoft.com/office/powerpoint/2010/main" val="3564668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934C0-11E4-FF7A-B0F5-DB422A56DC8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7F52021-8D6F-97A4-3417-7EDD32729F7C}"/>
              </a:ext>
            </a:extLst>
          </p:cNvPr>
          <p:cNvSpPr>
            <a:spLocks noGrp="1"/>
          </p:cNvSpPr>
          <p:nvPr>
            <p:ph type="title"/>
          </p:nvPr>
        </p:nvSpPr>
        <p:spPr/>
        <p:txBody>
          <a:bodyPr wrap="square" lIns="0" tIns="0" rIns="0" bIns="0" anchor="ctr" anchorCtr="0"/>
          <a:lstStyle/>
          <a:p>
            <a:pPr defTabSz="1218590">
              <a:tabLst>
                <a:tab pos="1218590" algn="l"/>
              </a:tabLst>
            </a:pPr>
            <a:r>
              <a:rPr lang="zh-CN" altLang="en-US" sz="2400" b="1">
                <a:latin typeface="+mn-lt"/>
                <a:cs typeface="+mn-ea"/>
                <a:sym typeface="+mn-lt"/>
              </a:rPr>
              <a:t>质量智能体</a:t>
            </a:r>
            <a:r>
              <a:rPr lang="en-US" altLang="zh-CN" sz="2400" b="1">
                <a:latin typeface="+mn-lt"/>
                <a:cs typeface="+mn-ea"/>
                <a:sym typeface="+mn-lt"/>
              </a:rPr>
              <a:t>_</a:t>
            </a:r>
            <a:r>
              <a:rPr lang="zh-CN" altLang="en-US" sz="2400" b="1">
                <a:latin typeface="+mn-lt"/>
                <a:cs typeface="+mn-ea"/>
                <a:sym typeface="+mn-lt"/>
              </a:rPr>
              <a:t>基于知识库的质量解决方案</a:t>
            </a:r>
            <a:r>
              <a:rPr lang="en-US" altLang="zh-CN" sz="2400" b="1">
                <a:latin typeface="+mn-lt"/>
                <a:cs typeface="+mn-ea"/>
                <a:sym typeface="+mn-lt"/>
              </a:rPr>
              <a:t>_</a:t>
            </a:r>
            <a:r>
              <a:rPr lang="en-US" altLang="zh-CN" sz="2400" b="1">
                <a:latin typeface="+mn-lt"/>
                <a:ea typeface="+mn-ea"/>
                <a:cs typeface="+mn-ea"/>
                <a:sym typeface="+mn-lt"/>
              </a:rPr>
              <a:t>Workstream Solution</a:t>
            </a:r>
            <a:r>
              <a:rPr lang="zh-CN" altLang="en-US" sz="2400" b="1">
                <a:latin typeface="+mn-lt"/>
                <a:ea typeface="+mn-ea"/>
                <a:cs typeface="+mn-ea"/>
                <a:sym typeface="+mn-lt"/>
              </a:rPr>
              <a:t>数据来源</a:t>
            </a:r>
            <a:endParaRPr lang="zh-CN" altLang="en-US" sz="2400" b="1">
              <a:latin typeface="+mn-lt"/>
              <a:cs typeface="+mn-ea"/>
              <a:sym typeface="+mn-lt"/>
            </a:endParaRPr>
          </a:p>
        </p:txBody>
      </p:sp>
      <p:pic>
        <p:nvPicPr>
          <p:cNvPr id="4" name="图片 3">
            <a:extLst>
              <a:ext uri="{FF2B5EF4-FFF2-40B4-BE49-F238E27FC236}">
                <a16:creationId xmlns:a16="http://schemas.microsoft.com/office/drawing/2014/main" id="{9060AB54-E4D9-5814-F924-9356CC4C5750}"/>
              </a:ext>
            </a:extLst>
          </p:cNvPr>
          <p:cNvPicPr>
            <a:picLocks noChangeAspect="1"/>
          </p:cNvPicPr>
          <p:nvPr/>
        </p:nvPicPr>
        <p:blipFill>
          <a:blip r:embed="rId2"/>
          <a:stretch>
            <a:fillRect/>
          </a:stretch>
        </p:blipFill>
        <p:spPr>
          <a:xfrm>
            <a:off x="548783" y="1275284"/>
            <a:ext cx="5704134" cy="2654581"/>
          </a:xfrm>
          <a:prstGeom prst="rect">
            <a:avLst/>
          </a:prstGeom>
        </p:spPr>
      </p:pic>
      <p:sp>
        <p:nvSpPr>
          <p:cNvPr id="5" name="文本框 4">
            <a:extLst>
              <a:ext uri="{FF2B5EF4-FFF2-40B4-BE49-F238E27FC236}">
                <a16:creationId xmlns:a16="http://schemas.microsoft.com/office/drawing/2014/main" id="{8D43F2AA-4A80-7806-EB5C-B75D0746F3FB}"/>
              </a:ext>
            </a:extLst>
          </p:cNvPr>
          <p:cNvSpPr txBox="1"/>
          <p:nvPr/>
        </p:nvSpPr>
        <p:spPr>
          <a:xfrm>
            <a:off x="493160" y="779561"/>
            <a:ext cx="8263801" cy="523220"/>
          </a:xfrm>
          <a:prstGeom prst="rect">
            <a:avLst/>
          </a:prstGeom>
          <a:noFill/>
        </p:spPr>
        <p:txBody>
          <a:bodyPr wrap="none" rtlCol="0">
            <a:spAutoFit/>
          </a:bodyPr>
          <a:lstStyle/>
          <a:p>
            <a:r>
              <a:rPr lang="en-US" altLang="zh-CN" sz="1400">
                <a:latin typeface="Arial" pitchFamily="34" charset="0"/>
                <a:cs typeface="Arial" pitchFamily="34" charset="0"/>
              </a:rPr>
              <a:t>Workstream solution</a:t>
            </a:r>
            <a:r>
              <a:rPr lang="zh-CN" altLang="en-US" sz="1400">
                <a:latin typeface="Arial" pitchFamily="34" charset="0"/>
                <a:cs typeface="Arial" pitchFamily="34" charset="0"/>
              </a:rPr>
              <a:t>流程包括</a:t>
            </a:r>
            <a:r>
              <a:rPr lang="en-US" altLang="zh-CN" sz="1400">
                <a:latin typeface="Arial" pitchFamily="34" charset="0"/>
                <a:cs typeface="Arial" pitchFamily="34" charset="0"/>
              </a:rPr>
              <a:t>: </a:t>
            </a:r>
            <a:r>
              <a:rPr lang="zh-CN" altLang="en-US" sz="1400">
                <a:latin typeface="Arial" pitchFamily="34" charset="0"/>
                <a:cs typeface="Arial" pitchFamily="34" charset="0"/>
              </a:rPr>
              <a:t>客诉</a:t>
            </a:r>
            <a:r>
              <a:rPr lang="en-US" altLang="zh-CN" sz="1400">
                <a:latin typeface="Arial" pitchFamily="34" charset="0"/>
                <a:cs typeface="Arial" pitchFamily="34" charset="0"/>
              </a:rPr>
              <a:t>/EWG/MFG/NPI/</a:t>
            </a:r>
            <a:r>
              <a:rPr lang="zh-CN" altLang="en-US" sz="1400">
                <a:latin typeface="Arial" pitchFamily="34" charset="0"/>
                <a:cs typeface="Arial" pitchFamily="34" charset="0"/>
              </a:rPr>
              <a:t>材料问题等</a:t>
            </a:r>
            <a:r>
              <a:rPr lang="en-US" altLang="zh-CN" sz="1400">
                <a:latin typeface="Arial" pitchFamily="34" charset="0"/>
                <a:cs typeface="Arial" pitchFamily="34" charset="0"/>
              </a:rPr>
              <a:t>(QES</a:t>
            </a:r>
            <a:r>
              <a:rPr lang="zh-CN" altLang="en-US" sz="1400">
                <a:latin typeface="Arial" pitchFamily="34" charset="0"/>
                <a:cs typeface="Arial" pitchFamily="34" charset="0"/>
              </a:rPr>
              <a:t>系统</a:t>
            </a:r>
            <a:r>
              <a:rPr lang="en-US" altLang="zh-CN" sz="1400">
                <a:latin typeface="Arial" pitchFamily="34" charset="0"/>
                <a:cs typeface="Arial" pitchFamily="34" charset="0"/>
              </a:rPr>
              <a:t>)</a:t>
            </a:r>
            <a:r>
              <a:rPr lang="zh-CN" altLang="en-US" sz="1400">
                <a:latin typeface="Arial" pitchFamily="34" charset="0"/>
                <a:cs typeface="Arial" pitchFamily="34" charset="0"/>
              </a:rPr>
              <a:t>，如下以客诉问题为例；</a:t>
            </a:r>
            <a:endParaRPr lang="en-US" altLang="zh-CN" sz="1400">
              <a:latin typeface="Arial" pitchFamily="34" charset="0"/>
              <a:cs typeface="Arial" pitchFamily="34" charset="0"/>
            </a:endParaRPr>
          </a:p>
          <a:p>
            <a:r>
              <a:rPr lang="zh-CN" altLang="en-US" sz="1400">
                <a:latin typeface="Arial" pitchFamily="34" charset="0"/>
                <a:cs typeface="Arial" pitchFamily="34" charset="0"/>
              </a:rPr>
              <a:t>提取机型、发生日期、不良及问题描述、发生原因类别、根因分析、长期措施及预防措施等关键信息；</a:t>
            </a:r>
          </a:p>
        </p:txBody>
      </p:sp>
      <p:sp>
        <p:nvSpPr>
          <p:cNvPr id="7" name="矩形 6">
            <a:extLst>
              <a:ext uri="{FF2B5EF4-FFF2-40B4-BE49-F238E27FC236}">
                <a16:creationId xmlns:a16="http://schemas.microsoft.com/office/drawing/2014/main" id="{6C265C0D-005A-2AC5-7BCE-91E48B858545}"/>
              </a:ext>
            </a:extLst>
          </p:cNvPr>
          <p:cNvSpPr/>
          <p:nvPr/>
        </p:nvSpPr>
        <p:spPr>
          <a:xfrm>
            <a:off x="2527443" y="2602574"/>
            <a:ext cx="1196939" cy="135489"/>
          </a:xfrm>
          <a:prstGeom prst="rect">
            <a:avLst/>
          </a:prstGeom>
          <a:noFill/>
          <a:ln>
            <a:solidFill>
              <a:schemeClr val="accent4">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7C41A89A-5E60-1A27-A284-1A39FFCB4C58}"/>
              </a:ext>
            </a:extLst>
          </p:cNvPr>
          <p:cNvSpPr/>
          <p:nvPr/>
        </p:nvSpPr>
        <p:spPr>
          <a:xfrm>
            <a:off x="732890" y="2945046"/>
            <a:ext cx="1196939" cy="135489"/>
          </a:xfrm>
          <a:prstGeom prst="rect">
            <a:avLst/>
          </a:prstGeom>
          <a:noFill/>
          <a:ln>
            <a:solidFill>
              <a:schemeClr val="accent4">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890563A1-5B10-19D9-B93A-2AA5E8233C40}"/>
              </a:ext>
            </a:extLst>
          </p:cNvPr>
          <p:cNvSpPr/>
          <p:nvPr/>
        </p:nvSpPr>
        <p:spPr>
          <a:xfrm>
            <a:off x="732890" y="3487864"/>
            <a:ext cx="3566845" cy="344397"/>
          </a:xfrm>
          <a:prstGeom prst="rect">
            <a:avLst/>
          </a:prstGeom>
          <a:noFill/>
          <a:ln>
            <a:solidFill>
              <a:schemeClr val="accent4">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pic>
        <p:nvPicPr>
          <p:cNvPr id="14" name="图片 13">
            <a:extLst>
              <a:ext uri="{FF2B5EF4-FFF2-40B4-BE49-F238E27FC236}">
                <a16:creationId xmlns:a16="http://schemas.microsoft.com/office/drawing/2014/main" id="{1481F273-FE0B-1504-4AB5-D9C6902078F4}"/>
              </a:ext>
            </a:extLst>
          </p:cNvPr>
          <p:cNvPicPr>
            <a:picLocks noChangeAspect="1"/>
          </p:cNvPicPr>
          <p:nvPr/>
        </p:nvPicPr>
        <p:blipFill>
          <a:blip r:embed="rId3"/>
          <a:stretch>
            <a:fillRect/>
          </a:stretch>
        </p:blipFill>
        <p:spPr>
          <a:xfrm>
            <a:off x="493160" y="4026084"/>
            <a:ext cx="5840722" cy="2426087"/>
          </a:xfrm>
          <a:prstGeom prst="rect">
            <a:avLst/>
          </a:prstGeom>
        </p:spPr>
      </p:pic>
      <p:sp>
        <p:nvSpPr>
          <p:cNvPr id="15" name="矩形 14">
            <a:extLst>
              <a:ext uri="{FF2B5EF4-FFF2-40B4-BE49-F238E27FC236}">
                <a16:creationId xmlns:a16="http://schemas.microsoft.com/office/drawing/2014/main" id="{478AAADF-D534-3936-AFE5-77E3008B2368}"/>
              </a:ext>
            </a:extLst>
          </p:cNvPr>
          <p:cNvSpPr/>
          <p:nvPr/>
        </p:nvSpPr>
        <p:spPr>
          <a:xfrm>
            <a:off x="671245" y="4679666"/>
            <a:ext cx="5662637" cy="380356"/>
          </a:xfrm>
          <a:prstGeom prst="rect">
            <a:avLst/>
          </a:prstGeom>
          <a:noFill/>
          <a:ln>
            <a:solidFill>
              <a:schemeClr val="accent4">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A83E5476-6DB0-FB42-0765-430E3EF267CA}"/>
              </a:ext>
            </a:extLst>
          </p:cNvPr>
          <p:cNvSpPr/>
          <p:nvPr/>
        </p:nvSpPr>
        <p:spPr>
          <a:xfrm>
            <a:off x="671245" y="4489488"/>
            <a:ext cx="5662638" cy="190178"/>
          </a:xfrm>
          <a:prstGeom prst="rect">
            <a:avLst/>
          </a:prstGeom>
          <a:noFill/>
          <a:ln>
            <a:solidFill>
              <a:schemeClr val="accent4">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pic>
        <p:nvPicPr>
          <p:cNvPr id="18" name="图片 17">
            <a:extLst>
              <a:ext uri="{FF2B5EF4-FFF2-40B4-BE49-F238E27FC236}">
                <a16:creationId xmlns:a16="http://schemas.microsoft.com/office/drawing/2014/main" id="{FC2C57A9-B7D8-E017-E350-1733237B8C09}"/>
              </a:ext>
            </a:extLst>
          </p:cNvPr>
          <p:cNvPicPr>
            <a:picLocks noChangeAspect="1"/>
          </p:cNvPicPr>
          <p:nvPr/>
        </p:nvPicPr>
        <p:blipFill>
          <a:blip r:embed="rId4"/>
          <a:stretch>
            <a:fillRect/>
          </a:stretch>
        </p:blipFill>
        <p:spPr>
          <a:xfrm>
            <a:off x="6431002" y="1685275"/>
            <a:ext cx="5760998" cy="1647900"/>
          </a:xfrm>
          <a:prstGeom prst="rect">
            <a:avLst/>
          </a:prstGeom>
        </p:spPr>
      </p:pic>
      <p:sp>
        <p:nvSpPr>
          <p:cNvPr id="19" name="矩形 18">
            <a:extLst>
              <a:ext uri="{FF2B5EF4-FFF2-40B4-BE49-F238E27FC236}">
                <a16:creationId xmlns:a16="http://schemas.microsoft.com/office/drawing/2014/main" id="{6A45A6A2-E953-96C9-0278-7E2F70C4B8AC}"/>
              </a:ext>
            </a:extLst>
          </p:cNvPr>
          <p:cNvSpPr/>
          <p:nvPr/>
        </p:nvSpPr>
        <p:spPr>
          <a:xfrm>
            <a:off x="6563999" y="2157573"/>
            <a:ext cx="5544096" cy="502683"/>
          </a:xfrm>
          <a:prstGeom prst="rect">
            <a:avLst/>
          </a:prstGeom>
          <a:noFill/>
          <a:ln>
            <a:solidFill>
              <a:schemeClr val="accent4">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pic>
        <p:nvPicPr>
          <p:cNvPr id="24" name="图片 23">
            <a:extLst>
              <a:ext uri="{FF2B5EF4-FFF2-40B4-BE49-F238E27FC236}">
                <a16:creationId xmlns:a16="http://schemas.microsoft.com/office/drawing/2014/main" id="{EE5DB0A7-8C74-8481-9F82-55F801ACBA8E}"/>
              </a:ext>
            </a:extLst>
          </p:cNvPr>
          <p:cNvPicPr>
            <a:picLocks noChangeAspect="1"/>
          </p:cNvPicPr>
          <p:nvPr/>
        </p:nvPicPr>
        <p:blipFill>
          <a:blip r:embed="rId5"/>
          <a:stretch>
            <a:fillRect/>
          </a:stretch>
        </p:blipFill>
        <p:spPr>
          <a:xfrm>
            <a:off x="6431002" y="3502327"/>
            <a:ext cx="5760998" cy="1261007"/>
          </a:xfrm>
          <a:prstGeom prst="rect">
            <a:avLst/>
          </a:prstGeom>
        </p:spPr>
      </p:pic>
      <p:sp>
        <p:nvSpPr>
          <p:cNvPr id="25" name="矩形 24">
            <a:extLst>
              <a:ext uri="{FF2B5EF4-FFF2-40B4-BE49-F238E27FC236}">
                <a16:creationId xmlns:a16="http://schemas.microsoft.com/office/drawing/2014/main" id="{3BFC5876-D24B-441D-1366-354450FAEAAD}"/>
              </a:ext>
            </a:extLst>
          </p:cNvPr>
          <p:cNvSpPr/>
          <p:nvPr/>
        </p:nvSpPr>
        <p:spPr>
          <a:xfrm>
            <a:off x="6511967" y="3774742"/>
            <a:ext cx="5544096" cy="502683"/>
          </a:xfrm>
          <a:prstGeom prst="rect">
            <a:avLst/>
          </a:prstGeom>
          <a:noFill/>
          <a:ln>
            <a:solidFill>
              <a:schemeClr val="accent4">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36141CC9-71E3-4E1B-F1C4-3DD8EC055B86}"/>
              </a:ext>
            </a:extLst>
          </p:cNvPr>
          <p:cNvSpPr txBox="1"/>
          <p:nvPr/>
        </p:nvSpPr>
        <p:spPr>
          <a:xfrm>
            <a:off x="2443538" y="2370674"/>
            <a:ext cx="492443" cy="276999"/>
          </a:xfrm>
          <a:prstGeom prst="rect">
            <a:avLst/>
          </a:prstGeom>
          <a:noFill/>
        </p:spPr>
        <p:txBody>
          <a:bodyPr wrap="none" rtlCol="0">
            <a:spAutoFit/>
          </a:bodyPr>
          <a:lstStyle/>
          <a:p>
            <a:r>
              <a:rPr lang="zh-CN" altLang="en-US" sz="1200" b="1">
                <a:solidFill>
                  <a:schemeClr val="accent4"/>
                </a:solidFill>
                <a:latin typeface="Arial" pitchFamily="34" charset="0"/>
                <a:cs typeface="Arial" pitchFamily="34" charset="0"/>
              </a:rPr>
              <a:t>机型</a:t>
            </a:r>
          </a:p>
        </p:txBody>
      </p:sp>
      <p:sp>
        <p:nvSpPr>
          <p:cNvPr id="27" name="文本框 26">
            <a:extLst>
              <a:ext uri="{FF2B5EF4-FFF2-40B4-BE49-F238E27FC236}">
                <a16:creationId xmlns:a16="http://schemas.microsoft.com/office/drawing/2014/main" id="{3DB440DB-4841-0154-E3CF-F98294FF8DE9}"/>
              </a:ext>
            </a:extLst>
          </p:cNvPr>
          <p:cNvSpPr txBox="1"/>
          <p:nvPr/>
        </p:nvSpPr>
        <p:spPr>
          <a:xfrm>
            <a:off x="671245" y="2695291"/>
            <a:ext cx="1151277" cy="276999"/>
          </a:xfrm>
          <a:prstGeom prst="rect">
            <a:avLst/>
          </a:prstGeom>
          <a:noFill/>
        </p:spPr>
        <p:txBody>
          <a:bodyPr wrap="none" rtlCol="0">
            <a:spAutoFit/>
          </a:bodyPr>
          <a:lstStyle/>
          <a:p>
            <a:r>
              <a:rPr lang="zh-CN" altLang="en-US" sz="1200" b="1">
                <a:solidFill>
                  <a:schemeClr val="accent4"/>
                </a:solidFill>
                <a:latin typeface="Arial" pitchFamily="34" charset="0"/>
                <a:cs typeface="Arial" pitchFamily="34" charset="0"/>
              </a:rPr>
              <a:t>不良代码</a:t>
            </a:r>
            <a:r>
              <a:rPr lang="en-US" altLang="zh-CN" sz="1200" b="1">
                <a:solidFill>
                  <a:schemeClr val="accent4"/>
                </a:solidFill>
                <a:latin typeface="Arial" pitchFamily="34" charset="0"/>
                <a:cs typeface="Arial" pitchFamily="34" charset="0"/>
              </a:rPr>
              <a:t>/</a:t>
            </a:r>
            <a:r>
              <a:rPr lang="zh-CN" altLang="en-US" sz="1200" b="1">
                <a:solidFill>
                  <a:schemeClr val="accent4"/>
                </a:solidFill>
                <a:latin typeface="Arial" pitchFamily="34" charset="0"/>
                <a:cs typeface="Arial" pitchFamily="34" charset="0"/>
              </a:rPr>
              <a:t>描述</a:t>
            </a:r>
          </a:p>
        </p:txBody>
      </p:sp>
      <p:sp>
        <p:nvSpPr>
          <p:cNvPr id="28" name="文本框 27">
            <a:extLst>
              <a:ext uri="{FF2B5EF4-FFF2-40B4-BE49-F238E27FC236}">
                <a16:creationId xmlns:a16="http://schemas.microsoft.com/office/drawing/2014/main" id="{8F43F7C1-71B2-CD48-307F-7A82BDDEE815}"/>
              </a:ext>
            </a:extLst>
          </p:cNvPr>
          <p:cNvSpPr txBox="1"/>
          <p:nvPr/>
        </p:nvSpPr>
        <p:spPr>
          <a:xfrm>
            <a:off x="671245" y="3231636"/>
            <a:ext cx="800219" cy="276999"/>
          </a:xfrm>
          <a:prstGeom prst="rect">
            <a:avLst/>
          </a:prstGeom>
          <a:noFill/>
        </p:spPr>
        <p:txBody>
          <a:bodyPr wrap="none" rtlCol="0">
            <a:spAutoFit/>
          </a:bodyPr>
          <a:lstStyle/>
          <a:p>
            <a:r>
              <a:rPr lang="zh-CN" altLang="en-US" sz="1200" b="1">
                <a:solidFill>
                  <a:schemeClr val="accent4"/>
                </a:solidFill>
                <a:latin typeface="Arial" pitchFamily="34" charset="0"/>
                <a:cs typeface="Arial" pitchFamily="34" charset="0"/>
              </a:rPr>
              <a:t>问题描述</a:t>
            </a:r>
          </a:p>
        </p:txBody>
      </p:sp>
      <p:sp>
        <p:nvSpPr>
          <p:cNvPr id="29" name="文本框 28">
            <a:extLst>
              <a:ext uri="{FF2B5EF4-FFF2-40B4-BE49-F238E27FC236}">
                <a16:creationId xmlns:a16="http://schemas.microsoft.com/office/drawing/2014/main" id="{C5D3AC5B-B5CC-C4EA-0C8F-EFCA3480D63D}"/>
              </a:ext>
            </a:extLst>
          </p:cNvPr>
          <p:cNvSpPr txBox="1"/>
          <p:nvPr/>
        </p:nvSpPr>
        <p:spPr>
          <a:xfrm>
            <a:off x="609601" y="4202599"/>
            <a:ext cx="1151277" cy="276999"/>
          </a:xfrm>
          <a:prstGeom prst="rect">
            <a:avLst/>
          </a:prstGeom>
          <a:noFill/>
        </p:spPr>
        <p:txBody>
          <a:bodyPr wrap="none" rtlCol="0">
            <a:spAutoFit/>
          </a:bodyPr>
          <a:lstStyle/>
          <a:p>
            <a:r>
              <a:rPr lang="zh-CN" altLang="en-US" sz="1200" b="1">
                <a:solidFill>
                  <a:schemeClr val="accent4"/>
                </a:solidFill>
                <a:latin typeface="Arial" pitchFamily="34" charset="0"/>
                <a:cs typeface="Arial" pitchFamily="34" charset="0"/>
              </a:rPr>
              <a:t>原因大类</a:t>
            </a:r>
            <a:r>
              <a:rPr lang="en-US" altLang="zh-CN" sz="1200" b="1">
                <a:solidFill>
                  <a:schemeClr val="accent4"/>
                </a:solidFill>
                <a:latin typeface="Arial" pitchFamily="34" charset="0"/>
                <a:cs typeface="Arial" pitchFamily="34" charset="0"/>
              </a:rPr>
              <a:t>/</a:t>
            </a:r>
            <a:r>
              <a:rPr lang="zh-CN" altLang="en-US" sz="1200" b="1">
                <a:solidFill>
                  <a:schemeClr val="accent4"/>
                </a:solidFill>
                <a:latin typeface="Arial" pitchFamily="34" charset="0"/>
                <a:cs typeface="Arial" pitchFamily="34" charset="0"/>
              </a:rPr>
              <a:t>小类</a:t>
            </a:r>
          </a:p>
        </p:txBody>
      </p:sp>
      <p:sp>
        <p:nvSpPr>
          <p:cNvPr id="30" name="文本框 29">
            <a:extLst>
              <a:ext uri="{FF2B5EF4-FFF2-40B4-BE49-F238E27FC236}">
                <a16:creationId xmlns:a16="http://schemas.microsoft.com/office/drawing/2014/main" id="{985881E1-64F9-B3AB-FCB1-0FB4208A1A53}"/>
              </a:ext>
            </a:extLst>
          </p:cNvPr>
          <p:cNvSpPr txBox="1"/>
          <p:nvPr/>
        </p:nvSpPr>
        <p:spPr>
          <a:xfrm>
            <a:off x="603037" y="4684888"/>
            <a:ext cx="800219" cy="276999"/>
          </a:xfrm>
          <a:prstGeom prst="rect">
            <a:avLst/>
          </a:prstGeom>
          <a:noFill/>
        </p:spPr>
        <p:txBody>
          <a:bodyPr wrap="none" rtlCol="0">
            <a:spAutoFit/>
          </a:bodyPr>
          <a:lstStyle/>
          <a:p>
            <a:r>
              <a:rPr lang="zh-CN" altLang="en-US" sz="1200" b="1">
                <a:solidFill>
                  <a:schemeClr val="accent4"/>
                </a:solidFill>
                <a:latin typeface="Arial" pitchFamily="34" charset="0"/>
                <a:cs typeface="Arial" pitchFamily="34" charset="0"/>
              </a:rPr>
              <a:t>发生原因</a:t>
            </a:r>
          </a:p>
        </p:txBody>
      </p:sp>
      <p:sp>
        <p:nvSpPr>
          <p:cNvPr id="31" name="文本框 30">
            <a:extLst>
              <a:ext uri="{FF2B5EF4-FFF2-40B4-BE49-F238E27FC236}">
                <a16:creationId xmlns:a16="http://schemas.microsoft.com/office/drawing/2014/main" id="{2A17D452-09F5-1534-412E-72BE5AAE0CAE}"/>
              </a:ext>
            </a:extLst>
          </p:cNvPr>
          <p:cNvSpPr txBox="1"/>
          <p:nvPr/>
        </p:nvSpPr>
        <p:spPr>
          <a:xfrm>
            <a:off x="7041223" y="1882866"/>
            <a:ext cx="800219" cy="276999"/>
          </a:xfrm>
          <a:prstGeom prst="rect">
            <a:avLst/>
          </a:prstGeom>
          <a:noFill/>
        </p:spPr>
        <p:txBody>
          <a:bodyPr wrap="none" rtlCol="0">
            <a:spAutoFit/>
          </a:bodyPr>
          <a:lstStyle/>
          <a:p>
            <a:r>
              <a:rPr lang="zh-CN" altLang="en-US" sz="1200" b="1">
                <a:solidFill>
                  <a:schemeClr val="accent4"/>
                </a:solidFill>
                <a:latin typeface="Arial" pitchFamily="34" charset="0"/>
                <a:cs typeface="Arial" pitchFamily="34" charset="0"/>
              </a:rPr>
              <a:t>长期措施</a:t>
            </a:r>
          </a:p>
        </p:txBody>
      </p:sp>
      <p:sp>
        <p:nvSpPr>
          <p:cNvPr id="32" name="文本框 31">
            <a:extLst>
              <a:ext uri="{FF2B5EF4-FFF2-40B4-BE49-F238E27FC236}">
                <a16:creationId xmlns:a16="http://schemas.microsoft.com/office/drawing/2014/main" id="{5524D58B-EF09-9832-5851-E29DC644DDE2}"/>
              </a:ext>
            </a:extLst>
          </p:cNvPr>
          <p:cNvSpPr txBox="1"/>
          <p:nvPr/>
        </p:nvSpPr>
        <p:spPr>
          <a:xfrm>
            <a:off x="7041223" y="3508635"/>
            <a:ext cx="800219" cy="276999"/>
          </a:xfrm>
          <a:prstGeom prst="rect">
            <a:avLst/>
          </a:prstGeom>
          <a:noFill/>
        </p:spPr>
        <p:txBody>
          <a:bodyPr wrap="none" rtlCol="0">
            <a:spAutoFit/>
          </a:bodyPr>
          <a:lstStyle/>
          <a:p>
            <a:r>
              <a:rPr lang="zh-CN" altLang="en-US" sz="1200" b="1">
                <a:solidFill>
                  <a:schemeClr val="accent4"/>
                </a:solidFill>
                <a:latin typeface="Arial" pitchFamily="34" charset="0"/>
                <a:cs typeface="Arial" pitchFamily="34" charset="0"/>
              </a:rPr>
              <a:t>预防措施</a:t>
            </a:r>
          </a:p>
        </p:txBody>
      </p:sp>
      <p:sp>
        <p:nvSpPr>
          <p:cNvPr id="33" name="矩形 32">
            <a:extLst>
              <a:ext uri="{FF2B5EF4-FFF2-40B4-BE49-F238E27FC236}">
                <a16:creationId xmlns:a16="http://schemas.microsoft.com/office/drawing/2014/main" id="{B3DB57D3-CD49-E4A7-52B8-55A5099BF369}"/>
              </a:ext>
            </a:extLst>
          </p:cNvPr>
          <p:cNvSpPr/>
          <p:nvPr/>
        </p:nvSpPr>
        <p:spPr>
          <a:xfrm>
            <a:off x="671244" y="5814112"/>
            <a:ext cx="5662637" cy="380356"/>
          </a:xfrm>
          <a:prstGeom prst="rect">
            <a:avLst/>
          </a:prstGeom>
          <a:noFill/>
          <a:ln>
            <a:solidFill>
              <a:schemeClr val="accent4">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34" name="文本框 33">
            <a:extLst>
              <a:ext uri="{FF2B5EF4-FFF2-40B4-BE49-F238E27FC236}">
                <a16:creationId xmlns:a16="http://schemas.microsoft.com/office/drawing/2014/main" id="{96B38986-4BD7-54D8-627A-6BA2DB2F018F}"/>
              </a:ext>
            </a:extLst>
          </p:cNvPr>
          <p:cNvSpPr txBox="1"/>
          <p:nvPr/>
        </p:nvSpPr>
        <p:spPr>
          <a:xfrm>
            <a:off x="613311" y="5556409"/>
            <a:ext cx="800219" cy="276999"/>
          </a:xfrm>
          <a:prstGeom prst="rect">
            <a:avLst/>
          </a:prstGeom>
          <a:noFill/>
        </p:spPr>
        <p:txBody>
          <a:bodyPr wrap="none" rtlCol="0">
            <a:spAutoFit/>
          </a:bodyPr>
          <a:lstStyle/>
          <a:p>
            <a:r>
              <a:rPr lang="zh-CN" altLang="en-US" sz="1200" b="1">
                <a:solidFill>
                  <a:schemeClr val="accent4"/>
                </a:solidFill>
                <a:latin typeface="Arial" pitchFamily="34" charset="0"/>
                <a:cs typeface="Arial" pitchFamily="34" charset="0"/>
              </a:rPr>
              <a:t>流出原因</a:t>
            </a:r>
          </a:p>
        </p:txBody>
      </p:sp>
      <p:sp>
        <p:nvSpPr>
          <p:cNvPr id="35" name="矩形 34">
            <a:extLst>
              <a:ext uri="{FF2B5EF4-FFF2-40B4-BE49-F238E27FC236}">
                <a16:creationId xmlns:a16="http://schemas.microsoft.com/office/drawing/2014/main" id="{55219C4A-908C-8B50-BB60-320836693856}"/>
              </a:ext>
            </a:extLst>
          </p:cNvPr>
          <p:cNvSpPr/>
          <p:nvPr/>
        </p:nvSpPr>
        <p:spPr>
          <a:xfrm>
            <a:off x="732890" y="2246435"/>
            <a:ext cx="1196939" cy="135489"/>
          </a:xfrm>
          <a:prstGeom prst="rect">
            <a:avLst/>
          </a:prstGeom>
          <a:noFill/>
          <a:ln>
            <a:solidFill>
              <a:schemeClr val="accent4">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496BBDD1-7AF6-E10C-AAD0-041C93576F90}"/>
              </a:ext>
            </a:extLst>
          </p:cNvPr>
          <p:cNvSpPr txBox="1"/>
          <p:nvPr/>
        </p:nvSpPr>
        <p:spPr>
          <a:xfrm>
            <a:off x="648985" y="2014535"/>
            <a:ext cx="800219" cy="276999"/>
          </a:xfrm>
          <a:prstGeom prst="rect">
            <a:avLst/>
          </a:prstGeom>
          <a:noFill/>
        </p:spPr>
        <p:txBody>
          <a:bodyPr wrap="none" rtlCol="0">
            <a:spAutoFit/>
          </a:bodyPr>
          <a:lstStyle/>
          <a:p>
            <a:r>
              <a:rPr lang="zh-CN" altLang="en-US" sz="1200" b="1">
                <a:solidFill>
                  <a:schemeClr val="accent4"/>
                </a:solidFill>
                <a:latin typeface="Arial" pitchFamily="34" charset="0"/>
                <a:cs typeface="Arial" pitchFamily="34" charset="0"/>
              </a:rPr>
              <a:t>发生日期</a:t>
            </a:r>
          </a:p>
        </p:txBody>
      </p:sp>
    </p:spTree>
    <p:extLst>
      <p:ext uri="{BB962C8B-B14F-4D97-AF65-F5344CB8AC3E}">
        <p14:creationId xmlns:p14="http://schemas.microsoft.com/office/powerpoint/2010/main" val="2025425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728E4-AA50-9FED-A65C-02FFC85F7EE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73EADD8-7315-D713-12B6-11B1AB4472F7}"/>
              </a:ext>
            </a:extLst>
          </p:cNvPr>
          <p:cNvSpPr>
            <a:spLocks noGrp="1"/>
          </p:cNvSpPr>
          <p:nvPr>
            <p:ph type="title"/>
          </p:nvPr>
        </p:nvSpPr>
        <p:spPr/>
        <p:txBody>
          <a:bodyPr wrap="square" lIns="0" tIns="0" rIns="0" bIns="0" anchor="ctr" anchorCtr="0"/>
          <a:lstStyle/>
          <a:p>
            <a:pPr defTabSz="1218590">
              <a:tabLst>
                <a:tab pos="1218590" algn="l"/>
              </a:tabLst>
            </a:pPr>
            <a:r>
              <a:rPr lang="en-US" altLang="zh-CN" sz="2800" b="1">
                <a:latin typeface="+mn-lt"/>
                <a:cs typeface="+mn-ea"/>
                <a:sym typeface="+mn-lt"/>
              </a:rPr>
              <a:t>AI</a:t>
            </a:r>
            <a:r>
              <a:rPr lang="zh-CN" altLang="en-US" sz="2800" b="1">
                <a:latin typeface="+mn-lt"/>
                <a:cs typeface="+mn-ea"/>
                <a:sym typeface="+mn-lt"/>
              </a:rPr>
              <a:t>变革</a:t>
            </a:r>
            <a:r>
              <a:rPr lang="en-US" altLang="zh-CN" sz="2800" b="1">
                <a:latin typeface="+mn-lt"/>
                <a:cs typeface="+mn-ea"/>
                <a:sym typeface="+mn-lt"/>
              </a:rPr>
              <a:t>: </a:t>
            </a:r>
            <a:r>
              <a:rPr lang="zh-CN" altLang="en-US" sz="2800" b="1">
                <a:latin typeface="+mn-lt"/>
                <a:cs typeface="+mn-ea"/>
                <a:sym typeface="+mn-lt"/>
              </a:rPr>
              <a:t>智能质量解决方案</a:t>
            </a:r>
            <a:r>
              <a:rPr lang="en-US" altLang="zh-CN" sz="2800" b="1">
                <a:latin typeface="+mn-lt"/>
                <a:cs typeface="+mn-ea"/>
                <a:sym typeface="+mn-lt"/>
              </a:rPr>
              <a:t>_Demo</a:t>
            </a:r>
            <a:endParaRPr lang="zh-CN" altLang="en-US" sz="2800" b="1">
              <a:latin typeface="+mn-lt"/>
              <a:cs typeface="+mn-ea"/>
              <a:sym typeface="+mn-lt"/>
            </a:endParaRPr>
          </a:p>
        </p:txBody>
      </p:sp>
      <p:sp>
        <p:nvSpPr>
          <p:cNvPr id="7" name="页脚占位符 2">
            <a:extLst>
              <a:ext uri="{FF2B5EF4-FFF2-40B4-BE49-F238E27FC236}">
                <a16:creationId xmlns:a16="http://schemas.microsoft.com/office/drawing/2014/main" id="{A9E76880-8760-3EB1-0C36-006BC7257F7C}"/>
              </a:ext>
            </a:extLst>
          </p:cNvPr>
          <p:cNvSpPr txBox="1">
            <a:spLocks/>
          </p:cNvSpPr>
          <p:nvPr/>
        </p:nvSpPr>
        <p:spPr>
          <a:xfrm>
            <a:off x="515629" y="6555603"/>
            <a:ext cx="2414588" cy="152400"/>
          </a:xfrm>
          <a:prstGeom prst="rect">
            <a:avLst/>
          </a:prstGeom>
        </p:spPr>
        <p:txBody>
          <a:bodyPr vert="horz" wrap="square" lIns="0" tIns="0" rIns="0" bIns="0" rtlCol="0" anchor="ctr">
            <a:spAutoFit/>
          </a:bodyPr>
          <a:lstStyle>
            <a:defPPr>
              <a:defRPr lang="zh-CN"/>
            </a:defPPr>
            <a:lvl1pPr marL="0" marR="0" indent="0" algn="l" defTabSz="1218987" rtl="0" eaLnBrk="1" fontAlgn="auto" latinLnBrk="0" hangingPunct="1">
              <a:lnSpc>
                <a:spcPct val="100000"/>
              </a:lnSpc>
              <a:spcBef>
                <a:spcPts val="0"/>
              </a:spcBef>
              <a:spcAft>
                <a:spcPts val="0"/>
              </a:spcAft>
              <a:buClrTx/>
              <a:buSzTx/>
              <a:buFontTx/>
              <a:buNone/>
              <a:tabLst/>
              <a:defRPr sz="1200" kern="1200" cap="none">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8255"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solidFill>
                <a:effectLst/>
                <a:uLnTx/>
                <a:uFillTx/>
                <a:cs typeface="+mn-ea"/>
                <a:sym typeface="+mn-lt"/>
              </a:rPr>
              <a:t>2025 LCFC Internal. All rights reserved.</a:t>
            </a:r>
          </a:p>
        </p:txBody>
      </p:sp>
      <p:grpSp>
        <p:nvGrpSpPr>
          <p:cNvPr id="32" name="组合 31">
            <a:extLst>
              <a:ext uri="{FF2B5EF4-FFF2-40B4-BE49-F238E27FC236}">
                <a16:creationId xmlns:a16="http://schemas.microsoft.com/office/drawing/2014/main" id="{5C647180-F125-9C43-35BE-E48D5A28801F}"/>
              </a:ext>
            </a:extLst>
          </p:cNvPr>
          <p:cNvGrpSpPr/>
          <p:nvPr/>
        </p:nvGrpSpPr>
        <p:grpSpPr>
          <a:xfrm>
            <a:off x="513741" y="1071069"/>
            <a:ext cx="11332691" cy="5382244"/>
            <a:chOff x="513741" y="1013319"/>
            <a:chExt cx="11332691" cy="5382244"/>
          </a:xfrm>
        </p:grpSpPr>
        <p:pic>
          <p:nvPicPr>
            <p:cNvPr id="10" name="图片 9" descr="图形用户界面, 文本, 应用程序&#10;&#10;AI 生成的内容可能不正确。">
              <a:extLst>
                <a:ext uri="{FF2B5EF4-FFF2-40B4-BE49-F238E27FC236}">
                  <a16:creationId xmlns:a16="http://schemas.microsoft.com/office/drawing/2014/main" id="{6A8333B5-D39C-2458-6EB2-00BAA5132A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83090" y="1015935"/>
              <a:ext cx="4063342" cy="5379628"/>
            </a:xfrm>
            <a:prstGeom prst="rect">
              <a:avLst/>
            </a:prstGeom>
          </p:spPr>
        </p:pic>
        <p:pic>
          <p:nvPicPr>
            <p:cNvPr id="12" name="图片 11" descr="图形用户界面, 文本&#10;&#10;AI 生成的内容可能不正确。">
              <a:extLst>
                <a:ext uri="{FF2B5EF4-FFF2-40B4-BE49-F238E27FC236}">
                  <a16:creationId xmlns:a16="http://schemas.microsoft.com/office/drawing/2014/main" id="{7329342A-CAE4-9DD0-3F3D-82C12634E86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10739" y="1015938"/>
              <a:ext cx="4000182" cy="5328526"/>
            </a:xfrm>
            <a:prstGeom prst="rect">
              <a:avLst/>
            </a:prstGeom>
          </p:spPr>
        </p:pic>
        <p:sp>
          <p:nvSpPr>
            <p:cNvPr id="13" name="矩形 12">
              <a:extLst>
                <a:ext uri="{FF2B5EF4-FFF2-40B4-BE49-F238E27FC236}">
                  <a16:creationId xmlns:a16="http://schemas.microsoft.com/office/drawing/2014/main" id="{11FAED65-044B-1556-B99E-742DDF265BF4}"/>
                </a:ext>
              </a:extLst>
            </p:cNvPr>
            <p:cNvSpPr/>
            <p:nvPr/>
          </p:nvSpPr>
          <p:spPr>
            <a:xfrm>
              <a:off x="2015044" y="1015937"/>
              <a:ext cx="517370" cy="336832"/>
            </a:xfrm>
            <a:prstGeom prst="rect">
              <a:avLst/>
            </a:prstGeom>
            <a:solidFill>
              <a:schemeClr val="accent5">
                <a:lumMod val="50000"/>
                <a:alpha val="82000"/>
              </a:schemeClr>
            </a:solidFill>
            <a:ln w="25400" cap="flat" cmpd="sng" algn="ctr">
              <a:noFill/>
              <a:prstDash val="solid"/>
            </a:ln>
            <a:effectLst/>
          </p:spPr>
          <p:txBody>
            <a:bodyPr lIns="0" tIns="0" rIns="0" bIns="0" rtlCol="0" anchor="ctr"/>
            <a:lstStyle/>
            <a:p>
              <a:pPr marL="0" marR="0" indent="0" algn="ctr" defTabSz="914126" rtl="0" eaLnBrk="1" fontAlgn="auto" latinLnBrk="0" hangingPunct="1">
                <a:lnSpc>
                  <a:spcPct val="100000"/>
                </a:lnSpc>
                <a:spcBef>
                  <a:spcPts val="0"/>
                </a:spcBef>
                <a:spcAft>
                  <a:spcPts val="0"/>
                </a:spcAft>
                <a:buClrTx/>
                <a:buSzTx/>
                <a:buFontTx/>
                <a:buNone/>
                <a:tabLst/>
              </a:pPr>
              <a:r>
                <a:rPr lang="en-US" altLang="zh-CN" b="1" kern="0">
                  <a:solidFill>
                    <a:srgbClr val="FFC000"/>
                  </a:solidFill>
                  <a:cs typeface="+mn-ea"/>
                  <a:sym typeface="+mn-lt"/>
                </a:rPr>
                <a:t>1</a:t>
              </a:r>
              <a:endParaRPr lang="zh-CN" altLang="en-US" b="1" kern="0">
                <a:solidFill>
                  <a:srgbClr val="FFC000"/>
                </a:solidFill>
                <a:cs typeface="+mn-ea"/>
                <a:sym typeface="+mn-lt"/>
              </a:endParaRPr>
            </a:p>
          </p:txBody>
        </p:sp>
        <p:sp>
          <p:nvSpPr>
            <p:cNvPr id="14" name="矩形 13">
              <a:extLst>
                <a:ext uri="{FF2B5EF4-FFF2-40B4-BE49-F238E27FC236}">
                  <a16:creationId xmlns:a16="http://schemas.microsoft.com/office/drawing/2014/main" id="{EC9FAE1C-F1E9-E2A6-2101-8F23C76380D3}"/>
                </a:ext>
              </a:extLst>
            </p:cNvPr>
            <p:cNvSpPr/>
            <p:nvPr/>
          </p:nvSpPr>
          <p:spPr>
            <a:xfrm>
              <a:off x="7786237" y="1013319"/>
              <a:ext cx="517370" cy="336832"/>
            </a:xfrm>
            <a:prstGeom prst="rect">
              <a:avLst/>
            </a:prstGeom>
            <a:solidFill>
              <a:schemeClr val="accent5">
                <a:lumMod val="50000"/>
                <a:alpha val="82000"/>
              </a:schemeClr>
            </a:solidFill>
            <a:ln w="25400" cap="flat" cmpd="sng" algn="ctr">
              <a:noFill/>
              <a:prstDash val="solid"/>
            </a:ln>
            <a:effectLst/>
          </p:spPr>
          <p:txBody>
            <a:bodyPr lIns="0" tIns="0" rIns="0" bIns="0" rtlCol="0" anchor="ctr"/>
            <a:lstStyle/>
            <a:p>
              <a:pPr marL="0" marR="0" indent="0" algn="ctr" defTabSz="914126" rtl="0" eaLnBrk="1" fontAlgn="auto" latinLnBrk="0" hangingPunct="1">
                <a:lnSpc>
                  <a:spcPct val="100000"/>
                </a:lnSpc>
                <a:spcBef>
                  <a:spcPts val="0"/>
                </a:spcBef>
                <a:spcAft>
                  <a:spcPts val="0"/>
                </a:spcAft>
                <a:buClrTx/>
                <a:buSzTx/>
                <a:buFontTx/>
                <a:buNone/>
                <a:tabLst/>
              </a:pPr>
              <a:r>
                <a:rPr lang="en-US" altLang="zh-CN" b="1" kern="0">
                  <a:solidFill>
                    <a:srgbClr val="FFC000"/>
                  </a:solidFill>
                  <a:cs typeface="+mn-ea"/>
                  <a:sym typeface="+mn-lt"/>
                </a:rPr>
                <a:t>2</a:t>
              </a:r>
              <a:endParaRPr lang="zh-CN" altLang="en-US" b="1" kern="0">
                <a:solidFill>
                  <a:srgbClr val="FFC000"/>
                </a:solidFill>
                <a:cs typeface="+mn-ea"/>
                <a:sym typeface="+mn-lt"/>
              </a:endParaRPr>
            </a:p>
          </p:txBody>
        </p:sp>
        <p:sp>
          <p:nvSpPr>
            <p:cNvPr id="17" name="矩形 16">
              <a:extLst>
                <a:ext uri="{FF2B5EF4-FFF2-40B4-BE49-F238E27FC236}">
                  <a16:creationId xmlns:a16="http://schemas.microsoft.com/office/drawing/2014/main" id="{DC56A60E-F4ED-1049-28DB-64639780D6C9}"/>
                </a:ext>
              </a:extLst>
            </p:cNvPr>
            <p:cNvSpPr/>
            <p:nvPr/>
          </p:nvSpPr>
          <p:spPr>
            <a:xfrm>
              <a:off x="546419" y="1015936"/>
              <a:ext cx="1458999" cy="5328526"/>
            </a:xfrm>
            <a:prstGeom prst="rect">
              <a:avLst/>
            </a:prstGeom>
            <a:solidFill>
              <a:schemeClr val="accent5">
                <a:lumMod val="75000"/>
                <a:alpha val="82000"/>
              </a:schemeClr>
            </a:solidFill>
            <a:ln w="25400" cap="flat" cmpd="sng" algn="ctr">
              <a:noFill/>
              <a:prstDash val="solid"/>
            </a:ln>
            <a:effectLst/>
          </p:spPr>
          <p:txBody>
            <a:bodyPr lIns="0" tIns="0" rIns="0" bIns="0" rtlCol="0" anchor="ctr"/>
            <a:lstStyle/>
            <a:p>
              <a:pPr marL="0" marR="0" indent="0" algn="ctr" defTabSz="914126" rtl="0" eaLnBrk="1" fontAlgn="auto" latinLnBrk="0" hangingPunct="1">
                <a:lnSpc>
                  <a:spcPct val="100000"/>
                </a:lnSpc>
                <a:spcBef>
                  <a:spcPts val="0"/>
                </a:spcBef>
                <a:spcAft>
                  <a:spcPts val="0"/>
                </a:spcAft>
                <a:buClrTx/>
                <a:buSzTx/>
                <a:buFontTx/>
                <a:buNone/>
                <a:tabLst/>
              </a:pPr>
              <a:endParaRPr lang="zh-CN" altLang="en-US" sz="1400" b="1" kern="0">
                <a:solidFill>
                  <a:schemeClr val="bg1"/>
                </a:solidFill>
                <a:cs typeface="+mn-ea"/>
                <a:sym typeface="+mn-lt"/>
              </a:endParaRPr>
            </a:p>
          </p:txBody>
        </p:sp>
        <p:sp>
          <p:nvSpPr>
            <p:cNvPr id="15" name="文本框 14">
              <a:extLst>
                <a:ext uri="{FF2B5EF4-FFF2-40B4-BE49-F238E27FC236}">
                  <a16:creationId xmlns:a16="http://schemas.microsoft.com/office/drawing/2014/main" id="{5A324B6E-BE93-5D30-C960-E97BC325FAFD}"/>
                </a:ext>
              </a:extLst>
            </p:cNvPr>
            <p:cNvSpPr txBox="1"/>
            <p:nvPr/>
          </p:nvSpPr>
          <p:spPr>
            <a:xfrm>
              <a:off x="513741" y="3115151"/>
              <a:ext cx="1458999" cy="873957"/>
            </a:xfrm>
            <a:prstGeom prst="rect">
              <a:avLst/>
            </a:prstGeom>
            <a:noFill/>
          </p:spPr>
          <p:txBody>
            <a:bodyPr wrap="square" rtlCol="0">
              <a:spAutoFit/>
            </a:bodyPr>
            <a:lstStyle/>
            <a:p>
              <a:pPr algn="ctr">
                <a:lnSpc>
                  <a:spcPct val="150000"/>
                </a:lnSpc>
              </a:pPr>
              <a:r>
                <a:rPr lang="zh-CN" altLang="en-US" b="1">
                  <a:solidFill>
                    <a:srgbClr val="FFC000"/>
                  </a:solidFill>
                  <a:cs typeface="+mn-ea"/>
                  <a:sym typeface="+mn-lt"/>
                </a:rPr>
                <a:t>第一步</a:t>
              </a:r>
              <a:r>
                <a:rPr lang="en-US" altLang="zh-CN" b="1">
                  <a:solidFill>
                    <a:srgbClr val="FFC000"/>
                  </a:solidFill>
                  <a:cs typeface="+mn-ea"/>
                  <a:sym typeface="+mn-lt"/>
                </a:rPr>
                <a:t>:</a:t>
              </a:r>
            </a:p>
            <a:p>
              <a:pPr algn="ctr">
                <a:lnSpc>
                  <a:spcPct val="150000"/>
                </a:lnSpc>
              </a:pPr>
              <a:r>
                <a:rPr lang="en-US" altLang="zh-CN" b="1">
                  <a:solidFill>
                    <a:srgbClr val="FFC000"/>
                  </a:solidFill>
                  <a:cs typeface="+mn-ea"/>
                  <a:sym typeface="+mn-lt"/>
                </a:rPr>
                <a:t>AI</a:t>
              </a:r>
              <a:r>
                <a:rPr lang="zh-CN" altLang="en-US" b="1">
                  <a:solidFill>
                    <a:srgbClr val="FFC000"/>
                  </a:solidFill>
                  <a:cs typeface="+mn-ea"/>
                  <a:sym typeface="+mn-lt"/>
                </a:rPr>
                <a:t> 思考过程</a:t>
              </a:r>
            </a:p>
          </p:txBody>
        </p:sp>
        <p:sp>
          <p:nvSpPr>
            <p:cNvPr id="18" name="矩形 17">
              <a:extLst>
                <a:ext uri="{FF2B5EF4-FFF2-40B4-BE49-F238E27FC236}">
                  <a16:creationId xmlns:a16="http://schemas.microsoft.com/office/drawing/2014/main" id="{41F7F225-59EE-A2F7-411E-5914020A3B27}"/>
                </a:ext>
              </a:extLst>
            </p:cNvPr>
            <p:cNvSpPr/>
            <p:nvPr/>
          </p:nvSpPr>
          <p:spPr>
            <a:xfrm>
              <a:off x="6457121" y="1015935"/>
              <a:ext cx="1321000" cy="5328529"/>
            </a:xfrm>
            <a:prstGeom prst="rect">
              <a:avLst/>
            </a:prstGeom>
            <a:solidFill>
              <a:srgbClr val="00B050">
                <a:alpha val="82000"/>
              </a:srgbClr>
            </a:solidFill>
            <a:ln w="25400" cap="flat" cmpd="sng" algn="ctr">
              <a:noFill/>
              <a:prstDash val="solid"/>
            </a:ln>
            <a:effectLst/>
          </p:spPr>
          <p:txBody>
            <a:bodyPr lIns="0" tIns="0" rIns="0" bIns="0" rtlCol="0" anchor="ctr"/>
            <a:lstStyle/>
            <a:p>
              <a:pPr marL="0" marR="0" indent="0" algn="ctr" defTabSz="914126" rtl="0" eaLnBrk="1" fontAlgn="auto" latinLnBrk="0" hangingPunct="1">
                <a:lnSpc>
                  <a:spcPct val="100000"/>
                </a:lnSpc>
                <a:spcBef>
                  <a:spcPts val="0"/>
                </a:spcBef>
                <a:spcAft>
                  <a:spcPts val="0"/>
                </a:spcAft>
                <a:buClrTx/>
                <a:buSzTx/>
                <a:buFontTx/>
                <a:buNone/>
                <a:tabLst/>
              </a:pPr>
              <a:endParaRPr lang="zh-CN" altLang="en-US" sz="1400" b="1" kern="0">
                <a:solidFill>
                  <a:schemeClr val="bg1"/>
                </a:solidFill>
                <a:cs typeface="+mn-ea"/>
                <a:sym typeface="+mn-lt"/>
              </a:endParaRPr>
            </a:p>
          </p:txBody>
        </p:sp>
        <p:sp>
          <p:nvSpPr>
            <p:cNvPr id="16" name="文本框 15">
              <a:extLst>
                <a:ext uri="{FF2B5EF4-FFF2-40B4-BE49-F238E27FC236}">
                  <a16:creationId xmlns:a16="http://schemas.microsoft.com/office/drawing/2014/main" id="{A6CE7426-4E09-6C11-88DA-82AF5D1516E5}"/>
                </a:ext>
              </a:extLst>
            </p:cNvPr>
            <p:cNvSpPr txBox="1"/>
            <p:nvPr/>
          </p:nvSpPr>
          <p:spPr>
            <a:xfrm>
              <a:off x="6400800" y="3115151"/>
              <a:ext cx="1437373" cy="873957"/>
            </a:xfrm>
            <a:prstGeom prst="rect">
              <a:avLst/>
            </a:prstGeom>
            <a:noFill/>
          </p:spPr>
          <p:txBody>
            <a:bodyPr wrap="square" rtlCol="0">
              <a:spAutoFit/>
            </a:bodyPr>
            <a:lstStyle/>
            <a:p>
              <a:pPr algn="ctr">
                <a:lnSpc>
                  <a:spcPct val="150000"/>
                </a:lnSpc>
              </a:pPr>
              <a:r>
                <a:rPr lang="zh-CN" altLang="en-US" b="1">
                  <a:solidFill>
                    <a:srgbClr val="FFC000"/>
                  </a:solidFill>
                  <a:cs typeface="+mn-ea"/>
                  <a:sym typeface="+mn-lt"/>
                </a:rPr>
                <a:t>第二步：</a:t>
              </a:r>
              <a:endParaRPr lang="en-US" altLang="zh-CN" b="1">
                <a:solidFill>
                  <a:srgbClr val="FFC000"/>
                </a:solidFill>
                <a:cs typeface="+mn-ea"/>
                <a:sym typeface="+mn-lt"/>
              </a:endParaRPr>
            </a:p>
            <a:p>
              <a:pPr algn="ctr">
                <a:lnSpc>
                  <a:spcPct val="150000"/>
                </a:lnSpc>
              </a:pPr>
              <a:r>
                <a:rPr lang="en-US" altLang="zh-CN" b="1">
                  <a:solidFill>
                    <a:srgbClr val="FFC000"/>
                  </a:solidFill>
                  <a:cs typeface="+mn-ea"/>
                  <a:sym typeface="+mn-lt"/>
                </a:rPr>
                <a:t>AI</a:t>
              </a:r>
              <a:r>
                <a:rPr lang="zh-CN" altLang="en-US" b="1">
                  <a:solidFill>
                    <a:srgbClr val="FFC000"/>
                  </a:solidFill>
                  <a:cs typeface="+mn-ea"/>
                  <a:sym typeface="+mn-lt"/>
                </a:rPr>
                <a:t> 推荐结果</a:t>
              </a:r>
            </a:p>
          </p:txBody>
        </p:sp>
        <p:pic>
          <p:nvPicPr>
            <p:cNvPr id="19" name="图形 18" descr="快进 纯色填充">
              <a:extLst>
                <a:ext uri="{FF2B5EF4-FFF2-40B4-BE49-F238E27FC236}">
                  <a16:creationId xmlns:a16="http://schemas.microsoft.com/office/drawing/2014/main" id="{66B126EA-D9B8-8607-F509-BAD924E830B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972935" y="2662694"/>
              <a:ext cx="482082" cy="2035010"/>
            </a:xfrm>
            <a:prstGeom prst="rect">
              <a:avLst/>
            </a:prstGeom>
          </p:spPr>
        </p:pic>
        <p:sp>
          <p:nvSpPr>
            <p:cNvPr id="23" name="矩形 22">
              <a:extLst>
                <a:ext uri="{FF2B5EF4-FFF2-40B4-BE49-F238E27FC236}">
                  <a16:creationId xmlns:a16="http://schemas.microsoft.com/office/drawing/2014/main" id="{14AF9985-D5E1-FD43-6029-93468DDF8FBE}"/>
                </a:ext>
              </a:extLst>
            </p:cNvPr>
            <p:cNvSpPr/>
            <p:nvPr/>
          </p:nvSpPr>
          <p:spPr>
            <a:xfrm>
              <a:off x="2744166" y="1799162"/>
              <a:ext cx="991402" cy="231768"/>
            </a:xfrm>
            <a:prstGeom prst="rect">
              <a:avLst/>
            </a:prstGeom>
            <a:noFill/>
            <a:ln w="25400" cap="flat" cmpd="sng" algn="ctr">
              <a:solidFill>
                <a:srgbClr val="FFC000"/>
              </a:solidFill>
              <a:prstDash val="solid"/>
            </a:ln>
            <a:effectLst/>
          </p:spPr>
          <p:txBody>
            <a:bodyPr lIns="0" tIns="0" rIns="0" bIns="0" rtlCol="0" anchor="ctr"/>
            <a:lstStyle/>
            <a:p>
              <a:pPr marL="0" marR="0" indent="0" algn="ctr" defTabSz="914126" rtl="0" eaLnBrk="1" fontAlgn="auto" latinLnBrk="0" hangingPunct="1">
                <a:lnSpc>
                  <a:spcPct val="100000"/>
                </a:lnSpc>
                <a:spcBef>
                  <a:spcPts val="0"/>
                </a:spcBef>
                <a:spcAft>
                  <a:spcPts val="0"/>
                </a:spcAft>
                <a:buClrTx/>
                <a:buSzTx/>
                <a:buFontTx/>
                <a:buNone/>
                <a:tabLst/>
              </a:pPr>
              <a:endParaRPr lang="zh-CN" altLang="en-US" sz="1400" b="1" kern="0">
                <a:solidFill>
                  <a:schemeClr val="bg1"/>
                </a:solidFill>
                <a:cs typeface="+mn-ea"/>
                <a:sym typeface="+mn-lt"/>
              </a:endParaRPr>
            </a:p>
          </p:txBody>
        </p:sp>
        <p:sp>
          <p:nvSpPr>
            <p:cNvPr id="24" name="矩形 23">
              <a:extLst>
                <a:ext uri="{FF2B5EF4-FFF2-40B4-BE49-F238E27FC236}">
                  <a16:creationId xmlns:a16="http://schemas.microsoft.com/office/drawing/2014/main" id="{E4FC38EF-E9F6-104D-D8F0-E1416141500F}"/>
                </a:ext>
              </a:extLst>
            </p:cNvPr>
            <p:cNvSpPr/>
            <p:nvPr/>
          </p:nvSpPr>
          <p:spPr>
            <a:xfrm>
              <a:off x="8295140" y="2101566"/>
              <a:ext cx="991402" cy="231768"/>
            </a:xfrm>
            <a:prstGeom prst="rect">
              <a:avLst/>
            </a:prstGeom>
            <a:noFill/>
            <a:ln w="25400" cap="flat" cmpd="sng" algn="ctr">
              <a:solidFill>
                <a:srgbClr val="FFC000"/>
              </a:solidFill>
              <a:prstDash val="solid"/>
            </a:ln>
            <a:effectLst/>
          </p:spPr>
          <p:txBody>
            <a:bodyPr lIns="0" tIns="0" rIns="0" bIns="0" rtlCol="0" anchor="ctr"/>
            <a:lstStyle/>
            <a:p>
              <a:pPr marL="0" marR="0" indent="0" algn="ctr" defTabSz="914126" rtl="0" eaLnBrk="1" fontAlgn="auto" latinLnBrk="0" hangingPunct="1">
                <a:lnSpc>
                  <a:spcPct val="100000"/>
                </a:lnSpc>
                <a:spcBef>
                  <a:spcPts val="0"/>
                </a:spcBef>
                <a:spcAft>
                  <a:spcPts val="0"/>
                </a:spcAft>
                <a:buClrTx/>
                <a:buSzTx/>
                <a:buFontTx/>
                <a:buNone/>
                <a:tabLst/>
              </a:pPr>
              <a:endParaRPr lang="zh-CN" altLang="en-US" sz="1400" b="1" kern="0">
                <a:solidFill>
                  <a:schemeClr val="bg1"/>
                </a:solidFill>
                <a:cs typeface="+mn-ea"/>
                <a:sym typeface="+mn-lt"/>
              </a:endParaRPr>
            </a:p>
          </p:txBody>
        </p:sp>
        <p:sp>
          <p:nvSpPr>
            <p:cNvPr id="25" name="矩形 24">
              <a:extLst>
                <a:ext uri="{FF2B5EF4-FFF2-40B4-BE49-F238E27FC236}">
                  <a16:creationId xmlns:a16="http://schemas.microsoft.com/office/drawing/2014/main" id="{B17C54AB-3040-3C31-21BB-08D9E1079E3F}"/>
                </a:ext>
              </a:extLst>
            </p:cNvPr>
            <p:cNvSpPr/>
            <p:nvPr/>
          </p:nvSpPr>
          <p:spPr>
            <a:xfrm>
              <a:off x="8295140" y="3275006"/>
              <a:ext cx="991402" cy="231768"/>
            </a:xfrm>
            <a:prstGeom prst="rect">
              <a:avLst/>
            </a:prstGeom>
            <a:noFill/>
            <a:ln w="25400" cap="flat" cmpd="sng" algn="ctr">
              <a:solidFill>
                <a:srgbClr val="FFC000"/>
              </a:solidFill>
              <a:prstDash val="solid"/>
            </a:ln>
            <a:effectLst/>
          </p:spPr>
          <p:txBody>
            <a:bodyPr lIns="0" tIns="0" rIns="0" bIns="0" rtlCol="0" anchor="ctr"/>
            <a:lstStyle/>
            <a:p>
              <a:pPr marL="0" marR="0" indent="0" algn="ctr" defTabSz="914126" rtl="0" eaLnBrk="1" fontAlgn="auto" latinLnBrk="0" hangingPunct="1">
                <a:lnSpc>
                  <a:spcPct val="100000"/>
                </a:lnSpc>
                <a:spcBef>
                  <a:spcPts val="0"/>
                </a:spcBef>
                <a:spcAft>
                  <a:spcPts val="0"/>
                </a:spcAft>
                <a:buClrTx/>
                <a:buSzTx/>
                <a:buFontTx/>
                <a:buNone/>
                <a:tabLst/>
              </a:pPr>
              <a:endParaRPr lang="zh-CN" altLang="en-US" sz="1400" b="1" kern="0">
                <a:solidFill>
                  <a:schemeClr val="bg1"/>
                </a:solidFill>
                <a:cs typeface="+mn-ea"/>
                <a:sym typeface="+mn-lt"/>
              </a:endParaRPr>
            </a:p>
          </p:txBody>
        </p:sp>
        <p:sp>
          <p:nvSpPr>
            <p:cNvPr id="26" name="矩形 25">
              <a:extLst>
                <a:ext uri="{FF2B5EF4-FFF2-40B4-BE49-F238E27FC236}">
                  <a16:creationId xmlns:a16="http://schemas.microsoft.com/office/drawing/2014/main" id="{F8BEC4F7-F635-B109-F1B2-BB1E004CF638}"/>
                </a:ext>
              </a:extLst>
            </p:cNvPr>
            <p:cNvSpPr/>
            <p:nvPr/>
          </p:nvSpPr>
          <p:spPr>
            <a:xfrm>
              <a:off x="8295140" y="4465936"/>
              <a:ext cx="991402" cy="231768"/>
            </a:xfrm>
            <a:prstGeom prst="rect">
              <a:avLst/>
            </a:prstGeom>
            <a:noFill/>
            <a:ln w="25400" cap="flat" cmpd="sng" algn="ctr">
              <a:solidFill>
                <a:srgbClr val="FFC000"/>
              </a:solidFill>
              <a:prstDash val="solid"/>
            </a:ln>
            <a:effectLst/>
          </p:spPr>
          <p:txBody>
            <a:bodyPr lIns="0" tIns="0" rIns="0" bIns="0" rtlCol="0" anchor="ctr"/>
            <a:lstStyle/>
            <a:p>
              <a:pPr marL="0" marR="0" indent="0" algn="ctr" defTabSz="914126" rtl="0" eaLnBrk="1" fontAlgn="auto" latinLnBrk="0" hangingPunct="1">
                <a:lnSpc>
                  <a:spcPct val="100000"/>
                </a:lnSpc>
                <a:spcBef>
                  <a:spcPts val="0"/>
                </a:spcBef>
                <a:spcAft>
                  <a:spcPts val="0"/>
                </a:spcAft>
                <a:buClrTx/>
                <a:buSzTx/>
                <a:buFontTx/>
                <a:buNone/>
                <a:tabLst/>
              </a:pPr>
              <a:endParaRPr lang="zh-CN" altLang="en-US" sz="1400" b="1" kern="0">
                <a:solidFill>
                  <a:schemeClr val="bg1"/>
                </a:solidFill>
                <a:cs typeface="+mn-ea"/>
                <a:sym typeface="+mn-lt"/>
              </a:endParaRPr>
            </a:p>
          </p:txBody>
        </p:sp>
        <p:cxnSp>
          <p:nvCxnSpPr>
            <p:cNvPr id="28" name="直接连接符 27">
              <a:extLst>
                <a:ext uri="{FF2B5EF4-FFF2-40B4-BE49-F238E27FC236}">
                  <a16:creationId xmlns:a16="http://schemas.microsoft.com/office/drawing/2014/main" id="{E7502223-E1AE-AD28-8840-61733C70D3FC}"/>
                </a:ext>
              </a:extLst>
            </p:cNvPr>
            <p:cNvCxnSpPr/>
            <p:nvPr/>
          </p:nvCxnSpPr>
          <p:spPr>
            <a:xfrm>
              <a:off x="2744166" y="2707536"/>
              <a:ext cx="855682" cy="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8682E136-E396-0C9F-A90F-C6F25E59EB0E}"/>
                </a:ext>
              </a:extLst>
            </p:cNvPr>
            <p:cNvCxnSpPr/>
            <p:nvPr/>
          </p:nvCxnSpPr>
          <p:spPr>
            <a:xfrm>
              <a:off x="2744166" y="3581004"/>
              <a:ext cx="855682" cy="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8208C481-8C25-DC1C-DB4D-4183C8F18843}"/>
                </a:ext>
              </a:extLst>
            </p:cNvPr>
            <p:cNvCxnSpPr/>
            <p:nvPr/>
          </p:nvCxnSpPr>
          <p:spPr>
            <a:xfrm>
              <a:off x="2718982" y="4456311"/>
              <a:ext cx="855682" cy="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1C22B640-06B4-A50E-76EA-B1031259F454}"/>
                </a:ext>
              </a:extLst>
            </p:cNvPr>
            <p:cNvCxnSpPr/>
            <p:nvPr/>
          </p:nvCxnSpPr>
          <p:spPr>
            <a:xfrm>
              <a:off x="2718982" y="5176602"/>
              <a:ext cx="855682" cy="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grpSp>
      <p:sp>
        <p:nvSpPr>
          <p:cNvPr id="3" name="文本框 2">
            <a:extLst>
              <a:ext uri="{FF2B5EF4-FFF2-40B4-BE49-F238E27FC236}">
                <a16:creationId xmlns:a16="http://schemas.microsoft.com/office/drawing/2014/main" id="{A23CDBEF-6180-3A77-B473-11E5B0FC593E}"/>
              </a:ext>
            </a:extLst>
          </p:cNvPr>
          <p:cNvSpPr txBox="1"/>
          <p:nvPr/>
        </p:nvSpPr>
        <p:spPr>
          <a:xfrm>
            <a:off x="493160" y="779561"/>
            <a:ext cx="7500771" cy="307777"/>
          </a:xfrm>
          <a:prstGeom prst="rect">
            <a:avLst/>
          </a:prstGeom>
          <a:noFill/>
        </p:spPr>
        <p:txBody>
          <a:bodyPr wrap="none" rtlCol="0">
            <a:spAutoFit/>
          </a:bodyPr>
          <a:lstStyle/>
          <a:p>
            <a:r>
              <a:rPr lang="zh-CN" altLang="en-US" sz="1400" b="0" i="0" u="none" strike="noStrike">
                <a:solidFill>
                  <a:schemeClr val="tx1"/>
                </a:solidFill>
                <a:effectLst/>
                <a:latin typeface="+mn-lt"/>
                <a:ea typeface="+mn-ea"/>
                <a:cs typeface="+mn-ea"/>
                <a:sym typeface="+mn-lt"/>
              </a:rPr>
              <a:t>基于</a:t>
            </a:r>
            <a:r>
              <a:rPr lang="en-US" altLang="zh-CN" sz="1400" b="0" i="0" u="none" strike="noStrike">
                <a:solidFill>
                  <a:schemeClr val="tx1"/>
                </a:solidFill>
                <a:effectLst/>
                <a:latin typeface="+mn-lt"/>
                <a:ea typeface="+mn-ea"/>
                <a:cs typeface="+mn-ea"/>
                <a:sym typeface="+mn-lt"/>
              </a:rPr>
              <a:t>QES workstream solution</a:t>
            </a:r>
            <a:r>
              <a:rPr lang="zh-CN" altLang="en-US" sz="1400" b="0" i="0" u="none" strike="noStrike">
                <a:solidFill>
                  <a:schemeClr val="tx1"/>
                </a:solidFill>
                <a:effectLst/>
                <a:latin typeface="+mn-lt"/>
                <a:ea typeface="+mn-ea"/>
                <a:cs typeface="+mn-ea"/>
                <a:sym typeface="+mn-lt"/>
              </a:rPr>
              <a:t>流程数据及</a:t>
            </a:r>
            <a:r>
              <a:rPr lang="en-US" altLang="zh-CN" sz="1400" b="0" i="0" u="none" strike="noStrike">
                <a:solidFill>
                  <a:schemeClr val="tx1"/>
                </a:solidFill>
                <a:effectLst/>
                <a:latin typeface="+mn-lt"/>
                <a:ea typeface="+mn-ea"/>
                <a:cs typeface="+mn-ea"/>
                <a:sym typeface="+mn-lt"/>
              </a:rPr>
              <a:t>One Page</a:t>
            </a:r>
            <a:r>
              <a:rPr lang="zh-CN" altLang="en-US" sz="1400" b="0" i="0" u="none" strike="noStrike">
                <a:solidFill>
                  <a:schemeClr val="tx1"/>
                </a:solidFill>
                <a:effectLst/>
                <a:latin typeface="+mn-lt"/>
                <a:ea typeface="+mn-ea"/>
                <a:cs typeface="+mn-ea"/>
                <a:sym typeface="+mn-lt"/>
              </a:rPr>
              <a:t>文档，根据提问回复可能原因及解决方案</a:t>
            </a:r>
            <a:endParaRPr lang="zh-CN" altLang="en-US" sz="1400">
              <a:latin typeface="Arial" pitchFamily="34" charset="0"/>
              <a:cs typeface="Arial" pitchFamily="34" charset="0"/>
            </a:endParaRPr>
          </a:p>
        </p:txBody>
      </p:sp>
    </p:spTree>
    <p:extLst>
      <p:ext uri="{BB962C8B-B14F-4D97-AF65-F5344CB8AC3E}">
        <p14:creationId xmlns:p14="http://schemas.microsoft.com/office/powerpoint/2010/main" val="2003048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190DB-B207-C39D-1246-823F0B8CDF4E}"/>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55799D3D-D26A-50B3-314F-8376EA65EF5C}"/>
              </a:ext>
            </a:extLst>
          </p:cNvPr>
          <p:cNvSpPr>
            <a:spLocks noGrp="1"/>
          </p:cNvSpPr>
          <p:nvPr>
            <p:ph type="title"/>
          </p:nvPr>
        </p:nvSpPr>
        <p:spPr/>
        <p:txBody>
          <a:bodyPr wrap="square" lIns="0" tIns="0" rIns="0" bIns="0" anchor="ctr" anchorCtr="0"/>
          <a:lstStyle/>
          <a:p>
            <a:r>
              <a:rPr lang="zh-CN" altLang="en-US" sz="2800" b="1">
                <a:latin typeface="+mn-lt"/>
                <a:cs typeface="+mn-ea"/>
                <a:sym typeface="+mn-lt"/>
              </a:rPr>
              <a:t>质量智能体</a:t>
            </a:r>
            <a:r>
              <a:rPr lang="en-US" altLang="zh-CN" sz="2800" b="1">
                <a:latin typeface="+mn-lt"/>
                <a:cs typeface="+mn-ea"/>
                <a:sym typeface="+mn-lt"/>
              </a:rPr>
              <a:t>_</a:t>
            </a:r>
            <a:r>
              <a:rPr lang="zh-CN" altLang="en-US" sz="2800" b="1">
                <a:latin typeface="+mn-lt"/>
                <a:cs typeface="+mn-ea"/>
                <a:sym typeface="+mn-lt"/>
              </a:rPr>
              <a:t>基于知识库的质量解决方案</a:t>
            </a:r>
            <a:r>
              <a:rPr lang="en-US" altLang="zh-CN" sz="2800" b="1">
                <a:latin typeface="+mn-lt"/>
                <a:cs typeface="+mn-ea"/>
                <a:sym typeface="+mn-lt"/>
              </a:rPr>
              <a:t>_Design quality workbook</a:t>
            </a:r>
            <a:endParaRPr lang="zh-CN" altLang="en-US" sz="2800" b="1">
              <a:latin typeface="+mn-lt"/>
              <a:cs typeface="+mn-ea"/>
              <a:sym typeface="+mn-lt"/>
            </a:endParaRPr>
          </a:p>
        </p:txBody>
      </p:sp>
      <p:sp>
        <p:nvSpPr>
          <p:cNvPr id="2" name="文本框 1">
            <a:extLst>
              <a:ext uri="{FF2B5EF4-FFF2-40B4-BE49-F238E27FC236}">
                <a16:creationId xmlns:a16="http://schemas.microsoft.com/office/drawing/2014/main" id="{6F6DC7F2-A3CF-04E6-51F0-AC055A9EE2F6}"/>
              </a:ext>
            </a:extLst>
          </p:cNvPr>
          <p:cNvSpPr txBox="1"/>
          <p:nvPr/>
        </p:nvSpPr>
        <p:spPr>
          <a:xfrm>
            <a:off x="234949" y="1055999"/>
            <a:ext cx="4108450" cy="338554"/>
          </a:xfrm>
          <a:prstGeom prst="rect">
            <a:avLst/>
          </a:prstGeom>
          <a:solidFill>
            <a:schemeClr val="accent6">
              <a:lumMod val="60000"/>
              <a:lumOff val="40000"/>
            </a:schemeClr>
          </a:solidFill>
        </p:spPr>
        <p:txBody>
          <a:bodyPr wrap="square" rtlCol="0">
            <a:spAutoFit/>
          </a:bodyPr>
          <a:lstStyle/>
          <a:p>
            <a:pPr marL="0" marR="0" lvl="0" indent="0" algn="ctr" defTabSz="1218565"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a:ln>
                  <a:noFill/>
                </a:ln>
                <a:solidFill>
                  <a:srgbClr val="000000"/>
                </a:solidFill>
                <a:effectLst/>
                <a:uLnTx/>
                <a:uFillTx/>
                <a:cs typeface="+mn-ea"/>
                <a:sym typeface="+mn-lt"/>
              </a:rPr>
              <a:t>条目检索</a:t>
            </a:r>
          </a:p>
        </p:txBody>
      </p:sp>
      <p:sp>
        <p:nvSpPr>
          <p:cNvPr id="3" name="文本框 2">
            <a:extLst>
              <a:ext uri="{FF2B5EF4-FFF2-40B4-BE49-F238E27FC236}">
                <a16:creationId xmlns:a16="http://schemas.microsoft.com/office/drawing/2014/main" id="{70D5567F-FD2B-B8DB-EBB4-77E3E51BE29D}"/>
              </a:ext>
            </a:extLst>
          </p:cNvPr>
          <p:cNvSpPr txBox="1"/>
          <p:nvPr/>
        </p:nvSpPr>
        <p:spPr>
          <a:xfrm>
            <a:off x="4417849" y="1050340"/>
            <a:ext cx="3430752" cy="338554"/>
          </a:xfrm>
          <a:prstGeom prst="rect">
            <a:avLst/>
          </a:prstGeom>
          <a:solidFill>
            <a:srgbClr val="5B9BD5"/>
          </a:solidFill>
        </p:spPr>
        <p:txBody>
          <a:bodyPr wrap="square" rtlCol="0">
            <a:spAutoFit/>
          </a:bodyPr>
          <a:lstStyle/>
          <a:p>
            <a:pPr marL="0" marR="0" lvl="0" indent="0" algn="ctr" defTabSz="1218565"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a:ln>
                  <a:noFill/>
                </a:ln>
                <a:solidFill>
                  <a:srgbClr val="000000"/>
                </a:solidFill>
                <a:effectLst/>
                <a:uLnTx/>
                <a:uFillTx/>
                <a:cs typeface="+mn-ea"/>
                <a:sym typeface="+mn-lt"/>
              </a:rPr>
              <a:t>检查确认</a:t>
            </a:r>
          </a:p>
        </p:txBody>
      </p:sp>
      <p:sp>
        <p:nvSpPr>
          <p:cNvPr id="4" name="文本框 3">
            <a:extLst>
              <a:ext uri="{FF2B5EF4-FFF2-40B4-BE49-F238E27FC236}">
                <a16:creationId xmlns:a16="http://schemas.microsoft.com/office/drawing/2014/main" id="{AB09F680-E185-1C65-B5C5-BD2A7093D54C}"/>
              </a:ext>
            </a:extLst>
          </p:cNvPr>
          <p:cNvSpPr txBox="1"/>
          <p:nvPr/>
        </p:nvSpPr>
        <p:spPr>
          <a:xfrm>
            <a:off x="8098971" y="1050340"/>
            <a:ext cx="3691260" cy="338554"/>
          </a:xfrm>
          <a:prstGeom prst="rect">
            <a:avLst/>
          </a:prstGeom>
          <a:solidFill>
            <a:srgbClr val="BDD7EE"/>
          </a:solidFill>
        </p:spPr>
        <p:txBody>
          <a:bodyPr wrap="square" rtlCol="0">
            <a:spAutoFit/>
          </a:bodyPr>
          <a:lstStyle/>
          <a:p>
            <a:pPr marL="0" marR="0" lvl="0" indent="0" algn="ctr" defTabSz="1218565"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a:ln>
                  <a:noFill/>
                </a:ln>
                <a:solidFill>
                  <a:srgbClr val="000000"/>
                </a:solidFill>
                <a:effectLst/>
                <a:uLnTx/>
                <a:uFillTx/>
                <a:cs typeface="+mn-ea"/>
                <a:sym typeface="+mn-lt"/>
              </a:rPr>
              <a:t>辅助理解</a:t>
            </a:r>
          </a:p>
        </p:txBody>
      </p:sp>
      <p:graphicFrame>
        <p:nvGraphicFramePr>
          <p:cNvPr id="6" name="表格 5">
            <a:extLst>
              <a:ext uri="{FF2B5EF4-FFF2-40B4-BE49-F238E27FC236}">
                <a16:creationId xmlns:a16="http://schemas.microsoft.com/office/drawing/2014/main" id="{BA21662D-F9C6-468A-D73D-63A5D01FA966}"/>
              </a:ext>
            </a:extLst>
          </p:cNvPr>
          <p:cNvGraphicFramePr>
            <a:graphicFrameLocks noGrp="1"/>
          </p:cNvGraphicFramePr>
          <p:nvPr/>
        </p:nvGraphicFramePr>
        <p:xfrm>
          <a:off x="234950" y="1459961"/>
          <a:ext cx="11555281" cy="2869969"/>
        </p:xfrm>
        <a:graphic>
          <a:graphicData uri="http://schemas.openxmlformats.org/drawingml/2006/table">
            <a:tbl>
              <a:tblPr/>
              <a:tblGrid>
                <a:gridCol w="157214">
                  <a:extLst>
                    <a:ext uri="{9D8B030D-6E8A-4147-A177-3AD203B41FA5}">
                      <a16:colId xmlns:a16="http://schemas.microsoft.com/office/drawing/2014/main" val="2037633906"/>
                    </a:ext>
                  </a:extLst>
                </a:gridCol>
                <a:gridCol w="190902">
                  <a:extLst>
                    <a:ext uri="{9D8B030D-6E8A-4147-A177-3AD203B41FA5}">
                      <a16:colId xmlns:a16="http://schemas.microsoft.com/office/drawing/2014/main" val="874225722"/>
                    </a:ext>
                  </a:extLst>
                </a:gridCol>
                <a:gridCol w="353732">
                  <a:extLst>
                    <a:ext uri="{9D8B030D-6E8A-4147-A177-3AD203B41FA5}">
                      <a16:colId xmlns:a16="http://schemas.microsoft.com/office/drawing/2014/main" val="895919024"/>
                    </a:ext>
                  </a:extLst>
                </a:gridCol>
                <a:gridCol w="336888">
                  <a:extLst>
                    <a:ext uri="{9D8B030D-6E8A-4147-A177-3AD203B41FA5}">
                      <a16:colId xmlns:a16="http://schemas.microsoft.com/office/drawing/2014/main" val="2469448784"/>
                    </a:ext>
                  </a:extLst>
                </a:gridCol>
                <a:gridCol w="477259">
                  <a:extLst>
                    <a:ext uri="{9D8B030D-6E8A-4147-A177-3AD203B41FA5}">
                      <a16:colId xmlns:a16="http://schemas.microsoft.com/office/drawing/2014/main" val="3294224705"/>
                    </a:ext>
                  </a:extLst>
                </a:gridCol>
                <a:gridCol w="224594">
                  <a:extLst>
                    <a:ext uri="{9D8B030D-6E8A-4147-A177-3AD203B41FA5}">
                      <a16:colId xmlns:a16="http://schemas.microsoft.com/office/drawing/2014/main" val="2401339037"/>
                    </a:ext>
                  </a:extLst>
                </a:gridCol>
                <a:gridCol w="263896">
                  <a:extLst>
                    <a:ext uri="{9D8B030D-6E8A-4147-A177-3AD203B41FA5}">
                      <a16:colId xmlns:a16="http://schemas.microsoft.com/office/drawing/2014/main" val="969532092"/>
                    </a:ext>
                  </a:extLst>
                </a:gridCol>
                <a:gridCol w="499719">
                  <a:extLst>
                    <a:ext uri="{9D8B030D-6E8A-4147-A177-3AD203B41FA5}">
                      <a16:colId xmlns:a16="http://schemas.microsoft.com/office/drawing/2014/main" val="1021407496"/>
                    </a:ext>
                  </a:extLst>
                </a:gridCol>
                <a:gridCol w="387423">
                  <a:extLst>
                    <a:ext uri="{9D8B030D-6E8A-4147-A177-3AD203B41FA5}">
                      <a16:colId xmlns:a16="http://schemas.microsoft.com/office/drawing/2014/main" val="3053603112"/>
                    </a:ext>
                  </a:extLst>
                </a:gridCol>
                <a:gridCol w="381807">
                  <a:extLst>
                    <a:ext uri="{9D8B030D-6E8A-4147-A177-3AD203B41FA5}">
                      <a16:colId xmlns:a16="http://schemas.microsoft.com/office/drawing/2014/main" val="950383847"/>
                    </a:ext>
                  </a:extLst>
                </a:gridCol>
                <a:gridCol w="263896">
                  <a:extLst>
                    <a:ext uri="{9D8B030D-6E8A-4147-A177-3AD203B41FA5}">
                      <a16:colId xmlns:a16="http://schemas.microsoft.com/office/drawing/2014/main" val="1804341066"/>
                    </a:ext>
                  </a:extLst>
                </a:gridCol>
                <a:gridCol w="224594">
                  <a:extLst>
                    <a:ext uri="{9D8B030D-6E8A-4147-A177-3AD203B41FA5}">
                      <a16:colId xmlns:a16="http://schemas.microsoft.com/office/drawing/2014/main" val="3129679452"/>
                    </a:ext>
                  </a:extLst>
                </a:gridCol>
                <a:gridCol w="370577">
                  <a:extLst>
                    <a:ext uri="{9D8B030D-6E8A-4147-A177-3AD203B41FA5}">
                      <a16:colId xmlns:a16="http://schemas.microsoft.com/office/drawing/2014/main" val="436714111"/>
                    </a:ext>
                  </a:extLst>
                </a:gridCol>
                <a:gridCol w="1139806">
                  <a:extLst>
                    <a:ext uri="{9D8B030D-6E8A-4147-A177-3AD203B41FA5}">
                      <a16:colId xmlns:a16="http://schemas.microsoft.com/office/drawing/2014/main" val="3168708853"/>
                    </a:ext>
                  </a:extLst>
                </a:gridCol>
                <a:gridCol w="1139806">
                  <a:extLst>
                    <a:ext uri="{9D8B030D-6E8A-4147-A177-3AD203B41FA5}">
                      <a16:colId xmlns:a16="http://schemas.microsoft.com/office/drawing/2014/main" val="2551846062"/>
                    </a:ext>
                  </a:extLst>
                </a:gridCol>
                <a:gridCol w="409881">
                  <a:extLst>
                    <a:ext uri="{9D8B030D-6E8A-4147-A177-3AD203B41FA5}">
                      <a16:colId xmlns:a16="http://schemas.microsoft.com/office/drawing/2014/main" val="3067141076"/>
                    </a:ext>
                  </a:extLst>
                </a:gridCol>
                <a:gridCol w="409881">
                  <a:extLst>
                    <a:ext uri="{9D8B030D-6E8A-4147-A177-3AD203B41FA5}">
                      <a16:colId xmlns:a16="http://schemas.microsoft.com/office/drawing/2014/main" val="780033399"/>
                    </a:ext>
                  </a:extLst>
                </a:gridCol>
                <a:gridCol w="409881">
                  <a:extLst>
                    <a:ext uri="{9D8B030D-6E8A-4147-A177-3AD203B41FA5}">
                      <a16:colId xmlns:a16="http://schemas.microsoft.com/office/drawing/2014/main" val="4078180866"/>
                    </a:ext>
                  </a:extLst>
                </a:gridCol>
                <a:gridCol w="280741">
                  <a:extLst>
                    <a:ext uri="{9D8B030D-6E8A-4147-A177-3AD203B41FA5}">
                      <a16:colId xmlns:a16="http://schemas.microsoft.com/office/drawing/2014/main" val="377568291"/>
                    </a:ext>
                  </a:extLst>
                </a:gridCol>
                <a:gridCol w="336756">
                  <a:extLst>
                    <a:ext uri="{9D8B030D-6E8A-4147-A177-3AD203B41FA5}">
                      <a16:colId xmlns:a16="http://schemas.microsoft.com/office/drawing/2014/main" val="579420163"/>
                    </a:ext>
                  </a:extLst>
                </a:gridCol>
                <a:gridCol w="1099638">
                  <a:extLst>
                    <a:ext uri="{9D8B030D-6E8A-4147-A177-3AD203B41FA5}">
                      <a16:colId xmlns:a16="http://schemas.microsoft.com/office/drawing/2014/main" val="1540769594"/>
                    </a:ext>
                  </a:extLst>
                </a:gridCol>
                <a:gridCol w="1479393">
                  <a:extLst>
                    <a:ext uri="{9D8B030D-6E8A-4147-A177-3AD203B41FA5}">
                      <a16:colId xmlns:a16="http://schemas.microsoft.com/office/drawing/2014/main" val="4120692754"/>
                    </a:ext>
                  </a:extLst>
                </a:gridCol>
                <a:gridCol w="716997">
                  <a:extLst>
                    <a:ext uri="{9D8B030D-6E8A-4147-A177-3AD203B41FA5}">
                      <a16:colId xmlns:a16="http://schemas.microsoft.com/office/drawing/2014/main" val="2275259749"/>
                    </a:ext>
                  </a:extLst>
                </a:gridCol>
              </a:tblGrid>
              <a:tr h="230871">
                <a:tc>
                  <a:txBody>
                    <a:bodyPr/>
                    <a:lstStyle/>
                    <a:p>
                      <a:pPr algn="ctr" fontAlgn="ctr"/>
                      <a:r>
                        <a:rPr lang="zh-CN" altLang="en-US" sz="600" b="1" i="0" u="none" strike="noStrike">
                          <a:solidFill>
                            <a:srgbClr val="000000"/>
                          </a:solidFill>
                          <a:effectLst/>
                          <a:latin typeface="+mn-lt"/>
                          <a:ea typeface="+mn-ea"/>
                          <a:cs typeface="+mn-ea"/>
                          <a:sym typeface="+mn-lt"/>
                        </a:rPr>
                        <a:t>编号</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A9D08E"/>
                    </a:solidFill>
                  </a:tcPr>
                </a:tc>
                <a:tc>
                  <a:txBody>
                    <a:bodyPr/>
                    <a:lstStyle/>
                    <a:p>
                      <a:pPr algn="ctr" fontAlgn="ctr"/>
                      <a:r>
                        <a:rPr lang="zh-CN" altLang="en-US" sz="600" b="1" i="0" u="none" strike="noStrike">
                          <a:solidFill>
                            <a:srgbClr val="000000"/>
                          </a:solidFill>
                          <a:effectLst/>
                          <a:latin typeface="+mn-lt"/>
                          <a:ea typeface="+mn-ea"/>
                          <a:cs typeface="+mn-ea"/>
                          <a:sym typeface="+mn-lt"/>
                        </a:rPr>
                        <a:t>版本</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A9D08E"/>
                    </a:solidFill>
                  </a:tcPr>
                </a:tc>
                <a:tc>
                  <a:txBody>
                    <a:bodyPr/>
                    <a:lstStyle/>
                    <a:p>
                      <a:pPr algn="ctr" fontAlgn="ctr"/>
                      <a:r>
                        <a:rPr lang="zh-CN" altLang="en-US" sz="600" b="1" i="0" u="none" strike="noStrike">
                          <a:solidFill>
                            <a:srgbClr val="000000"/>
                          </a:solidFill>
                          <a:effectLst/>
                          <a:highlight>
                            <a:srgbClr val="FFFF00"/>
                          </a:highlight>
                          <a:latin typeface="+mn-lt"/>
                          <a:ea typeface="+mn-ea"/>
                          <a:cs typeface="+mn-ea"/>
                          <a:sym typeface="+mn-lt"/>
                        </a:rPr>
                        <a:t>业务类别</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A9D08E"/>
                    </a:solidFill>
                  </a:tcPr>
                </a:tc>
                <a:tc>
                  <a:txBody>
                    <a:bodyPr/>
                    <a:lstStyle/>
                    <a:p>
                      <a:pPr algn="ctr" fontAlgn="ctr"/>
                      <a:r>
                        <a:rPr lang="zh-CN" altLang="en-US" sz="600" b="1" i="0" u="none" strike="noStrike">
                          <a:solidFill>
                            <a:srgbClr val="000000"/>
                          </a:solidFill>
                          <a:effectLst/>
                          <a:highlight>
                            <a:srgbClr val="FFFF00"/>
                          </a:highlight>
                          <a:latin typeface="+mn-lt"/>
                          <a:ea typeface="+mn-ea"/>
                          <a:cs typeface="+mn-ea"/>
                          <a:sym typeface="+mn-lt"/>
                        </a:rPr>
                        <a:t>产品线</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A9D08E"/>
                    </a:solidFill>
                  </a:tcPr>
                </a:tc>
                <a:tc>
                  <a:txBody>
                    <a:bodyPr/>
                    <a:lstStyle/>
                    <a:p>
                      <a:pPr algn="ctr" fontAlgn="ctr"/>
                      <a:r>
                        <a:rPr lang="zh-CN" altLang="en-US" sz="600" b="1" i="0" u="none" strike="noStrike">
                          <a:solidFill>
                            <a:srgbClr val="000000"/>
                          </a:solidFill>
                          <a:effectLst/>
                          <a:highlight>
                            <a:srgbClr val="FFFF00"/>
                          </a:highlight>
                          <a:latin typeface="+mn-lt"/>
                          <a:ea typeface="+mn-ea"/>
                          <a:cs typeface="+mn-ea"/>
                          <a:sym typeface="+mn-lt"/>
                        </a:rPr>
                        <a:t>业务划分</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A9D08E"/>
                    </a:solidFill>
                  </a:tcPr>
                </a:tc>
                <a:tc>
                  <a:txBody>
                    <a:bodyPr/>
                    <a:lstStyle/>
                    <a:p>
                      <a:pPr algn="ctr" fontAlgn="ctr"/>
                      <a:r>
                        <a:rPr lang="zh-CN" altLang="en-US" sz="600" b="1" i="0" u="none" strike="noStrike">
                          <a:solidFill>
                            <a:srgbClr val="000000"/>
                          </a:solidFill>
                          <a:effectLst/>
                          <a:highlight>
                            <a:srgbClr val="FFFF00"/>
                          </a:highlight>
                          <a:latin typeface="+mn-lt"/>
                          <a:ea typeface="+mn-ea"/>
                          <a:cs typeface="+mn-ea"/>
                          <a:sym typeface="+mn-lt"/>
                        </a:rPr>
                        <a:t>系列</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A9D08E"/>
                    </a:solidFill>
                  </a:tcPr>
                </a:tc>
                <a:tc>
                  <a:txBody>
                    <a:bodyPr/>
                    <a:lstStyle/>
                    <a:p>
                      <a:pPr algn="ctr" fontAlgn="ctr"/>
                      <a:r>
                        <a:rPr lang="zh-CN" altLang="en-US" sz="600" b="1" i="0" u="none" strike="noStrike">
                          <a:solidFill>
                            <a:srgbClr val="000000"/>
                          </a:solidFill>
                          <a:effectLst/>
                          <a:highlight>
                            <a:srgbClr val="FFFF00"/>
                          </a:highlight>
                          <a:latin typeface="+mn-lt"/>
                          <a:ea typeface="+mn-ea"/>
                          <a:cs typeface="+mn-ea"/>
                          <a:sym typeface="+mn-lt"/>
                        </a:rPr>
                        <a:t>检查单位</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A9D08E"/>
                    </a:solidFill>
                  </a:tcPr>
                </a:tc>
                <a:tc>
                  <a:txBody>
                    <a:bodyPr/>
                    <a:lstStyle/>
                    <a:p>
                      <a:pPr algn="ctr" fontAlgn="ctr"/>
                      <a:r>
                        <a:rPr lang="zh-CN" altLang="en-US" sz="600" b="1" i="0" u="none" strike="noStrike">
                          <a:solidFill>
                            <a:srgbClr val="000000"/>
                          </a:solidFill>
                          <a:effectLst/>
                          <a:highlight>
                            <a:srgbClr val="FFFF00"/>
                          </a:highlight>
                          <a:latin typeface="+mn-lt"/>
                          <a:ea typeface="+mn-ea"/>
                          <a:cs typeface="+mn-ea"/>
                          <a:sym typeface="+mn-lt"/>
                        </a:rPr>
                        <a:t>管理领域</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A9D08E"/>
                    </a:solidFill>
                  </a:tcPr>
                </a:tc>
                <a:tc>
                  <a:txBody>
                    <a:bodyPr/>
                    <a:lstStyle/>
                    <a:p>
                      <a:pPr algn="ctr" fontAlgn="ctr"/>
                      <a:r>
                        <a:rPr lang="zh-CN" altLang="en-US" sz="600" b="1" i="0" u="none" strike="noStrike">
                          <a:solidFill>
                            <a:srgbClr val="000000"/>
                          </a:solidFill>
                          <a:effectLst/>
                          <a:highlight>
                            <a:srgbClr val="FFFF00"/>
                          </a:highlight>
                          <a:latin typeface="+mn-lt"/>
                          <a:ea typeface="+mn-ea"/>
                          <a:cs typeface="+mn-ea"/>
                          <a:sym typeface="+mn-lt"/>
                        </a:rPr>
                        <a:t>主标签</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A9D08E"/>
                    </a:solidFill>
                  </a:tcPr>
                </a:tc>
                <a:tc>
                  <a:txBody>
                    <a:bodyPr/>
                    <a:lstStyle/>
                    <a:p>
                      <a:pPr algn="ctr" fontAlgn="ctr"/>
                      <a:r>
                        <a:rPr lang="zh-CN" altLang="en-US" sz="600" b="1" i="0" u="none" strike="noStrike">
                          <a:solidFill>
                            <a:srgbClr val="000000"/>
                          </a:solidFill>
                          <a:effectLst/>
                          <a:highlight>
                            <a:srgbClr val="FFFF00"/>
                          </a:highlight>
                          <a:latin typeface="+mn-lt"/>
                          <a:ea typeface="+mn-ea"/>
                          <a:cs typeface="+mn-ea"/>
                          <a:sym typeface="+mn-lt"/>
                        </a:rPr>
                        <a:t>子标签</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A9D08E"/>
                    </a:solidFill>
                  </a:tcPr>
                </a:tc>
                <a:tc>
                  <a:txBody>
                    <a:bodyPr/>
                    <a:lstStyle/>
                    <a:p>
                      <a:pPr algn="ctr" fontAlgn="ctr"/>
                      <a:r>
                        <a:rPr lang="zh-CN" altLang="en-US" sz="600" b="1" i="0" u="none" strike="noStrike">
                          <a:solidFill>
                            <a:srgbClr val="000000"/>
                          </a:solidFill>
                          <a:effectLst/>
                          <a:highlight>
                            <a:srgbClr val="FFFF00"/>
                          </a:highlight>
                          <a:latin typeface="+mn-lt"/>
                          <a:ea typeface="+mn-ea"/>
                          <a:cs typeface="+mn-ea"/>
                          <a:sym typeface="+mn-lt"/>
                        </a:rPr>
                        <a:t>位置</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A9D08E"/>
                    </a:solidFill>
                  </a:tcPr>
                </a:tc>
                <a:tc>
                  <a:txBody>
                    <a:bodyPr/>
                    <a:lstStyle/>
                    <a:p>
                      <a:pPr algn="ctr" fontAlgn="ctr"/>
                      <a:r>
                        <a:rPr lang="zh-CN" altLang="en-US" sz="600" b="1" i="0" u="none" strike="noStrike">
                          <a:solidFill>
                            <a:srgbClr val="000000"/>
                          </a:solidFill>
                          <a:effectLst/>
                          <a:highlight>
                            <a:srgbClr val="FFFF00"/>
                          </a:highlight>
                          <a:latin typeface="+mn-lt"/>
                          <a:ea typeface="+mn-ea"/>
                          <a:cs typeface="+mn-ea"/>
                          <a:sym typeface="+mn-lt"/>
                        </a:rPr>
                        <a:t>创建人</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A9D08E"/>
                    </a:solidFill>
                  </a:tcPr>
                </a:tc>
                <a:tc>
                  <a:txBody>
                    <a:bodyPr/>
                    <a:lstStyle/>
                    <a:p>
                      <a:pPr algn="ctr" fontAlgn="ctr"/>
                      <a:r>
                        <a:rPr lang="zh-CN" altLang="en-US" sz="600" b="1" i="0" u="none" strike="noStrike">
                          <a:solidFill>
                            <a:srgbClr val="000000"/>
                          </a:solidFill>
                          <a:effectLst/>
                          <a:highlight>
                            <a:srgbClr val="FFFF00"/>
                          </a:highlight>
                          <a:latin typeface="+mn-lt"/>
                          <a:ea typeface="+mn-ea"/>
                          <a:cs typeface="+mn-ea"/>
                          <a:sym typeface="+mn-lt"/>
                        </a:rPr>
                        <a:t>创建日期</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A9D08E"/>
                    </a:solidFill>
                  </a:tcPr>
                </a:tc>
                <a:tc>
                  <a:txBody>
                    <a:bodyPr/>
                    <a:lstStyle/>
                    <a:p>
                      <a:pPr algn="ctr" fontAlgn="ctr"/>
                      <a:r>
                        <a:rPr lang="zh-CN" altLang="en-US" sz="600" b="1" i="0" u="none" strike="noStrike">
                          <a:solidFill>
                            <a:srgbClr val="000000"/>
                          </a:solidFill>
                          <a:effectLst/>
                          <a:latin typeface="+mn-lt"/>
                          <a:ea typeface="+mn-ea"/>
                          <a:cs typeface="+mn-ea"/>
                          <a:sym typeface="+mn-lt"/>
                        </a:rPr>
                        <a:t>为什么要做？</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5B9BD5"/>
                    </a:solidFill>
                  </a:tcPr>
                </a:tc>
                <a:tc>
                  <a:txBody>
                    <a:bodyPr/>
                    <a:lstStyle/>
                    <a:p>
                      <a:pPr algn="ctr" fontAlgn="ctr"/>
                      <a:r>
                        <a:rPr lang="zh-CN" altLang="en-US" sz="600" b="1" i="0" u="none" strike="noStrike">
                          <a:solidFill>
                            <a:srgbClr val="000000"/>
                          </a:solidFill>
                          <a:effectLst/>
                          <a:latin typeface="+mn-lt"/>
                          <a:ea typeface="+mn-ea"/>
                          <a:cs typeface="+mn-ea"/>
                          <a:sym typeface="+mn-lt"/>
                        </a:rPr>
                        <a:t>具体怎么做</a:t>
                      </a:r>
                      <a:r>
                        <a:rPr lang="en-US" altLang="zh-CN" sz="600" b="1" i="0" u="none" strike="noStrike">
                          <a:solidFill>
                            <a:srgbClr val="000000"/>
                          </a:solidFill>
                          <a:effectLst/>
                          <a:latin typeface="+mn-lt"/>
                          <a:ea typeface="+mn-ea"/>
                          <a:cs typeface="+mn-ea"/>
                          <a:sym typeface="+mn-lt"/>
                        </a:rPr>
                        <a:t>? /</a:t>
                      </a:r>
                      <a:r>
                        <a:rPr lang="zh-CN" altLang="en-US" sz="600" b="1" i="0" u="none" strike="noStrike">
                          <a:solidFill>
                            <a:srgbClr val="000000"/>
                          </a:solidFill>
                          <a:effectLst/>
                          <a:latin typeface="+mn-lt"/>
                          <a:ea typeface="+mn-ea"/>
                          <a:cs typeface="+mn-ea"/>
                          <a:sym typeface="+mn-lt"/>
                        </a:rPr>
                        <a:t>程序性知识点</a:t>
                      </a:r>
                      <a:endParaRPr lang="en-US" altLang="zh-CN" sz="600" b="1" i="0" u="none" strike="noStrike">
                        <a:solidFill>
                          <a:srgbClr val="000000"/>
                        </a:solidFill>
                        <a:effectLst/>
                        <a:latin typeface="+mn-lt"/>
                        <a:ea typeface="+mn-ea"/>
                        <a:cs typeface="+mn-ea"/>
                        <a:sym typeface="+mn-lt"/>
                      </a:endParaRP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5B9BD5"/>
                    </a:solidFill>
                  </a:tcPr>
                </a:tc>
                <a:tc>
                  <a:txBody>
                    <a:bodyPr/>
                    <a:lstStyle/>
                    <a:p>
                      <a:pPr algn="ctr" fontAlgn="ctr"/>
                      <a:r>
                        <a:rPr lang="zh-CN" altLang="en-US" sz="600" b="1" i="0" u="none" strike="noStrike">
                          <a:solidFill>
                            <a:srgbClr val="000000"/>
                          </a:solidFill>
                          <a:effectLst/>
                          <a:highlight>
                            <a:srgbClr val="FFFF00"/>
                          </a:highlight>
                          <a:latin typeface="+mn-lt"/>
                          <a:ea typeface="+mn-ea"/>
                          <a:cs typeface="+mn-ea"/>
                          <a:sym typeface="+mn-lt"/>
                        </a:rPr>
                        <a:t>如何落地</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5B9BD5"/>
                    </a:solidFill>
                  </a:tcPr>
                </a:tc>
                <a:tc>
                  <a:txBody>
                    <a:bodyPr/>
                    <a:lstStyle/>
                    <a:p>
                      <a:pPr algn="ctr" fontAlgn="ctr"/>
                      <a:r>
                        <a:rPr lang="zh-CN" altLang="en-US" sz="600" b="1" i="0" u="none" strike="noStrike">
                          <a:solidFill>
                            <a:srgbClr val="000000"/>
                          </a:solidFill>
                          <a:effectLst/>
                          <a:highlight>
                            <a:srgbClr val="FFFF00"/>
                          </a:highlight>
                          <a:latin typeface="+mn-lt"/>
                          <a:ea typeface="+mn-ea"/>
                          <a:cs typeface="+mn-ea"/>
                          <a:sym typeface="+mn-lt"/>
                        </a:rPr>
                        <a:t>如何控制</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5B9BD5"/>
                    </a:solidFill>
                  </a:tcPr>
                </a:tc>
                <a:tc>
                  <a:txBody>
                    <a:bodyPr/>
                    <a:lstStyle/>
                    <a:p>
                      <a:pPr algn="ctr" fontAlgn="ctr"/>
                      <a:r>
                        <a:rPr lang="zh-CN" altLang="en-US" sz="600" b="1" i="0" u="none" strike="noStrike">
                          <a:solidFill>
                            <a:srgbClr val="000000"/>
                          </a:solidFill>
                          <a:effectLst/>
                          <a:highlight>
                            <a:srgbClr val="FFFF00"/>
                          </a:highlight>
                          <a:latin typeface="+mn-lt"/>
                          <a:ea typeface="+mn-ea"/>
                          <a:cs typeface="+mn-ea"/>
                          <a:sym typeface="+mn-lt"/>
                        </a:rPr>
                        <a:t>有效性</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5B9BD5"/>
                    </a:solidFill>
                  </a:tcPr>
                </a:tc>
                <a:tc>
                  <a:txBody>
                    <a:bodyPr/>
                    <a:lstStyle/>
                    <a:p>
                      <a:pPr algn="ctr" fontAlgn="ctr"/>
                      <a:r>
                        <a:rPr lang="zh-CN" altLang="en-US" sz="600" b="1" i="0" u="none" strike="noStrike">
                          <a:solidFill>
                            <a:srgbClr val="000000"/>
                          </a:solidFill>
                          <a:effectLst/>
                          <a:latin typeface="+mn-lt"/>
                          <a:ea typeface="+mn-ea"/>
                          <a:cs typeface="+mn-ea"/>
                          <a:sym typeface="+mn-lt"/>
                        </a:rPr>
                        <a:t>图片</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BDD7EE"/>
                    </a:solidFill>
                  </a:tcPr>
                </a:tc>
                <a:tc>
                  <a:txBody>
                    <a:bodyPr/>
                    <a:lstStyle/>
                    <a:p>
                      <a:pPr algn="ctr" fontAlgn="ctr"/>
                      <a:r>
                        <a:rPr lang="zh-CN" altLang="en-US" sz="600" b="1" i="0" u="none" strike="noStrike">
                          <a:solidFill>
                            <a:srgbClr val="000000"/>
                          </a:solidFill>
                          <a:effectLst/>
                          <a:latin typeface="+mn-lt"/>
                          <a:ea typeface="+mn-ea"/>
                          <a:cs typeface="+mn-ea"/>
                          <a:sym typeface="+mn-lt"/>
                        </a:rPr>
                        <a:t>附件链接</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BDD7EE"/>
                    </a:solidFill>
                  </a:tcPr>
                </a:tc>
                <a:tc>
                  <a:txBody>
                    <a:bodyPr/>
                    <a:lstStyle/>
                    <a:p>
                      <a:pPr algn="ctr" fontAlgn="ctr"/>
                      <a:r>
                        <a:rPr lang="zh-CN" altLang="en-US" sz="600" b="1" i="0" u="none" strike="noStrike">
                          <a:solidFill>
                            <a:srgbClr val="000000"/>
                          </a:solidFill>
                          <a:effectLst/>
                          <a:latin typeface="+mn-lt"/>
                          <a:ea typeface="+mn-ea"/>
                          <a:cs typeface="+mn-ea"/>
                          <a:sym typeface="+mn-lt"/>
                        </a:rPr>
                        <a:t>事实性知识点</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BDD7EE"/>
                    </a:solidFill>
                  </a:tcPr>
                </a:tc>
                <a:tc>
                  <a:txBody>
                    <a:bodyPr/>
                    <a:lstStyle/>
                    <a:p>
                      <a:pPr algn="ctr" fontAlgn="ctr"/>
                      <a:r>
                        <a:rPr lang="zh-CN" altLang="en-US" sz="600" b="1" i="0" u="none" strike="noStrike">
                          <a:solidFill>
                            <a:srgbClr val="000000"/>
                          </a:solidFill>
                          <a:effectLst/>
                          <a:latin typeface="+mn-lt"/>
                          <a:ea typeface="+mn-ea"/>
                          <a:cs typeface="+mn-ea"/>
                          <a:sym typeface="+mn-lt"/>
                        </a:rPr>
                        <a:t>概念性知识点</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BDD7EE"/>
                    </a:solidFill>
                  </a:tcPr>
                </a:tc>
                <a:tc>
                  <a:txBody>
                    <a:bodyPr/>
                    <a:lstStyle/>
                    <a:p>
                      <a:pPr algn="ctr" fontAlgn="ctr"/>
                      <a:r>
                        <a:rPr lang="zh-CN" altLang="en-US" sz="600" b="1" i="0" u="none" strike="noStrike">
                          <a:solidFill>
                            <a:srgbClr val="000000"/>
                          </a:solidFill>
                          <a:effectLst/>
                          <a:latin typeface="+mn-lt"/>
                          <a:ea typeface="+mn-ea"/>
                          <a:cs typeface="+mn-ea"/>
                          <a:sym typeface="+mn-lt"/>
                        </a:rPr>
                        <a:t>元认知知识点</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BDD7EE"/>
                    </a:solidFill>
                  </a:tcPr>
                </a:tc>
                <a:extLst>
                  <a:ext uri="{0D108BD9-81ED-4DB2-BD59-A6C34878D82A}">
                    <a16:rowId xmlns:a16="http://schemas.microsoft.com/office/drawing/2014/main" val="3458629495"/>
                  </a:ext>
                </a:extLst>
              </a:tr>
              <a:tr h="267167">
                <a:tc>
                  <a:txBody>
                    <a:bodyPr/>
                    <a:lstStyle/>
                    <a:p>
                      <a:pPr algn="ctr" fontAlgn="ctr"/>
                      <a:r>
                        <a:rPr lang="en-US" sz="600" b="0" i="0" u="none" strike="noStrike">
                          <a:solidFill>
                            <a:srgbClr val="000000"/>
                          </a:solidFill>
                          <a:effectLst/>
                          <a:latin typeface="+mn-lt"/>
                          <a:ea typeface="+mn-ea"/>
                          <a:cs typeface="+mn-ea"/>
                          <a:sym typeface="+mn-lt"/>
                        </a:rPr>
                        <a:t>No</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A9D08E"/>
                    </a:solidFill>
                  </a:tcPr>
                </a:tc>
                <a:tc>
                  <a:txBody>
                    <a:bodyPr/>
                    <a:lstStyle/>
                    <a:p>
                      <a:pPr algn="ctr" fontAlgn="ctr"/>
                      <a:r>
                        <a:rPr lang="en-US" sz="600" b="0" i="0" u="none" strike="noStrike">
                          <a:solidFill>
                            <a:srgbClr val="000000"/>
                          </a:solidFill>
                          <a:effectLst/>
                          <a:latin typeface="+mn-lt"/>
                          <a:ea typeface="+mn-ea"/>
                          <a:cs typeface="+mn-ea"/>
                          <a:sym typeface="+mn-lt"/>
                        </a:rPr>
                        <a:t>Ver</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A9D08E"/>
                    </a:solidFill>
                  </a:tcPr>
                </a:tc>
                <a:tc>
                  <a:txBody>
                    <a:bodyPr/>
                    <a:lstStyle/>
                    <a:p>
                      <a:pPr algn="ctr" fontAlgn="ctr"/>
                      <a:r>
                        <a:rPr lang="en-US" sz="600" b="0" i="0" u="none" strike="noStrike">
                          <a:solidFill>
                            <a:srgbClr val="000000"/>
                          </a:solidFill>
                          <a:effectLst/>
                          <a:latin typeface="+mn-lt"/>
                          <a:ea typeface="+mn-ea"/>
                          <a:cs typeface="+mn-ea"/>
                          <a:sym typeface="+mn-lt"/>
                        </a:rPr>
                        <a:t>Biz Category</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A9D08E"/>
                    </a:solidFill>
                  </a:tcPr>
                </a:tc>
                <a:tc>
                  <a:txBody>
                    <a:bodyPr/>
                    <a:lstStyle/>
                    <a:p>
                      <a:pPr algn="ctr" fontAlgn="ctr"/>
                      <a:r>
                        <a:rPr lang="en-US" sz="600" b="0" i="0" u="none" strike="noStrike">
                          <a:solidFill>
                            <a:srgbClr val="000000"/>
                          </a:solidFill>
                          <a:effectLst/>
                          <a:latin typeface="+mn-lt"/>
                          <a:ea typeface="+mn-ea"/>
                          <a:cs typeface="+mn-ea"/>
                          <a:sym typeface="+mn-lt"/>
                        </a:rPr>
                        <a:t>Product Line</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A9D08E"/>
                    </a:solidFill>
                  </a:tcPr>
                </a:tc>
                <a:tc>
                  <a:txBody>
                    <a:bodyPr/>
                    <a:lstStyle/>
                    <a:p>
                      <a:pPr algn="ctr" fontAlgn="ctr"/>
                      <a:r>
                        <a:rPr lang="en-US" sz="600" b="0" i="0" u="none" strike="noStrike">
                          <a:solidFill>
                            <a:srgbClr val="000000"/>
                          </a:solidFill>
                          <a:effectLst/>
                          <a:latin typeface="+mn-lt"/>
                          <a:ea typeface="+mn-ea"/>
                          <a:cs typeface="+mn-ea"/>
                          <a:sym typeface="+mn-lt"/>
                        </a:rPr>
                        <a:t>Business Segment</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A9D08E"/>
                    </a:solidFill>
                  </a:tcPr>
                </a:tc>
                <a:tc>
                  <a:txBody>
                    <a:bodyPr/>
                    <a:lstStyle/>
                    <a:p>
                      <a:pPr algn="ctr" fontAlgn="ctr"/>
                      <a:r>
                        <a:rPr lang="en-US" sz="600" b="0" i="0" u="none" strike="noStrike">
                          <a:solidFill>
                            <a:srgbClr val="000000"/>
                          </a:solidFill>
                          <a:effectLst/>
                          <a:latin typeface="+mn-lt"/>
                          <a:ea typeface="+mn-ea"/>
                          <a:cs typeface="+mn-ea"/>
                          <a:sym typeface="+mn-lt"/>
                        </a:rPr>
                        <a:t>Series</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A9D08E"/>
                    </a:solidFill>
                  </a:tcPr>
                </a:tc>
                <a:tc>
                  <a:txBody>
                    <a:bodyPr/>
                    <a:lstStyle/>
                    <a:p>
                      <a:pPr algn="ctr" fontAlgn="ctr"/>
                      <a:r>
                        <a:rPr lang="en-US" sz="600" b="0" i="0" u="none" strike="noStrike">
                          <a:solidFill>
                            <a:srgbClr val="000000"/>
                          </a:solidFill>
                          <a:effectLst/>
                          <a:latin typeface="+mn-lt"/>
                          <a:ea typeface="+mn-ea"/>
                          <a:cs typeface="+mn-ea"/>
                          <a:sym typeface="+mn-lt"/>
                        </a:rPr>
                        <a:t>Owner</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A9D08E"/>
                    </a:solidFill>
                  </a:tcPr>
                </a:tc>
                <a:tc>
                  <a:txBody>
                    <a:bodyPr/>
                    <a:lstStyle/>
                    <a:p>
                      <a:pPr algn="ctr" fontAlgn="ctr"/>
                      <a:r>
                        <a:rPr lang="en-US" sz="600" b="0" i="0" u="none" strike="noStrike">
                          <a:solidFill>
                            <a:srgbClr val="000000"/>
                          </a:solidFill>
                          <a:effectLst/>
                          <a:latin typeface="+mn-lt"/>
                          <a:ea typeface="+mn-ea"/>
                          <a:cs typeface="+mn-ea"/>
                          <a:sym typeface="+mn-lt"/>
                        </a:rPr>
                        <a:t>Management Area</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A9D08E"/>
                    </a:solidFill>
                  </a:tcPr>
                </a:tc>
                <a:tc>
                  <a:txBody>
                    <a:bodyPr/>
                    <a:lstStyle/>
                    <a:p>
                      <a:pPr algn="ctr" fontAlgn="ctr"/>
                      <a:r>
                        <a:rPr lang="en-US" sz="600" b="0" i="0" u="none" strike="noStrike">
                          <a:solidFill>
                            <a:srgbClr val="000000"/>
                          </a:solidFill>
                          <a:effectLst/>
                          <a:latin typeface="+mn-lt"/>
                          <a:ea typeface="+mn-ea"/>
                          <a:cs typeface="+mn-ea"/>
                          <a:sym typeface="+mn-lt"/>
                        </a:rPr>
                        <a:t>Main Category</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A9D08E"/>
                    </a:solidFill>
                  </a:tcPr>
                </a:tc>
                <a:tc>
                  <a:txBody>
                    <a:bodyPr/>
                    <a:lstStyle/>
                    <a:p>
                      <a:pPr algn="ctr" fontAlgn="ctr"/>
                      <a:r>
                        <a:rPr lang="en-US" sz="600" b="0" i="0" u="none" strike="noStrike">
                          <a:solidFill>
                            <a:srgbClr val="000000"/>
                          </a:solidFill>
                          <a:effectLst/>
                          <a:latin typeface="+mn-lt"/>
                          <a:ea typeface="+mn-ea"/>
                          <a:cs typeface="+mn-ea"/>
                          <a:sym typeface="+mn-lt"/>
                        </a:rPr>
                        <a:t>Subcategory</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A9D08E"/>
                    </a:solidFill>
                  </a:tcPr>
                </a:tc>
                <a:tc>
                  <a:txBody>
                    <a:bodyPr/>
                    <a:lstStyle/>
                    <a:p>
                      <a:pPr algn="ctr" fontAlgn="ctr"/>
                      <a:r>
                        <a:rPr lang="en-US" sz="600" b="0" i="0" u="none" strike="noStrike">
                          <a:solidFill>
                            <a:srgbClr val="000000"/>
                          </a:solidFill>
                          <a:effectLst/>
                          <a:latin typeface="+mn-lt"/>
                          <a:ea typeface="+mn-ea"/>
                          <a:cs typeface="+mn-ea"/>
                          <a:sym typeface="+mn-lt"/>
                        </a:rPr>
                        <a:t>Location</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A9D08E"/>
                    </a:solidFill>
                  </a:tcPr>
                </a:tc>
                <a:tc>
                  <a:txBody>
                    <a:bodyPr/>
                    <a:lstStyle/>
                    <a:p>
                      <a:pPr algn="ctr" fontAlgn="ctr"/>
                      <a:r>
                        <a:rPr lang="en-US" sz="600" b="0" i="0" u="none" strike="noStrike">
                          <a:solidFill>
                            <a:srgbClr val="000000"/>
                          </a:solidFill>
                          <a:effectLst/>
                          <a:latin typeface="+mn-lt"/>
                          <a:ea typeface="+mn-ea"/>
                          <a:cs typeface="+mn-ea"/>
                          <a:sym typeface="+mn-lt"/>
                        </a:rPr>
                        <a:t>Creator</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A9D08E"/>
                    </a:solidFill>
                  </a:tcPr>
                </a:tc>
                <a:tc>
                  <a:txBody>
                    <a:bodyPr/>
                    <a:lstStyle/>
                    <a:p>
                      <a:pPr algn="ctr" fontAlgn="ctr"/>
                      <a:r>
                        <a:rPr lang="en-US" sz="600" b="0" i="0" u="none" strike="noStrike">
                          <a:solidFill>
                            <a:srgbClr val="000000"/>
                          </a:solidFill>
                          <a:effectLst/>
                          <a:latin typeface="+mn-lt"/>
                          <a:ea typeface="+mn-ea"/>
                          <a:cs typeface="+mn-ea"/>
                          <a:sym typeface="+mn-lt"/>
                        </a:rPr>
                        <a:t>Creation Date</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A9D08E"/>
                    </a:solidFill>
                  </a:tcPr>
                </a:tc>
                <a:tc>
                  <a:txBody>
                    <a:bodyPr/>
                    <a:lstStyle/>
                    <a:p>
                      <a:pPr algn="ctr" fontAlgn="ctr"/>
                      <a:r>
                        <a:rPr lang="en-US" sz="600" b="0" i="0" u="none" strike="noStrike">
                          <a:solidFill>
                            <a:srgbClr val="000000"/>
                          </a:solidFill>
                          <a:effectLst/>
                          <a:latin typeface="+mn-lt"/>
                          <a:ea typeface="+mn-ea"/>
                          <a:cs typeface="+mn-ea"/>
                          <a:sym typeface="+mn-lt"/>
                        </a:rPr>
                        <a:t>Input/Background</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5B9BD5"/>
                    </a:solidFill>
                  </a:tcPr>
                </a:tc>
                <a:tc>
                  <a:txBody>
                    <a:bodyPr/>
                    <a:lstStyle/>
                    <a:p>
                      <a:pPr algn="ctr" fontAlgn="ctr"/>
                      <a:r>
                        <a:rPr lang="en-US" sz="600" b="0" i="0" u="none" strike="noStrike">
                          <a:solidFill>
                            <a:srgbClr val="000000"/>
                          </a:solidFill>
                          <a:effectLst/>
                          <a:latin typeface="+mn-lt"/>
                          <a:ea typeface="+mn-ea"/>
                          <a:cs typeface="+mn-ea"/>
                          <a:sym typeface="+mn-lt"/>
                        </a:rPr>
                        <a:t>Quality Workbook</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5B9BD5"/>
                    </a:solidFill>
                  </a:tcPr>
                </a:tc>
                <a:tc>
                  <a:txBody>
                    <a:bodyPr/>
                    <a:lstStyle/>
                    <a:p>
                      <a:pPr algn="ctr" fontAlgn="ctr"/>
                      <a:r>
                        <a:rPr lang="en-US" sz="600" b="0" i="0" u="none" strike="noStrike">
                          <a:solidFill>
                            <a:srgbClr val="000000"/>
                          </a:solidFill>
                          <a:effectLst/>
                          <a:latin typeface="+mn-lt"/>
                          <a:ea typeface="+mn-ea"/>
                          <a:cs typeface="+mn-ea"/>
                          <a:sym typeface="+mn-lt"/>
                        </a:rPr>
                        <a:t>Standardize</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5B9BD5"/>
                    </a:solidFill>
                  </a:tcPr>
                </a:tc>
                <a:tc>
                  <a:txBody>
                    <a:bodyPr/>
                    <a:lstStyle/>
                    <a:p>
                      <a:pPr algn="ctr" fontAlgn="ctr"/>
                      <a:r>
                        <a:rPr lang="en-US" sz="600" b="0" i="0" u="none" strike="noStrike">
                          <a:solidFill>
                            <a:srgbClr val="000000"/>
                          </a:solidFill>
                          <a:effectLst/>
                          <a:latin typeface="+mn-lt"/>
                          <a:ea typeface="+mn-ea"/>
                          <a:cs typeface="+mn-ea"/>
                          <a:sym typeface="+mn-lt"/>
                        </a:rPr>
                        <a:t>Control</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5B9BD5"/>
                    </a:solidFill>
                  </a:tcPr>
                </a:tc>
                <a:tc>
                  <a:txBody>
                    <a:bodyPr/>
                    <a:lstStyle/>
                    <a:p>
                      <a:pPr algn="ctr" fontAlgn="ctr"/>
                      <a:r>
                        <a:rPr lang="en-US" sz="600" b="0" i="0" u="none" strike="noStrike">
                          <a:solidFill>
                            <a:srgbClr val="000000"/>
                          </a:solidFill>
                          <a:effectLst/>
                          <a:latin typeface="+mn-lt"/>
                          <a:ea typeface="+mn-ea"/>
                          <a:cs typeface="+mn-ea"/>
                          <a:sym typeface="+mn-lt"/>
                        </a:rPr>
                        <a:t>Effectiveness</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5B9BD5"/>
                    </a:solidFill>
                  </a:tcPr>
                </a:tc>
                <a:tc>
                  <a:txBody>
                    <a:bodyPr/>
                    <a:lstStyle/>
                    <a:p>
                      <a:pPr algn="ctr" fontAlgn="ctr"/>
                      <a:r>
                        <a:rPr lang="en-US" sz="600" b="0" i="0" u="none" strike="noStrike">
                          <a:solidFill>
                            <a:srgbClr val="000000"/>
                          </a:solidFill>
                          <a:effectLst/>
                          <a:latin typeface="+mn-lt"/>
                          <a:ea typeface="+mn-ea"/>
                          <a:cs typeface="+mn-ea"/>
                          <a:sym typeface="+mn-lt"/>
                        </a:rPr>
                        <a:t>Picture</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BDD7EE"/>
                    </a:solidFill>
                  </a:tcPr>
                </a:tc>
                <a:tc>
                  <a:txBody>
                    <a:bodyPr/>
                    <a:lstStyle/>
                    <a:p>
                      <a:pPr algn="ctr" fontAlgn="ctr"/>
                      <a:r>
                        <a:rPr lang="en-US" sz="600" b="0" i="0" u="none" strike="noStrike">
                          <a:solidFill>
                            <a:srgbClr val="000000"/>
                          </a:solidFill>
                          <a:effectLst/>
                          <a:latin typeface="+mn-lt"/>
                          <a:ea typeface="+mn-ea"/>
                          <a:cs typeface="+mn-ea"/>
                          <a:sym typeface="+mn-lt"/>
                        </a:rPr>
                        <a:t>Attachment Link</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BDD7EE"/>
                    </a:solidFill>
                  </a:tcPr>
                </a:tc>
                <a:tc>
                  <a:txBody>
                    <a:bodyPr/>
                    <a:lstStyle/>
                    <a:p>
                      <a:pPr algn="ctr" fontAlgn="ctr"/>
                      <a:r>
                        <a:rPr lang="en-US" sz="600" b="0" i="0" u="none" strike="noStrike">
                          <a:solidFill>
                            <a:srgbClr val="000000"/>
                          </a:solidFill>
                          <a:effectLst/>
                          <a:latin typeface="+mn-lt"/>
                          <a:ea typeface="+mn-ea"/>
                          <a:cs typeface="+mn-ea"/>
                          <a:sym typeface="+mn-lt"/>
                        </a:rPr>
                        <a:t>Factual Knowledge Points</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BDD7EE"/>
                    </a:solidFill>
                  </a:tcPr>
                </a:tc>
                <a:tc>
                  <a:txBody>
                    <a:bodyPr/>
                    <a:lstStyle/>
                    <a:p>
                      <a:pPr algn="ctr" fontAlgn="ctr"/>
                      <a:r>
                        <a:rPr lang="en-US" sz="600" b="0" i="0" u="none" strike="noStrike">
                          <a:solidFill>
                            <a:srgbClr val="000000"/>
                          </a:solidFill>
                          <a:effectLst/>
                          <a:latin typeface="+mn-lt"/>
                          <a:ea typeface="+mn-ea"/>
                          <a:cs typeface="+mn-ea"/>
                          <a:sym typeface="+mn-lt"/>
                        </a:rPr>
                        <a:t>Conceptual Knowledge Points</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BDD7EE"/>
                    </a:solidFill>
                  </a:tcPr>
                </a:tc>
                <a:tc>
                  <a:txBody>
                    <a:bodyPr/>
                    <a:lstStyle/>
                    <a:p>
                      <a:pPr algn="ctr" fontAlgn="ctr"/>
                      <a:r>
                        <a:rPr lang="en-US" sz="600" b="0" i="0" u="none" strike="noStrike">
                          <a:solidFill>
                            <a:srgbClr val="000000"/>
                          </a:solidFill>
                          <a:effectLst/>
                          <a:latin typeface="+mn-lt"/>
                          <a:ea typeface="+mn-ea"/>
                          <a:cs typeface="+mn-ea"/>
                          <a:sym typeface="+mn-lt"/>
                        </a:rPr>
                        <a:t>Metacognitive Knowledge Points</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BDD7EE"/>
                    </a:solidFill>
                  </a:tcPr>
                </a:tc>
                <a:extLst>
                  <a:ext uri="{0D108BD9-81ED-4DB2-BD59-A6C34878D82A}">
                    <a16:rowId xmlns:a16="http://schemas.microsoft.com/office/drawing/2014/main" val="857958409"/>
                  </a:ext>
                </a:extLst>
              </a:tr>
              <a:tr h="833224">
                <a:tc>
                  <a:txBody>
                    <a:bodyPr/>
                    <a:lstStyle/>
                    <a:p>
                      <a:pPr algn="ctr" fontAlgn="ctr"/>
                      <a:r>
                        <a:rPr lang="en-US" altLang="zh-CN" sz="600" b="0" i="0" u="none" strike="noStrike">
                          <a:solidFill>
                            <a:srgbClr val="000000"/>
                          </a:solidFill>
                          <a:effectLst/>
                          <a:latin typeface="+mn-lt"/>
                          <a:ea typeface="+mn-ea"/>
                          <a:cs typeface="+mn-ea"/>
                          <a:sym typeface="+mn-lt"/>
                        </a:rPr>
                        <a:t>1</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algn="ctr" defTabSz="1218987" rtl="0" eaLnBrk="1" fontAlgn="ctr" latinLnBrk="0" hangingPunct="1"/>
                      <a:r>
                        <a:rPr lang="en-US" altLang="zh-CN" sz="600" b="0" i="0" u="none" strike="noStrike" kern="1200">
                          <a:solidFill>
                            <a:srgbClr val="000000"/>
                          </a:solidFill>
                          <a:effectLst/>
                          <a:latin typeface="+mn-lt"/>
                          <a:ea typeface="+mn-ea"/>
                          <a:cs typeface="+mn-ea"/>
                          <a:sym typeface="+mn-lt"/>
                        </a:rPr>
                        <a:t>1.0</a:t>
                      </a:r>
                    </a:p>
                  </a:txBody>
                  <a:tcPr marL="6350" marR="6350" marT="635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algn="ctr" defTabSz="1218987" rtl="0" eaLnBrk="1" fontAlgn="ctr" latinLnBrk="0" hangingPunct="1"/>
                      <a:r>
                        <a:rPr lang="en-US" sz="600" b="0" i="0" u="none" strike="noStrike" kern="1200">
                          <a:solidFill>
                            <a:srgbClr val="000000"/>
                          </a:solidFill>
                          <a:effectLst/>
                          <a:latin typeface="+mn-lt"/>
                          <a:ea typeface="+mn-ea"/>
                          <a:cs typeface="+mn-ea"/>
                          <a:sym typeface="+mn-lt"/>
                        </a:rPr>
                        <a:t>PC</a:t>
                      </a:r>
                    </a:p>
                  </a:txBody>
                  <a:tcPr marL="6350" marR="6350" marT="635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1218987" rtl="0" eaLnBrk="1" fontAlgn="ctr" latinLnBrk="0" hangingPunct="1"/>
                      <a:r>
                        <a:rPr lang="en-US" sz="600" b="0" i="0" u="none" strike="noStrike" kern="1200">
                          <a:solidFill>
                            <a:srgbClr val="000000"/>
                          </a:solidFill>
                          <a:effectLst/>
                          <a:latin typeface="+mn-lt"/>
                          <a:ea typeface="+mn-ea"/>
                          <a:cs typeface="+mn-ea"/>
                          <a:sym typeface="+mn-lt"/>
                        </a:rPr>
                        <a:t>NB</a:t>
                      </a:r>
                    </a:p>
                  </a:txBody>
                  <a:tcPr marL="6350" marR="6350" marT="635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1218987" rtl="0" eaLnBrk="1" fontAlgn="ctr" latinLnBrk="0" hangingPunct="1"/>
                      <a:r>
                        <a:rPr lang="en-US" sz="600" b="0" i="0" u="none" strike="noStrike" kern="1200">
                          <a:solidFill>
                            <a:srgbClr val="000000"/>
                          </a:solidFill>
                          <a:effectLst/>
                          <a:latin typeface="+mn-lt"/>
                          <a:ea typeface="+mn-ea"/>
                          <a:cs typeface="+mn-ea"/>
                          <a:sym typeface="+mn-lt"/>
                        </a:rPr>
                        <a:t>All</a:t>
                      </a:r>
                    </a:p>
                  </a:txBody>
                  <a:tcPr marL="6350" marR="6350" marT="635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algn="ctr" defTabSz="1218987" rtl="0" eaLnBrk="1" fontAlgn="ctr" latinLnBrk="0" hangingPunct="1"/>
                      <a:r>
                        <a:rPr lang="en-US" sz="600" b="0" i="0" u="none" strike="noStrike" kern="1200">
                          <a:solidFill>
                            <a:srgbClr val="000000"/>
                          </a:solidFill>
                          <a:effectLst/>
                          <a:latin typeface="+mn-lt"/>
                          <a:ea typeface="+mn-ea"/>
                          <a:cs typeface="+mn-ea"/>
                          <a:sym typeface="+mn-lt"/>
                        </a:rPr>
                        <a:t>All</a:t>
                      </a:r>
                    </a:p>
                  </a:txBody>
                  <a:tcPr marL="6350" marR="6350" marT="635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1218987" rtl="0" eaLnBrk="1" fontAlgn="ctr" latinLnBrk="0" hangingPunct="1"/>
                      <a:r>
                        <a:rPr lang="en-US" sz="600" b="0" i="0" u="none" strike="noStrike" kern="1200">
                          <a:solidFill>
                            <a:srgbClr val="000000"/>
                          </a:solidFill>
                          <a:effectLst/>
                          <a:latin typeface="+mn-lt"/>
                          <a:ea typeface="+mn-ea"/>
                          <a:cs typeface="+mn-ea"/>
                          <a:sym typeface="+mn-lt"/>
                        </a:rPr>
                        <a:t>AQM</a:t>
                      </a:r>
                    </a:p>
                  </a:txBody>
                  <a:tcPr marL="6350" marR="6350" marT="635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1218987" rtl="0" eaLnBrk="1" fontAlgn="ctr" latinLnBrk="0" hangingPunct="1"/>
                      <a:r>
                        <a:rPr lang="zh-CN" altLang="en-US" sz="600" b="0" i="0" u="none" strike="noStrike" kern="1200">
                          <a:solidFill>
                            <a:srgbClr val="000000"/>
                          </a:solidFill>
                          <a:effectLst/>
                          <a:latin typeface="+mn-lt"/>
                          <a:ea typeface="+mn-ea"/>
                          <a:cs typeface="+mn-ea"/>
                          <a:sym typeface="+mn-lt"/>
                        </a:rPr>
                        <a:t>产品质量</a:t>
                      </a:r>
                    </a:p>
                  </a:txBody>
                  <a:tcPr marL="6350" marR="6350" marT="635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1218987" rtl="0" eaLnBrk="1" fontAlgn="ctr" latinLnBrk="0" hangingPunct="1"/>
                      <a:r>
                        <a:rPr lang="en-US" sz="600" b="0" i="0" u="none" strike="noStrike" kern="1200">
                          <a:solidFill>
                            <a:srgbClr val="000000"/>
                          </a:solidFill>
                          <a:effectLst/>
                          <a:latin typeface="+mn-lt"/>
                          <a:ea typeface="+mn-ea"/>
                          <a:cs typeface="+mn-ea"/>
                          <a:sym typeface="+mn-lt"/>
                        </a:rPr>
                        <a:t>ME</a:t>
                      </a:r>
                    </a:p>
                  </a:txBody>
                  <a:tcPr marL="6350" marR="6350" marT="635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1218987" rtl="0" eaLnBrk="1" fontAlgn="ctr" latinLnBrk="0" hangingPunct="1"/>
                      <a:r>
                        <a:rPr lang="en-US" sz="600" b="0" i="0" u="none" strike="noStrike" kern="1200">
                          <a:solidFill>
                            <a:srgbClr val="000000"/>
                          </a:solidFill>
                          <a:effectLst/>
                          <a:latin typeface="+mn-lt"/>
                          <a:ea typeface="+mn-ea"/>
                          <a:cs typeface="+mn-ea"/>
                          <a:sym typeface="+mn-lt"/>
                        </a:rPr>
                        <a:t>D cover</a:t>
                      </a:r>
                    </a:p>
                  </a:txBody>
                  <a:tcPr marL="6350" marR="6350" marT="635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1218987" rtl="0" eaLnBrk="1" fontAlgn="ctr" latinLnBrk="0" hangingPunct="1"/>
                      <a:r>
                        <a:rPr lang="zh-CN" altLang="en-US" sz="600" b="0" i="0" u="none" strike="noStrike" kern="1200">
                          <a:solidFill>
                            <a:srgbClr val="000000"/>
                          </a:solidFill>
                          <a:effectLst/>
                          <a:latin typeface="+mn-lt"/>
                          <a:ea typeface="+mn-ea"/>
                          <a:cs typeface="+mn-ea"/>
                          <a:sym typeface="+mn-lt"/>
                        </a:rPr>
                        <a:t>　</a:t>
                      </a:r>
                    </a:p>
                  </a:txBody>
                  <a:tcPr marL="6350" marR="6350" marT="635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1218987" rtl="0" eaLnBrk="1" fontAlgn="ctr" latinLnBrk="0" hangingPunct="1"/>
                      <a:r>
                        <a:rPr lang="zh-CN" altLang="en-US" sz="600" b="0" i="0" u="none" strike="noStrike" kern="1200">
                          <a:solidFill>
                            <a:srgbClr val="000000"/>
                          </a:solidFill>
                          <a:effectLst/>
                          <a:latin typeface="+mn-lt"/>
                          <a:ea typeface="+mn-ea"/>
                          <a:cs typeface="+mn-ea"/>
                          <a:sym typeface="+mn-lt"/>
                        </a:rPr>
                        <a:t>袁磊</a:t>
                      </a:r>
                    </a:p>
                  </a:txBody>
                  <a:tcPr marL="6350" marR="6350" marT="635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1218987" rtl="0" eaLnBrk="1" fontAlgn="ctr" latinLnBrk="0" hangingPunct="1"/>
                      <a:r>
                        <a:rPr lang="en-US" altLang="zh-CN" sz="600" b="0" i="0" u="none" strike="noStrike" kern="1200">
                          <a:solidFill>
                            <a:srgbClr val="000000"/>
                          </a:solidFill>
                          <a:effectLst/>
                          <a:latin typeface="+mn-lt"/>
                          <a:ea typeface="+mn-ea"/>
                          <a:cs typeface="+mn-ea"/>
                          <a:sym typeface="+mn-lt"/>
                        </a:rPr>
                        <a:t>2025/2/22</a:t>
                      </a:r>
                    </a:p>
                  </a:txBody>
                  <a:tcPr marL="6350" marR="6350" marT="635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l" defTabSz="1218987" rtl="0" eaLnBrk="1" fontAlgn="ctr" latinLnBrk="0" hangingPunct="1"/>
                      <a:r>
                        <a:rPr lang="zh-CN" altLang="en-US" sz="600" b="0" i="0" u="none" strike="noStrike" kern="1200">
                          <a:solidFill>
                            <a:srgbClr val="000000"/>
                          </a:solidFill>
                          <a:effectLst/>
                          <a:latin typeface="+mn-lt"/>
                          <a:ea typeface="+mn-ea"/>
                          <a:cs typeface="+mn-ea"/>
                          <a:sym typeface="+mn-lt"/>
                        </a:rPr>
                        <a:t>避免</a:t>
                      </a:r>
                      <a:r>
                        <a:rPr lang="en-US" sz="600" b="0" i="0" u="none" strike="noStrike" kern="1200">
                          <a:solidFill>
                            <a:srgbClr val="000000"/>
                          </a:solidFill>
                          <a:effectLst/>
                          <a:latin typeface="+mn-lt"/>
                          <a:ea typeface="+mn-ea"/>
                          <a:cs typeface="+mn-ea"/>
                          <a:sym typeface="+mn-lt"/>
                        </a:rPr>
                        <a:t>Memory shielding</a:t>
                      </a:r>
                      <a:r>
                        <a:rPr lang="zh-CN" altLang="en-US" sz="600" b="0" i="0" u="none" strike="noStrike" kern="1200">
                          <a:solidFill>
                            <a:srgbClr val="000000"/>
                          </a:solidFill>
                          <a:effectLst/>
                          <a:latin typeface="+mn-lt"/>
                          <a:ea typeface="+mn-ea"/>
                          <a:cs typeface="+mn-ea"/>
                          <a:sym typeface="+mn-lt"/>
                        </a:rPr>
                        <a:t>触碰到内存上的电子元件而短路</a:t>
                      </a:r>
                      <a:br>
                        <a:rPr lang="zh-CN" altLang="en-US" sz="600" b="0" i="0" u="none" strike="noStrike" kern="1200">
                          <a:solidFill>
                            <a:srgbClr val="000000"/>
                          </a:solidFill>
                          <a:effectLst/>
                          <a:latin typeface="+mn-lt"/>
                          <a:ea typeface="+mn-ea"/>
                          <a:cs typeface="+mn-ea"/>
                          <a:sym typeface="+mn-lt"/>
                        </a:rPr>
                      </a:br>
                      <a:r>
                        <a:rPr lang="en-US" sz="600" b="0" i="0" u="none" strike="noStrike" kern="1200">
                          <a:solidFill>
                            <a:schemeClr val="bg1">
                              <a:lumMod val="75000"/>
                            </a:schemeClr>
                          </a:solidFill>
                          <a:effectLst/>
                          <a:latin typeface="+mn-lt"/>
                          <a:ea typeface="+mn-ea"/>
                          <a:cs typeface="+mn-ea"/>
                          <a:sym typeface="+mn-lt"/>
                        </a:rPr>
                        <a:t>PRISM IdeaPad Slim 3 14AHP10 （ MS4A5 ）RI</a:t>
                      </a:r>
                      <a:r>
                        <a:rPr lang="zh-CN" altLang="en-US" sz="600" b="0" i="0" u="none" strike="noStrike" kern="1200">
                          <a:solidFill>
                            <a:schemeClr val="bg1">
                              <a:lumMod val="75000"/>
                            </a:schemeClr>
                          </a:solidFill>
                          <a:effectLst/>
                          <a:latin typeface="+mn-lt"/>
                          <a:ea typeface="+mn-ea"/>
                          <a:cs typeface="+mn-ea"/>
                          <a:sym typeface="+mn-lt"/>
                        </a:rPr>
                        <a:t>测试</a:t>
                      </a:r>
                      <a:r>
                        <a:rPr lang="en-US" sz="600" b="0" i="0" u="none" strike="noStrike" kern="1200">
                          <a:solidFill>
                            <a:schemeClr val="bg1">
                              <a:lumMod val="75000"/>
                            </a:schemeClr>
                          </a:solidFill>
                          <a:effectLst/>
                          <a:latin typeface="+mn-lt"/>
                          <a:ea typeface="+mn-ea"/>
                          <a:cs typeface="+mn-ea"/>
                          <a:sym typeface="+mn-lt"/>
                        </a:rPr>
                        <a:t>WB &amp; S4  &amp; FB </a:t>
                      </a:r>
                      <a:r>
                        <a:rPr lang="zh-CN" altLang="en-US" sz="600" b="0" i="0" u="none" strike="noStrike" kern="1200">
                          <a:solidFill>
                            <a:schemeClr val="bg1">
                              <a:lumMod val="75000"/>
                            </a:schemeClr>
                          </a:solidFill>
                          <a:effectLst/>
                          <a:latin typeface="+mn-lt"/>
                          <a:ea typeface="+mn-ea"/>
                          <a:cs typeface="+mn-ea"/>
                          <a:sym typeface="+mn-lt"/>
                        </a:rPr>
                        <a:t>测试中无显 </a:t>
                      </a:r>
                    </a:p>
                  </a:txBody>
                  <a:tcPr marL="6350" marR="6350" marT="635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l" defTabSz="1218987" rtl="0" eaLnBrk="1" fontAlgn="ctr" latinLnBrk="0" hangingPunct="1"/>
                      <a:r>
                        <a:rPr lang="en-US" sz="600" b="0" i="0" u="none" strike="noStrike" kern="1200">
                          <a:solidFill>
                            <a:srgbClr val="000000"/>
                          </a:solidFill>
                          <a:effectLst/>
                          <a:latin typeface="+mn-lt"/>
                          <a:ea typeface="+mn-ea"/>
                          <a:cs typeface="+mn-ea"/>
                          <a:sym typeface="+mn-lt"/>
                        </a:rPr>
                        <a:t>D Cover</a:t>
                      </a:r>
                      <a:r>
                        <a:rPr lang="zh-CN" altLang="en-US" sz="600" b="0" i="0" u="none" strike="noStrike" kern="1200">
                          <a:solidFill>
                            <a:srgbClr val="000000"/>
                          </a:solidFill>
                          <a:effectLst/>
                          <a:latin typeface="+mn-lt"/>
                          <a:ea typeface="+mn-ea"/>
                          <a:cs typeface="+mn-ea"/>
                          <a:sym typeface="+mn-lt"/>
                        </a:rPr>
                        <a:t>长有 </a:t>
                      </a:r>
                      <a:r>
                        <a:rPr lang="en-US" altLang="zh-CN" sz="600" b="0" i="0" u="none" strike="noStrike" kern="1200">
                          <a:solidFill>
                            <a:srgbClr val="000000"/>
                          </a:solidFill>
                          <a:effectLst/>
                          <a:latin typeface="+mn-lt"/>
                          <a:ea typeface="+mn-ea"/>
                          <a:cs typeface="+mn-ea"/>
                          <a:sym typeface="+mn-lt"/>
                        </a:rPr>
                        <a:t>Memory</a:t>
                      </a:r>
                      <a:r>
                        <a:rPr lang="en-US" sz="600" b="0" i="0" u="none" strike="noStrike" kern="1200">
                          <a:solidFill>
                            <a:srgbClr val="000000"/>
                          </a:solidFill>
                          <a:effectLst/>
                          <a:latin typeface="+mn-lt"/>
                          <a:ea typeface="+mn-ea"/>
                          <a:cs typeface="+mn-ea"/>
                          <a:sym typeface="+mn-lt"/>
                        </a:rPr>
                        <a:t> shielding</a:t>
                      </a:r>
                      <a:r>
                        <a:rPr lang="zh-CN" altLang="en-US" sz="600" b="0" i="0" u="none" strike="noStrike" kern="1200">
                          <a:solidFill>
                            <a:srgbClr val="000000"/>
                          </a:solidFill>
                          <a:effectLst/>
                          <a:latin typeface="+mn-lt"/>
                          <a:ea typeface="+mn-ea"/>
                          <a:cs typeface="+mn-ea"/>
                          <a:sym typeface="+mn-lt"/>
                        </a:rPr>
                        <a:t>结构“的产品，需要满足以下要求</a:t>
                      </a:r>
                      <a:r>
                        <a:rPr lang="en-US" altLang="zh-CN" sz="600" b="0" i="0" u="none" strike="noStrike" kern="1200">
                          <a:solidFill>
                            <a:srgbClr val="000000"/>
                          </a:solidFill>
                          <a:effectLst/>
                          <a:latin typeface="+mn-lt"/>
                          <a:ea typeface="+mn-ea"/>
                          <a:cs typeface="+mn-ea"/>
                          <a:sym typeface="+mn-lt"/>
                        </a:rPr>
                        <a:t>:</a:t>
                      </a:r>
                      <a:br>
                        <a:rPr lang="en-US" altLang="zh-CN" sz="600" b="0" i="0" u="none" strike="noStrike" kern="1200">
                          <a:solidFill>
                            <a:srgbClr val="000000"/>
                          </a:solidFill>
                          <a:effectLst/>
                          <a:latin typeface="+mn-lt"/>
                          <a:ea typeface="+mn-ea"/>
                          <a:cs typeface="+mn-ea"/>
                          <a:sym typeface="+mn-lt"/>
                        </a:rPr>
                      </a:br>
                      <a:r>
                        <a:rPr lang="en-US" altLang="zh-CN" sz="600" b="0" i="0" u="none" strike="noStrike" kern="1200">
                          <a:solidFill>
                            <a:srgbClr val="000000"/>
                          </a:solidFill>
                          <a:effectLst/>
                          <a:latin typeface="+mn-lt"/>
                          <a:ea typeface="+mn-ea"/>
                          <a:cs typeface="+mn-ea"/>
                          <a:sym typeface="+mn-lt"/>
                        </a:rPr>
                        <a:t>1.</a:t>
                      </a:r>
                      <a:r>
                        <a:rPr lang="zh-CN" altLang="en-US" sz="600" b="0" i="0" u="none" strike="noStrike" kern="1200">
                          <a:solidFill>
                            <a:srgbClr val="000000"/>
                          </a:solidFill>
                          <a:effectLst/>
                          <a:latin typeface="+mn-lt"/>
                          <a:ea typeface="+mn-ea"/>
                          <a:cs typeface="+mn-ea"/>
                          <a:sym typeface="+mn-lt"/>
                        </a:rPr>
                        <a:t>单面内存</a:t>
                      </a:r>
                      <a:r>
                        <a:rPr lang="en-US" altLang="zh-CN" sz="600" b="0" i="0" u="none" strike="noStrike" kern="1200">
                          <a:solidFill>
                            <a:srgbClr val="000000"/>
                          </a:solidFill>
                          <a:effectLst/>
                          <a:latin typeface="+mn-lt"/>
                          <a:ea typeface="+mn-ea"/>
                          <a:cs typeface="+mn-ea"/>
                          <a:sym typeface="+mn-lt"/>
                        </a:rPr>
                        <a:t>,</a:t>
                      </a:r>
                      <a:r>
                        <a:rPr lang="zh-CN" altLang="en-US" sz="600" b="0" i="0" u="none" strike="noStrike" kern="1200">
                          <a:solidFill>
                            <a:srgbClr val="000000"/>
                          </a:solidFill>
                          <a:effectLst/>
                          <a:latin typeface="+mn-lt"/>
                          <a:ea typeface="+mn-ea"/>
                          <a:cs typeface="+mn-ea"/>
                          <a:sym typeface="+mn-lt"/>
                        </a:rPr>
                        <a:t>组装后</a:t>
                      </a:r>
                      <a:r>
                        <a:rPr lang="en-US" altLang="zh-CN" sz="600" b="0" i="0" u="none" strike="noStrike" kern="1200">
                          <a:solidFill>
                            <a:srgbClr val="000000"/>
                          </a:solidFill>
                          <a:effectLst/>
                          <a:latin typeface="+mn-lt"/>
                          <a:ea typeface="+mn-ea"/>
                          <a:cs typeface="+mn-ea"/>
                          <a:sym typeface="+mn-lt"/>
                        </a:rPr>
                        <a:t>,</a:t>
                      </a:r>
                      <a:r>
                        <a:rPr lang="zh-CN" altLang="en-US" sz="600" b="0" i="0" u="none" strike="noStrike" kern="1200">
                          <a:solidFill>
                            <a:srgbClr val="000000"/>
                          </a:solidFill>
                          <a:effectLst/>
                          <a:latin typeface="+mn-lt"/>
                          <a:ea typeface="+mn-ea"/>
                          <a:cs typeface="+mn-ea"/>
                          <a:sym typeface="+mn-lt"/>
                        </a:rPr>
                        <a:t>内存颗粒及电子元件均朝向主板端</a:t>
                      </a:r>
                      <a:br>
                        <a:rPr lang="en-US" sz="600" b="0" i="0" u="none" strike="noStrike" kern="1200">
                          <a:solidFill>
                            <a:srgbClr val="000000"/>
                          </a:solidFill>
                          <a:effectLst/>
                          <a:latin typeface="+mn-lt"/>
                          <a:ea typeface="+mn-ea"/>
                          <a:cs typeface="+mn-ea"/>
                          <a:sym typeface="+mn-lt"/>
                        </a:rPr>
                      </a:br>
                      <a:r>
                        <a:rPr lang="en-US" sz="600" b="0" i="0" u="none" strike="noStrike" kern="1200">
                          <a:solidFill>
                            <a:srgbClr val="000000"/>
                          </a:solidFill>
                          <a:effectLst/>
                          <a:latin typeface="+mn-lt"/>
                          <a:ea typeface="+mn-ea"/>
                          <a:cs typeface="+mn-ea"/>
                          <a:sym typeface="+mn-lt"/>
                        </a:rPr>
                        <a:t>2.</a:t>
                      </a:r>
                      <a:r>
                        <a:rPr lang="zh-CN" altLang="en-US" sz="600" b="0" i="0" u="none" strike="noStrike" kern="1200">
                          <a:solidFill>
                            <a:srgbClr val="000000"/>
                          </a:solidFill>
                          <a:effectLst/>
                          <a:latin typeface="+mn-lt"/>
                          <a:ea typeface="+mn-ea"/>
                          <a:cs typeface="+mn-ea"/>
                          <a:sym typeface="+mn-lt"/>
                        </a:rPr>
                        <a:t>或在内存颗粒</a:t>
                      </a:r>
                      <a:r>
                        <a:rPr lang="en-US" altLang="zh-CN" sz="600" b="0" i="0" u="none" strike="noStrike" kern="1200">
                          <a:solidFill>
                            <a:srgbClr val="000000"/>
                          </a:solidFill>
                          <a:effectLst/>
                          <a:latin typeface="+mn-lt"/>
                          <a:ea typeface="+mn-ea"/>
                          <a:cs typeface="+mn-ea"/>
                          <a:sym typeface="+mn-lt"/>
                        </a:rPr>
                        <a:t> &amp; </a:t>
                      </a:r>
                      <a:r>
                        <a:rPr lang="zh-CN" altLang="en-US" sz="600" b="0" i="0" u="none" strike="noStrike" kern="1200">
                          <a:solidFill>
                            <a:srgbClr val="000000"/>
                          </a:solidFill>
                          <a:effectLst/>
                          <a:latin typeface="+mn-lt"/>
                          <a:ea typeface="+mn-ea"/>
                          <a:cs typeface="+mn-ea"/>
                          <a:sym typeface="+mn-lt"/>
                        </a:rPr>
                        <a:t>电子元件上增加防护</a:t>
                      </a:r>
                      <a:r>
                        <a:rPr lang="en-US" altLang="zh-CN" sz="600" b="0" i="0" u="none" strike="noStrike" kern="1200">
                          <a:solidFill>
                            <a:srgbClr val="000000"/>
                          </a:solidFill>
                          <a:effectLst/>
                          <a:latin typeface="+mn-lt"/>
                          <a:ea typeface="+mn-ea"/>
                          <a:cs typeface="+mn-ea"/>
                          <a:sym typeface="+mn-lt"/>
                        </a:rPr>
                        <a:t>Mylar,</a:t>
                      </a:r>
                      <a:r>
                        <a:rPr lang="zh-CN" altLang="en-US" sz="600" b="0" i="0" u="none" strike="noStrike" kern="1200">
                          <a:solidFill>
                            <a:srgbClr val="000000"/>
                          </a:solidFill>
                          <a:effectLst/>
                          <a:latin typeface="+mn-lt"/>
                          <a:ea typeface="+mn-ea"/>
                          <a:cs typeface="+mn-ea"/>
                          <a:sym typeface="+mn-lt"/>
                        </a:rPr>
                        <a:t>避免接触短路</a:t>
                      </a:r>
                      <a:endParaRPr lang="en-US" sz="600" b="0" i="0" u="none" strike="noStrike" kern="1200">
                        <a:solidFill>
                          <a:srgbClr val="000000"/>
                        </a:solidFill>
                        <a:effectLst/>
                        <a:latin typeface="+mn-lt"/>
                        <a:ea typeface="+mn-ea"/>
                        <a:cs typeface="+mn-ea"/>
                        <a:sym typeface="+mn-lt"/>
                      </a:endParaRPr>
                    </a:p>
                  </a:txBody>
                  <a:tcPr marL="6350" marR="6350" marT="635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1218987" rtl="0" eaLnBrk="1" fontAlgn="ctr" latinLnBrk="0" hangingPunct="1"/>
                      <a:r>
                        <a:rPr lang="zh-CN" altLang="en-US" sz="600" b="0" i="0" u="none" strike="noStrike" kern="1200">
                          <a:solidFill>
                            <a:srgbClr val="000000"/>
                          </a:solidFill>
                          <a:effectLst/>
                          <a:latin typeface="+mn-lt"/>
                          <a:ea typeface="+mn-ea"/>
                          <a:cs typeface="+mn-ea"/>
                          <a:sym typeface="+mn-lt"/>
                        </a:rPr>
                        <a:t>产品设计</a:t>
                      </a:r>
                    </a:p>
                  </a:txBody>
                  <a:tcPr marL="6350" marR="6350" marT="635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algn="ctr" defTabSz="1218987" rtl="0" eaLnBrk="1" fontAlgn="ctr" latinLnBrk="0" hangingPunct="1"/>
                      <a:r>
                        <a:rPr lang="en-US" sz="600" b="0" i="0" u="none" strike="noStrike" kern="1200">
                          <a:solidFill>
                            <a:srgbClr val="000000"/>
                          </a:solidFill>
                          <a:effectLst/>
                          <a:latin typeface="+mn-lt"/>
                          <a:ea typeface="+mn-ea"/>
                          <a:cs typeface="+mn-ea"/>
                          <a:sym typeface="+mn-lt"/>
                        </a:rPr>
                        <a:t>Design Proposal Review</a:t>
                      </a:r>
                    </a:p>
                  </a:txBody>
                  <a:tcPr marL="6350" marR="6350" marT="635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algn="ctr" defTabSz="1218987" rtl="0" eaLnBrk="1" fontAlgn="ctr" latinLnBrk="0" hangingPunct="1"/>
                      <a:r>
                        <a:rPr lang="zh-CN" altLang="en-US" sz="600" b="0" i="0" u="none" strike="noStrike" kern="1200">
                          <a:solidFill>
                            <a:srgbClr val="000000"/>
                          </a:solidFill>
                          <a:effectLst/>
                          <a:latin typeface="+mn-lt"/>
                          <a:ea typeface="+mn-ea"/>
                          <a:cs typeface="+mn-ea"/>
                          <a:sym typeface="+mn-lt"/>
                        </a:rPr>
                        <a:t>是</a:t>
                      </a:r>
                    </a:p>
                  </a:txBody>
                  <a:tcPr marL="6350" marR="6350" marT="635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algn="ctr" defTabSz="1218987" rtl="0" eaLnBrk="1" fontAlgn="ctr" latinLnBrk="0" hangingPunct="1"/>
                      <a:r>
                        <a:rPr lang="zh-CN" altLang="en-US" sz="600" b="0" i="0" u="none" strike="noStrike" kern="1200">
                          <a:solidFill>
                            <a:srgbClr val="000000"/>
                          </a:solidFill>
                          <a:effectLst/>
                          <a:latin typeface="+mn-lt"/>
                          <a:ea typeface="+mn-ea"/>
                          <a:cs typeface="+mn-ea"/>
                          <a:sym typeface="+mn-lt"/>
                        </a:rPr>
                        <a:t>　</a:t>
                      </a:r>
                    </a:p>
                  </a:txBody>
                  <a:tcPr marL="6350" marR="6350" marT="635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1218987" rtl="0" eaLnBrk="1" fontAlgn="ctr" latinLnBrk="0" hangingPunct="1"/>
                      <a:r>
                        <a:rPr lang="en-US" sz="600" b="0" i="0" u="none" strike="noStrike" kern="1200">
                          <a:solidFill>
                            <a:srgbClr val="000000"/>
                          </a:solidFill>
                          <a:effectLst/>
                          <a:latin typeface="+mn-lt"/>
                          <a:ea typeface="+mn-ea"/>
                          <a:cs typeface="+mn-ea"/>
                          <a:sym typeface="+mn-lt"/>
                          <a:hlinkClick r:id="rId3">
                            <a:extLst>
                              <a:ext uri="{A12FA001-AC4F-418D-AE19-62706E023703}">
                                <ahyp:hlinkClr xmlns:ahyp="http://schemas.microsoft.com/office/drawing/2018/hyperlinkcolor" val="tx"/>
                              </a:ext>
                            </a:extLst>
                          </a:hlinkClick>
                        </a:rPr>
                        <a:t>Link</a:t>
                      </a:r>
                      <a:endParaRPr lang="en-US" sz="600" b="0" i="0" u="none" strike="noStrike" kern="1200">
                        <a:solidFill>
                          <a:srgbClr val="000000"/>
                        </a:solidFill>
                        <a:effectLst/>
                        <a:latin typeface="+mn-lt"/>
                        <a:ea typeface="+mn-ea"/>
                        <a:cs typeface="+mn-ea"/>
                        <a:sym typeface="+mn-lt"/>
                      </a:endParaRPr>
                    </a:p>
                  </a:txBody>
                  <a:tcPr marL="6350" marR="6350" marT="635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l" defTabSz="1218987" rtl="0" eaLnBrk="1" fontAlgn="ctr" latinLnBrk="0" hangingPunct="1"/>
                      <a:r>
                        <a:rPr lang="en-US" altLang="zh-CN" sz="600" b="0" i="0" u="none" strike="noStrike" kern="1200">
                          <a:solidFill>
                            <a:srgbClr val="000000"/>
                          </a:solidFill>
                          <a:effectLst/>
                          <a:latin typeface="+mn-lt"/>
                          <a:ea typeface="+mn-ea"/>
                          <a:cs typeface="+mn-ea"/>
                          <a:sym typeface="+mn-lt"/>
                        </a:rPr>
                        <a:t>Memory</a:t>
                      </a:r>
                      <a:r>
                        <a:rPr lang="zh-CN" altLang="en-US" sz="600" b="0" i="0" u="none" strike="noStrike" kern="1200">
                          <a:solidFill>
                            <a:srgbClr val="000000"/>
                          </a:solidFill>
                          <a:effectLst/>
                          <a:latin typeface="+mn-lt"/>
                          <a:ea typeface="+mn-ea"/>
                          <a:cs typeface="+mn-ea"/>
                          <a:sym typeface="+mn-lt"/>
                        </a:rPr>
                        <a:t>在高频工作时会产生强烈的电磁辐射</a:t>
                      </a:r>
                    </a:p>
                  </a:txBody>
                  <a:tcPr marL="6350" marR="6350" marT="635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l" defTabSz="1218987" rtl="0" eaLnBrk="1" fontAlgn="ctr" latinLnBrk="0" hangingPunct="1"/>
                      <a:r>
                        <a:rPr lang="en-US" altLang="zh-CN" sz="600" b="0" i="0" u="none" strike="noStrike" kern="1200">
                          <a:solidFill>
                            <a:srgbClr val="000000"/>
                          </a:solidFill>
                          <a:effectLst/>
                          <a:latin typeface="+mn-lt"/>
                          <a:ea typeface="+mn-ea"/>
                          <a:cs typeface="+mn-ea"/>
                          <a:sym typeface="+mn-lt"/>
                        </a:rPr>
                        <a:t>Memory Shielding</a:t>
                      </a:r>
                      <a:r>
                        <a:rPr lang="zh-CN" altLang="en-US" sz="600" b="0" i="0" u="none" strike="noStrike" kern="1200">
                          <a:solidFill>
                            <a:srgbClr val="000000"/>
                          </a:solidFill>
                          <a:effectLst/>
                          <a:latin typeface="+mn-lt"/>
                          <a:ea typeface="+mn-ea"/>
                          <a:cs typeface="+mn-ea"/>
                          <a:sym typeface="+mn-lt"/>
                        </a:rPr>
                        <a:t>（内存屏蔽</a:t>
                      </a:r>
                      <a:r>
                        <a:rPr lang="en-US" altLang="zh-CN" sz="600" b="0" i="0" u="none" strike="noStrike" kern="1200">
                          <a:solidFill>
                            <a:srgbClr val="000000"/>
                          </a:solidFill>
                          <a:effectLst/>
                          <a:latin typeface="+mn-lt"/>
                          <a:ea typeface="+mn-ea"/>
                          <a:cs typeface="+mn-ea"/>
                          <a:sym typeface="+mn-lt"/>
                        </a:rPr>
                        <a:t>),</a:t>
                      </a:r>
                      <a:r>
                        <a:rPr lang="zh-CN" altLang="en-US" sz="600" b="0" i="0" u="none" strike="noStrike" kern="1200">
                          <a:solidFill>
                            <a:srgbClr val="000000"/>
                          </a:solidFill>
                          <a:effectLst/>
                          <a:latin typeface="+mn-lt"/>
                          <a:ea typeface="+mn-ea"/>
                          <a:cs typeface="+mn-ea"/>
                          <a:sym typeface="+mn-lt"/>
                        </a:rPr>
                        <a:t>可以抑制信号干扰</a:t>
                      </a:r>
                      <a:br>
                        <a:rPr lang="zh-CN" altLang="en-US" sz="600" b="0" i="0" u="none" strike="noStrike" kern="1200">
                          <a:solidFill>
                            <a:srgbClr val="000000"/>
                          </a:solidFill>
                          <a:effectLst/>
                          <a:latin typeface="+mn-lt"/>
                          <a:ea typeface="+mn-ea"/>
                          <a:cs typeface="+mn-ea"/>
                          <a:sym typeface="+mn-lt"/>
                        </a:rPr>
                      </a:br>
                      <a:br>
                        <a:rPr lang="zh-CN" altLang="en-US" sz="600" b="0" i="0" u="none" strike="noStrike" kern="1200">
                          <a:solidFill>
                            <a:srgbClr val="000000"/>
                          </a:solidFill>
                          <a:effectLst/>
                          <a:latin typeface="+mn-lt"/>
                          <a:ea typeface="+mn-ea"/>
                          <a:cs typeface="+mn-ea"/>
                          <a:sym typeface="+mn-lt"/>
                        </a:rPr>
                      </a:br>
                      <a:r>
                        <a:rPr lang="en-US" altLang="zh-CN" sz="600" b="0" i="0" u="none" strike="noStrike" kern="1200">
                          <a:solidFill>
                            <a:srgbClr val="000000"/>
                          </a:solidFill>
                          <a:effectLst/>
                          <a:latin typeface="+mn-lt"/>
                          <a:ea typeface="+mn-ea"/>
                          <a:cs typeface="+mn-ea"/>
                          <a:sym typeface="+mn-lt"/>
                        </a:rPr>
                        <a:t>Gasket‌</a:t>
                      </a:r>
                      <a:r>
                        <a:rPr lang="zh-CN" altLang="en-US" sz="600" b="0" i="0" u="none" strike="noStrike" kern="1200">
                          <a:solidFill>
                            <a:srgbClr val="000000"/>
                          </a:solidFill>
                          <a:effectLst/>
                          <a:latin typeface="+mn-lt"/>
                          <a:ea typeface="+mn-ea"/>
                          <a:cs typeface="+mn-ea"/>
                          <a:sym typeface="+mn-lt"/>
                        </a:rPr>
                        <a:t>（密封垫</a:t>
                      </a:r>
                      <a:r>
                        <a:rPr lang="en-US" altLang="zh-CN" sz="600" b="0" i="0" u="none" strike="noStrike" kern="1200">
                          <a:solidFill>
                            <a:srgbClr val="000000"/>
                          </a:solidFill>
                          <a:effectLst/>
                          <a:latin typeface="+mn-lt"/>
                          <a:ea typeface="+mn-ea"/>
                          <a:cs typeface="+mn-ea"/>
                          <a:sym typeface="+mn-lt"/>
                        </a:rPr>
                        <a:t>/</a:t>
                      </a:r>
                      <a:r>
                        <a:rPr lang="zh-CN" altLang="en-US" sz="600" b="0" i="0" u="none" strike="noStrike" kern="1200">
                          <a:solidFill>
                            <a:srgbClr val="000000"/>
                          </a:solidFill>
                          <a:effectLst/>
                          <a:latin typeface="+mn-lt"/>
                          <a:ea typeface="+mn-ea"/>
                          <a:cs typeface="+mn-ea"/>
                          <a:sym typeface="+mn-lt"/>
                        </a:rPr>
                        <a:t>屏蔽垫）是一种用于电子设备中实现电磁屏蔽（</a:t>
                      </a:r>
                      <a:r>
                        <a:rPr lang="en-US" altLang="zh-CN" sz="600" b="0" i="0" u="none" strike="noStrike" kern="1200">
                          <a:solidFill>
                            <a:srgbClr val="000000"/>
                          </a:solidFill>
                          <a:effectLst/>
                          <a:latin typeface="+mn-lt"/>
                          <a:ea typeface="+mn-ea"/>
                          <a:cs typeface="+mn-ea"/>
                          <a:sym typeface="+mn-lt"/>
                        </a:rPr>
                        <a:t>EMI/RFI</a:t>
                      </a:r>
                      <a:r>
                        <a:rPr lang="zh-CN" altLang="en-US" sz="600" b="0" i="0" u="none" strike="noStrike" kern="1200">
                          <a:solidFill>
                            <a:srgbClr val="000000"/>
                          </a:solidFill>
                          <a:effectLst/>
                          <a:latin typeface="+mn-lt"/>
                          <a:ea typeface="+mn-ea"/>
                          <a:cs typeface="+mn-ea"/>
                          <a:sym typeface="+mn-lt"/>
                        </a:rPr>
                        <a:t>）、物理防护或环境密封的弹性组件</a:t>
                      </a:r>
                      <a:r>
                        <a:rPr lang="en-US" altLang="zh-CN" sz="600" b="0" i="0" u="none" strike="noStrike" kern="1200">
                          <a:solidFill>
                            <a:srgbClr val="000000"/>
                          </a:solidFill>
                          <a:effectLst/>
                          <a:latin typeface="+mn-lt"/>
                          <a:ea typeface="+mn-ea"/>
                          <a:cs typeface="+mn-ea"/>
                          <a:sym typeface="+mn-lt"/>
                        </a:rPr>
                        <a:t>,</a:t>
                      </a:r>
                      <a:r>
                        <a:rPr lang="zh-CN" altLang="en-US" sz="600" b="0" i="0" u="none" strike="noStrike" kern="1200">
                          <a:solidFill>
                            <a:srgbClr val="000000"/>
                          </a:solidFill>
                          <a:effectLst/>
                          <a:latin typeface="+mn-lt"/>
                          <a:ea typeface="+mn-ea"/>
                          <a:cs typeface="+mn-ea"/>
                          <a:sym typeface="+mn-lt"/>
                        </a:rPr>
                        <a:t>通常导电　</a:t>
                      </a:r>
                    </a:p>
                  </a:txBody>
                  <a:tcPr marL="6350" marR="6350" marT="635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lang="zh-CN" altLang="en-US" sz="600" b="0" i="0" u="none" strike="noStrike" kern="1200">
                          <a:solidFill>
                            <a:srgbClr val="000000"/>
                          </a:solidFill>
                          <a:effectLst/>
                          <a:latin typeface="+mn-lt"/>
                          <a:ea typeface="+mn-ea"/>
                          <a:cs typeface="+mn-ea"/>
                          <a:sym typeface="+mn-lt"/>
                        </a:rPr>
                        <a:t>随机性系统崩溃或蓝屏（高频噪声干扰内存或</a:t>
                      </a:r>
                      <a:r>
                        <a:rPr lang="en-US" altLang="zh-CN" sz="600" b="0" i="0" u="none" strike="noStrike" kern="1200">
                          <a:solidFill>
                            <a:srgbClr val="000000"/>
                          </a:solidFill>
                          <a:effectLst/>
                          <a:latin typeface="+mn-lt"/>
                          <a:ea typeface="+mn-ea"/>
                          <a:cs typeface="+mn-ea"/>
                          <a:sym typeface="+mn-lt"/>
                        </a:rPr>
                        <a:t>CPU</a:t>
                      </a:r>
                      <a:r>
                        <a:rPr lang="zh-CN" altLang="en-US" sz="600" b="0" i="0" u="none" strike="noStrike" kern="1200">
                          <a:solidFill>
                            <a:srgbClr val="000000"/>
                          </a:solidFill>
                          <a:effectLst/>
                          <a:latin typeface="+mn-lt"/>
                          <a:ea typeface="+mn-ea"/>
                          <a:cs typeface="+mn-ea"/>
                          <a:sym typeface="+mn-lt"/>
                        </a:rPr>
                        <a:t>）；</a:t>
                      </a:r>
                    </a:p>
                    <a:p>
                      <a:r>
                        <a:rPr lang="zh-CN" altLang="en-US" sz="600" b="0" i="0" u="none" strike="noStrike" kern="1200">
                          <a:solidFill>
                            <a:srgbClr val="000000"/>
                          </a:solidFill>
                          <a:effectLst/>
                          <a:latin typeface="+mn-lt"/>
                          <a:ea typeface="+mn-ea"/>
                          <a:cs typeface="+mn-ea"/>
                          <a:sym typeface="+mn-lt"/>
                        </a:rPr>
                        <a:t>无线网络或蓝牙信号不稳定（辐射干扰射频模块）；</a:t>
                      </a:r>
                    </a:p>
                    <a:p>
                      <a:r>
                        <a:rPr lang="zh-CN" altLang="en-US" sz="600" b="0" i="0" u="none" strike="noStrike" kern="1200">
                          <a:solidFill>
                            <a:srgbClr val="000000"/>
                          </a:solidFill>
                          <a:effectLst/>
                          <a:latin typeface="+mn-lt"/>
                          <a:ea typeface="+mn-ea"/>
                          <a:cs typeface="+mn-ea"/>
                          <a:sym typeface="+mn-lt"/>
                        </a:rPr>
                        <a:t>外接设备（如键盘、鼠标）工作异常（信号线耦合噪声）</a:t>
                      </a:r>
                    </a:p>
                  </a:txBody>
                  <a:tcPr marL="6350" marR="6350" marT="635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3401027"/>
                  </a:ext>
                </a:extLst>
              </a:tr>
              <a:tr h="755117">
                <a:tc>
                  <a:txBody>
                    <a:bodyPr/>
                    <a:lstStyle/>
                    <a:p>
                      <a:pPr algn="ctr" fontAlgn="ctr"/>
                      <a:r>
                        <a:rPr lang="en-US" altLang="zh-CN" sz="600" b="0" i="0" u="none" strike="noStrike">
                          <a:solidFill>
                            <a:srgbClr val="000000"/>
                          </a:solidFill>
                          <a:effectLst/>
                          <a:latin typeface="+mn-lt"/>
                          <a:ea typeface="+mn-ea"/>
                          <a:cs typeface="+mn-ea"/>
                          <a:sym typeface="+mn-lt"/>
                        </a:rPr>
                        <a:t>2</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lvl="0" indent="0" algn="ctr" defTabSz="1218987" rtl="0" eaLnBrk="1" fontAlgn="ctr" latinLnBrk="0" hangingPunct="1">
                        <a:lnSpc>
                          <a:spcPct val="100000"/>
                        </a:lnSpc>
                        <a:spcBef>
                          <a:spcPts val="0"/>
                        </a:spcBef>
                        <a:spcAft>
                          <a:spcPts val="0"/>
                        </a:spcAft>
                        <a:buClrTx/>
                        <a:buSzTx/>
                        <a:buFontTx/>
                        <a:buNone/>
                        <a:tabLst/>
                        <a:defRPr/>
                      </a:pPr>
                      <a:r>
                        <a:rPr lang="en-US" altLang="zh-CN" sz="600" b="0" i="0" u="none" strike="noStrike" kern="1200">
                          <a:solidFill>
                            <a:srgbClr val="000000"/>
                          </a:solidFill>
                          <a:effectLst/>
                          <a:latin typeface="+mn-lt"/>
                          <a:ea typeface="+mn-ea"/>
                          <a:cs typeface="+mn-ea"/>
                          <a:sym typeface="+mn-lt"/>
                        </a:rPr>
                        <a:t>1.0</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algn="ctr" defTabSz="1218987" rtl="0" eaLnBrk="1" fontAlgn="ctr" latinLnBrk="0" hangingPunct="1"/>
                      <a:r>
                        <a:rPr lang="en-US" sz="600" b="0" i="0" u="none" strike="noStrike" kern="1200">
                          <a:solidFill>
                            <a:srgbClr val="000000"/>
                          </a:solidFill>
                          <a:effectLst/>
                          <a:latin typeface="+mn-lt"/>
                          <a:ea typeface="+mn-ea"/>
                          <a:cs typeface="+mn-ea"/>
                          <a:sym typeface="+mn-lt"/>
                        </a:rPr>
                        <a:t>PC</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1218987" rtl="0" eaLnBrk="1" fontAlgn="ctr" latinLnBrk="0" hangingPunct="1"/>
                      <a:r>
                        <a:rPr lang="en-US" sz="600" b="0" i="0" u="none" strike="noStrike" kern="1200">
                          <a:solidFill>
                            <a:srgbClr val="000000"/>
                          </a:solidFill>
                          <a:effectLst/>
                          <a:latin typeface="+mn-lt"/>
                          <a:ea typeface="+mn-ea"/>
                          <a:cs typeface="+mn-ea"/>
                          <a:sym typeface="+mn-lt"/>
                        </a:rPr>
                        <a:t>NB</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1218987" rtl="0" eaLnBrk="1" fontAlgn="ctr" latinLnBrk="0" hangingPunct="1"/>
                      <a:r>
                        <a:rPr lang="en-US" sz="600" b="0" i="0" u="none" strike="noStrike" kern="1200">
                          <a:solidFill>
                            <a:srgbClr val="000000"/>
                          </a:solidFill>
                          <a:effectLst/>
                          <a:latin typeface="+mn-lt"/>
                          <a:ea typeface="+mn-ea"/>
                          <a:cs typeface="+mn-ea"/>
                          <a:sym typeface="+mn-lt"/>
                        </a:rPr>
                        <a:t>All</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algn="ctr" defTabSz="1218987" rtl="0" eaLnBrk="1" fontAlgn="ctr" latinLnBrk="0" hangingPunct="1"/>
                      <a:r>
                        <a:rPr lang="en-US" sz="600" b="0" i="0" u="none" strike="noStrike" kern="1200">
                          <a:solidFill>
                            <a:srgbClr val="000000"/>
                          </a:solidFill>
                          <a:effectLst/>
                          <a:latin typeface="+mn-lt"/>
                          <a:ea typeface="+mn-ea"/>
                          <a:cs typeface="+mn-ea"/>
                          <a:sym typeface="+mn-lt"/>
                        </a:rPr>
                        <a:t>All</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1218987" rtl="0" eaLnBrk="1" fontAlgn="ctr" latinLnBrk="0" hangingPunct="1"/>
                      <a:r>
                        <a:rPr lang="en-US" sz="600" b="0" i="0" u="none" strike="noStrike" kern="1200">
                          <a:solidFill>
                            <a:srgbClr val="000000"/>
                          </a:solidFill>
                          <a:effectLst/>
                          <a:latin typeface="+mn-lt"/>
                          <a:ea typeface="+mn-ea"/>
                          <a:cs typeface="+mn-ea"/>
                          <a:sym typeface="+mn-lt"/>
                        </a:rPr>
                        <a:t>SQE EM</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1218987" rtl="0" eaLnBrk="1" fontAlgn="ctr" latinLnBrk="0" hangingPunct="1"/>
                      <a:r>
                        <a:rPr lang="zh-CN" altLang="en-US" sz="600" b="0" i="0" u="none" strike="noStrike" kern="1200">
                          <a:solidFill>
                            <a:srgbClr val="000000"/>
                          </a:solidFill>
                          <a:effectLst/>
                          <a:latin typeface="+mn-lt"/>
                          <a:ea typeface="+mn-ea"/>
                          <a:cs typeface="+mn-ea"/>
                          <a:sym typeface="+mn-lt"/>
                        </a:rPr>
                        <a:t>部件设计</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1218987" rtl="0" eaLnBrk="1" fontAlgn="ctr" latinLnBrk="0" hangingPunct="1"/>
                      <a:r>
                        <a:rPr lang="en-US" sz="600" b="0" i="0" u="none" strike="noStrike" kern="1200">
                          <a:solidFill>
                            <a:srgbClr val="000000"/>
                          </a:solidFill>
                          <a:effectLst/>
                          <a:latin typeface="+mn-lt"/>
                          <a:ea typeface="+mn-ea"/>
                          <a:cs typeface="+mn-ea"/>
                          <a:sym typeface="+mn-lt"/>
                        </a:rPr>
                        <a:t>EMC</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1218987" rtl="0" eaLnBrk="1" fontAlgn="ctr" latinLnBrk="0" hangingPunct="1"/>
                      <a:r>
                        <a:rPr lang="en-US" sz="600" b="0" i="0" u="none" strike="noStrike" kern="1200">
                          <a:solidFill>
                            <a:srgbClr val="000000"/>
                          </a:solidFill>
                          <a:effectLst/>
                          <a:latin typeface="+mn-lt"/>
                          <a:ea typeface="+mn-ea"/>
                          <a:cs typeface="+mn-ea"/>
                          <a:sym typeface="+mn-lt"/>
                        </a:rPr>
                        <a:t>Hinge</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1218987" rtl="0" eaLnBrk="1" fontAlgn="ctr" latinLnBrk="0" hangingPunct="1"/>
                      <a:r>
                        <a:rPr lang="en-US" sz="600" b="0" i="0" u="none" strike="noStrike" kern="1200">
                          <a:solidFill>
                            <a:srgbClr val="000000"/>
                          </a:solidFill>
                          <a:effectLst/>
                          <a:latin typeface="+mn-lt"/>
                          <a:ea typeface="+mn-ea"/>
                          <a:cs typeface="+mn-ea"/>
                          <a:sym typeface="+mn-lt"/>
                        </a:rPr>
                        <a:t>NB</a:t>
                      </a:r>
                      <a:r>
                        <a:rPr lang="zh-CN" altLang="en-US" sz="600" b="0" i="0" u="none" strike="noStrike" kern="1200">
                          <a:solidFill>
                            <a:srgbClr val="000000"/>
                          </a:solidFill>
                          <a:effectLst/>
                          <a:latin typeface="+mn-lt"/>
                          <a:ea typeface="+mn-ea"/>
                          <a:cs typeface="+mn-ea"/>
                          <a:sym typeface="+mn-lt"/>
                        </a:rPr>
                        <a:t>铰链</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1218987" rtl="0" eaLnBrk="1" fontAlgn="ctr" latinLnBrk="0" hangingPunct="1"/>
                      <a:r>
                        <a:rPr lang="zh-CN" altLang="en-US" sz="600" b="0" i="0" u="none" strike="noStrike" kern="1200">
                          <a:solidFill>
                            <a:srgbClr val="000000"/>
                          </a:solidFill>
                          <a:effectLst/>
                          <a:latin typeface="+mn-lt"/>
                          <a:ea typeface="+mn-ea"/>
                          <a:cs typeface="+mn-ea"/>
                          <a:sym typeface="+mn-lt"/>
                        </a:rPr>
                        <a:t>刘孝福</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1218987" rtl="0" eaLnBrk="1" fontAlgn="ctr" latinLnBrk="0" hangingPunct="1"/>
                      <a:r>
                        <a:rPr lang="en-US" altLang="zh-CN" sz="600" b="0" i="0" u="none" strike="noStrike" kern="1200">
                          <a:solidFill>
                            <a:srgbClr val="000000"/>
                          </a:solidFill>
                          <a:effectLst/>
                          <a:latin typeface="+mn-lt"/>
                          <a:ea typeface="+mn-ea"/>
                          <a:cs typeface="+mn-ea"/>
                          <a:sym typeface="+mn-lt"/>
                        </a:rPr>
                        <a:t>2024/9/14</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l" defTabSz="1218987" rtl="0" eaLnBrk="1" fontAlgn="ctr" latinLnBrk="0" hangingPunct="1"/>
                      <a:r>
                        <a:rPr lang="zh-CN" altLang="en-US" sz="600" b="0" i="0" u="none" strike="noStrike" kern="1200">
                          <a:solidFill>
                            <a:srgbClr val="000000"/>
                          </a:solidFill>
                          <a:effectLst/>
                          <a:latin typeface="+mn-lt"/>
                          <a:ea typeface="+mn-ea"/>
                          <a:cs typeface="+mn-ea"/>
                          <a:sym typeface="+mn-lt"/>
                        </a:rPr>
                        <a:t>保证</a:t>
                      </a:r>
                      <a:r>
                        <a:rPr lang="en-US" sz="600" b="0" i="0" u="none" strike="noStrike" kern="1200">
                          <a:solidFill>
                            <a:srgbClr val="000000"/>
                          </a:solidFill>
                          <a:effectLst/>
                          <a:latin typeface="+mn-lt"/>
                          <a:ea typeface="+mn-ea"/>
                          <a:cs typeface="+mn-ea"/>
                          <a:sym typeface="+mn-lt"/>
                        </a:rPr>
                        <a:t>hinge Auto lock</a:t>
                      </a:r>
                      <a:r>
                        <a:rPr lang="zh-CN" altLang="en-US" sz="600" b="0" i="0" u="none" strike="noStrike" kern="1200">
                          <a:solidFill>
                            <a:srgbClr val="000000"/>
                          </a:solidFill>
                          <a:effectLst/>
                          <a:latin typeface="+mn-lt"/>
                          <a:ea typeface="+mn-ea"/>
                          <a:cs typeface="+mn-ea"/>
                          <a:sym typeface="+mn-lt"/>
                        </a:rPr>
                        <a:t>角度设计满足整机</a:t>
                      </a:r>
                      <a:r>
                        <a:rPr lang="en-US" sz="600" b="0" i="0" u="none" strike="noStrike" kern="1200">
                          <a:solidFill>
                            <a:srgbClr val="000000"/>
                          </a:solidFill>
                          <a:effectLst/>
                          <a:latin typeface="+mn-lt"/>
                          <a:ea typeface="+mn-ea"/>
                          <a:cs typeface="+mn-ea"/>
                          <a:sym typeface="+mn-lt"/>
                        </a:rPr>
                        <a:t>free down</a:t>
                      </a:r>
                      <a:r>
                        <a:rPr lang="zh-CN" altLang="en-US" sz="600" b="0" i="0" u="none" strike="noStrike" kern="1200">
                          <a:solidFill>
                            <a:srgbClr val="000000"/>
                          </a:solidFill>
                          <a:effectLst/>
                          <a:latin typeface="+mn-lt"/>
                          <a:ea typeface="+mn-ea"/>
                          <a:cs typeface="+mn-ea"/>
                          <a:sym typeface="+mn-lt"/>
                        </a:rPr>
                        <a:t>角度</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l" defTabSz="1218987" rtl="0" eaLnBrk="1" fontAlgn="ctr" latinLnBrk="0" hangingPunct="1"/>
                      <a:r>
                        <a:rPr lang="en-US" altLang="zh-CN" sz="600" b="0" i="0" u="none" strike="noStrike" kern="1200">
                          <a:solidFill>
                            <a:srgbClr val="000000"/>
                          </a:solidFill>
                          <a:effectLst/>
                          <a:latin typeface="+mn-lt"/>
                          <a:ea typeface="+mn-ea"/>
                          <a:cs typeface="+mn-ea"/>
                          <a:sym typeface="+mn-lt"/>
                        </a:rPr>
                        <a:t>1.</a:t>
                      </a:r>
                      <a:r>
                        <a:rPr lang="zh-CN" altLang="en-US" sz="600" b="0" i="0" u="none" strike="noStrike" kern="1200">
                          <a:solidFill>
                            <a:srgbClr val="000000"/>
                          </a:solidFill>
                          <a:effectLst/>
                          <a:latin typeface="+mn-lt"/>
                          <a:ea typeface="+mn-ea"/>
                          <a:cs typeface="+mn-ea"/>
                          <a:sym typeface="+mn-lt"/>
                        </a:rPr>
                        <a:t>设计初期，需明确定义整机</a:t>
                      </a:r>
                      <a:r>
                        <a:rPr lang="en-US" sz="600" b="0" i="0" u="none" strike="noStrike" kern="1200">
                          <a:solidFill>
                            <a:srgbClr val="000000"/>
                          </a:solidFill>
                          <a:effectLst/>
                          <a:latin typeface="+mn-lt"/>
                          <a:ea typeface="+mn-ea"/>
                          <a:cs typeface="+mn-ea"/>
                          <a:sym typeface="+mn-lt"/>
                        </a:rPr>
                        <a:t>free down</a:t>
                      </a:r>
                      <a:r>
                        <a:rPr lang="zh-CN" altLang="en-US" sz="600" b="0" i="0" u="none" strike="noStrike" kern="1200">
                          <a:solidFill>
                            <a:srgbClr val="000000"/>
                          </a:solidFill>
                          <a:effectLst/>
                          <a:latin typeface="+mn-lt"/>
                          <a:ea typeface="+mn-ea"/>
                          <a:cs typeface="+mn-ea"/>
                          <a:sym typeface="+mn-lt"/>
                        </a:rPr>
                        <a:t>角度，明确定义</a:t>
                      </a:r>
                      <a:r>
                        <a:rPr lang="en-US" sz="600" b="0" i="0" u="none" strike="noStrike" kern="1200">
                          <a:solidFill>
                            <a:srgbClr val="000000"/>
                          </a:solidFill>
                          <a:effectLst/>
                          <a:latin typeface="+mn-lt"/>
                          <a:ea typeface="+mn-ea"/>
                          <a:cs typeface="+mn-ea"/>
                          <a:sym typeface="+mn-lt"/>
                        </a:rPr>
                        <a:t>LCD</a:t>
                      </a:r>
                      <a:r>
                        <a:rPr lang="zh-CN" altLang="en-US" sz="600" b="0" i="0" u="none" strike="noStrike" kern="1200">
                          <a:solidFill>
                            <a:srgbClr val="000000"/>
                          </a:solidFill>
                          <a:effectLst/>
                          <a:latin typeface="+mn-lt"/>
                          <a:ea typeface="+mn-ea"/>
                          <a:cs typeface="+mn-ea"/>
                          <a:sym typeface="+mn-lt"/>
                        </a:rPr>
                        <a:t>最大值，最小值</a:t>
                      </a:r>
                      <a:br>
                        <a:rPr lang="zh-CN" altLang="en-US" sz="600" b="0" i="0" u="none" strike="noStrike" kern="1200">
                          <a:solidFill>
                            <a:srgbClr val="000000"/>
                          </a:solidFill>
                          <a:effectLst/>
                          <a:latin typeface="+mn-lt"/>
                          <a:ea typeface="+mn-ea"/>
                          <a:cs typeface="+mn-ea"/>
                          <a:sym typeface="+mn-lt"/>
                        </a:rPr>
                      </a:br>
                      <a:r>
                        <a:rPr lang="en-US" altLang="zh-CN" sz="600" b="0" i="0" u="none" strike="noStrike" kern="1200">
                          <a:solidFill>
                            <a:srgbClr val="000000"/>
                          </a:solidFill>
                          <a:effectLst/>
                          <a:latin typeface="+mn-lt"/>
                          <a:ea typeface="+mn-ea"/>
                          <a:cs typeface="+mn-ea"/>
                          <a:sym typeface="+mn-lt"/>
                        </a:rPr>
                        <a:t>2.</a:t>
                      </a:r>
                      <a:r>
                        <a:rPr lang="en-US" sz="600" b="0" i="0" u="none" strike="noStrike" kern="1200">
                          <a:solidFill>
                            <a:srgbClr val="000000"/>
                          </a:solidFill>
                          <a:effectLst/>
                          <a:latin typeface="+mn-lt"/>
                          <a:ea typeface="+mn-ea"/>
                          <a:cs typeface="+mn-ea"/>
                          <a:sym typeface="+mn-lt"/>
                        </a:rPr>
                        <a:t>FVT</a:t>
                      </a:r>
                      <a:r>
                        <a:rPr lang="zh-CN" altLang="en-US" sz="600" b="0" i="0" u="none" strike="noStrike" kern="1200">
                          <a:solidFill>
                            <a:srgbClr val="000000"/>
                          </a:solidFill>
                          <a:effectLst/>
                          <a:latin typeface="+mn-lt"/>
                          <a:ea typeface="+mn-ea"/>
                          <a:cs typeface="+mn-ea"/>
                          <a:sym typeface="+mn-lt"/>
                        </a:rPr>
                        <a:t>阶段需确认系统变形度，整机角度与单</a:t>
                      </a:r>
                      <a:r>
                        <a:rPr lang="en-US" sz="600" b="0" i="0" u="none" strike="noStrike" kern="1200">
                          <a:solidFill>
                            <a:srgbClr val="000000"/>
                          </a:solidFill>
                          <a:effectLst/>
                          <a:latin typeface="+mn-lt"/>
                          <a:ea typeface="+mn-ea"/>
                          <a:cs typeface="+mn-ea"/>
                          <a:sym typeface="+mn-lt"/>
                        </a:rPr>
                        <a:t>hinge</a:t>
                      </a:r>
                      <a:r>
                        <a:rPr lang="zh-CN" altLang="en-US" sz="600" b="0" i="0" u="none" strike="noStrike" kern="1200">
                          <a:solidFill>
                            <a:srgbClr val="000000"/>
                          </a:solidFill>
                          <a:effectLst/>
                          <a:latin typeface="+mn-lt"/>
                          <a:ea typeface="+mn-ea"/>
                          <a:cs typeface="+mn-ea"/>
                          <a:sym typeface="+mn-lt"/>
                        </a:rPr>
                        <a:t>角度差异值</a:t>
                      </a:r>
                      <a:br>
                        <a:rPr lang="zh-CN" altLang="en-US" sz="600" b="0" i="0" u="none" strike="noStrike" kern="1200">
                          <a:solidFill>
                            <a:srgbClr val="000000"/>
                          </a:solidFill>
                          <a:effectLst/>
                          <a:latin typeface="+mn-lt"/>
                          <a:ea typeface="+mn-ea"/>
                          <a:cs typeface="+mn-ea"/>
                          <a:sym typeface="+mn-lt"/>
                        </a:rPr>
                      </a:br>
                      <a:r>
                        <a:rPr lang="zh-CN" altLang="en-US" sz="600" b="0" i="0" u="none" strike="noStrike" kern="1200">
                          <a:solidFill>
                            <a:srgbClr val="000000"/>
                          </a:solidFill>
                          <a:effectLst/>
                          <a:latin typeface="+mn-lt"/>
                          <a:ea typeface="+mn-ea"/>
                          <a:cs typeface="+mn-ea"/>
                          <a:sym typeface="+mn-lt"/>
                        </a:rPr>
                        <a:t>根据整机角度与</a:t>
                      </a:r>
                      <a:r>
                        <a:rPr lang="en-US" sz="600" b="0" i="0" u="none" strike="noStrike" kern="1200">
                          <a:solidFill>
                            <a:srgbClr val="000000"/>
                          </a:solidFill>
                          <a:effectLst/>
                          <a:latin typeface="+mn-lt"/>
                          <a:ea typeface="+mn-ea"/>
                          <a:cs typeface="+mn-ea"/>
                          <a:sym typeface="+mn-lt"/>
                        </a:rPr>
                        <a:t>hinge</a:t>
                      </a:r>
                      <a:r>
                        <a:rPr lang="zh-CN" altLang="en-US" sz="600" b="0" i="0" u="none" strike="noStrike" kern="1200">
                          <a:solidFill>
                            <a:srgbClr val="000000"/>
                          </a:solidFill>
                          <a:effectLst/>
                          <a:latin typeface="+mn-lt"/>
                          <a:ea typeface="+mn-ea"/>
                          <a:cs typeface="+mn-ea"/>
                          <a:sym typeface="+mn-lt"/>
                        </a:rPr>
                        <a:t>角度差异值，调整单</a:t>
                      </a:r>
                      <a:r>
                        <a:rPr lang="en-US" sz="600" b="0" i="0" u="none" strike="noStrike" kern="1200">
                          <a:solidFill>
                            <a:srgbClr val="000000"/>
                          </a:solidFill>
                          <a:effectLst/>
                          <a:latin typeface="+mn-lt"/>
                          <a:ea typeface="+mn-ea"/>
                          <a:cs typeface="+mn-ea"/>
                          <a:sym typeface="+mn-lt"/>
                        </a:rPr>
                        <a:t>hinge auto lock</a:t>
                      </a:r>
                      <a:r>
                        <a:rPr lang="zh-CN" altLang="en-US" sz="600" b="0" i="0" u="none" strike="noStrike" kern="1200">
                          <a:solidFill>
                            <a:srgbClr val="000000"/>
                          </a:solidFill>
                          <a:effectLst/>
                          <a:latin typeface="+mn-lt"/>
                          <a:ea typeface="+mn-ea"/>
                          <a:cs typeface="+mn-ea"/>
                          <a:sym typeface="+mn-lt"/>
                        </a:rPr>
                        <a:t>角度，使其满足整机</a:t>
                      </a:r>
                      <a:r>
                        <a:rPr lang="en-US" sz="600" b="0" i="0" u="none" strike="noStrike" kern="1200">
                          <a:solidFill>
                            <a:srgbClr val="000000"/>
                          </a:solidFill>
                          <a:effectLst/>
                          <a:latin typeface="+mn-lt"/>
                          <a:ea typeface="+mn-ea"/>
                          <a:cs typeface="+mn-ea"/>
                          <a:sym typeface="+mn-lt"/>
                        </a:rPr>
                        <a:t>free down</a:t>
                      </a:r>
                      <a:r>
                        <a:rPr lang="zh-CN" altLang="en-US" sz="600" b="0" i="0" u="none" strike="noStrike" kern="1200">
                          <a:solidFill>
                            <a:srgbClr val="000000"/>
                          </a:solidFill>
                          <a:effectLst/>
                          <a:latin typeface="+mn-lt"/>
                          <a:ea typeface="+mn-ea"/>
                          <a:cs typeface="+mn-ea"/>
                          <a:sym typeface="+mn-lt"/>
                        </a:rPr>
                        <a:t>角度</a:t>
                      </a:r>
                      <a:r>
                        <a:rPr lang="en-US" sz="600" b="0" i="0" u="none" strike="noStrike" kern="1200">
                          <a:solidFill>
                            <a:srgbClr val="000000"/>
                          </a:solidFill>
                          <a:effectLst/>
                          <a:latin typeface="+mn-lt"/>
                          <a:ea typeface="+mn-ea"/>
                          <a:cs typeface="+mn-ea"/>
                          <a:sym typeface="+mn-lt"/>
                        </a:rPr>
                        <a:t>SPEC</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1218987" rtl="0" eaLnBrk="1" fontAlgn="ctr" latinLnBrk="0" hangingPunct="1"/>
                      <a:r>
                        <a:rPr lang="en-US" sz="600" b="0" i="0" u="none" strike="noStrike" kern="1200">
                          <a:solidFill>
                            <a:srgbClr val="000000"/>
                          </a:solidFill>
                          <a:effectLst/>
                          <a:latin typeface="+mn-lt"/>
                          <a:ea typeface="+mn-ea"/>
                          <a:cs typeface="+mn-ea"/>
                          <a:sym typeface="+mn-lt"/>
                        </a:rPr>
                        <a:t>PMP/QCP</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algn="ctr" defTabSz="1218987" rtl="0" eaLnBrk="1" fontAlgn="ctr" latinLnBrk="0" hangingPunct="1"/>
                      <a:r>
                        <a:rPr lang="zh-CN" altLang="en-US" sz="600" b="0" i="0" u="none" strike="noStrike" kern="1200">
                          <a:solidFill>
                            <a:srgbClr val="000000"/>
                          </a:solidFill>
                          <a:effectLst/>
                          <a:latin typeface="+mn-lt"/>
                          <a:ea typeface="+mn-ea"/>
                          <a:cs typeface="+mn-ea"/>
                          <a:sym typeface="+mn-lt"/>
                        </a:rPr>
                        <a:t>角度测试</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algn="ctr" defTabSz="1218987" rtl="0" eaLnBrk="1" fontAlgn="ctr" latinLnBrk="0" hangingPunct="1"/>
                      <a:r>
                        <a:rPr lang="zh-CN" altLang="en-US" sz="600" b="0" i="0" u="none" strike="noStrike" kern="1200">
                          <a:solidFill>
                            <a:srgbClr val="000000"/>
                          </a:solidFill>
                          <a:effectLst/>
                          <a:latin typeface="+mn-lt"/>
                          <a:ea typeface="+mn-ea"/>
                          <a:cs typeface="+mn-ea"/>
                          <a:sym typeface="+mn-lt"/>
                        </a:rPr>
                        <a:t>是</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algn="ctr" defTabSz="1218987" rtl="0" eaLnBrk="1" fontAlgn="ctr" latinLnBrk="0" hangingPunct="1"/>
                      <a:r>
                        <a:rPr lang="zh-CN" altLang="en-US" sz="600" b="0" i="0" u="none" strike="noStrike" kern="1200">
                          <a:solidFill>
                            <a:srgbClr val="000000"/>
                          </a:solidFill>
                          <a:effectLst/>
                          <a:latin typeface="+mn-lt"/>
                          <a:ea typeface="+mn-ea"/>
                          <a:cs typeface="+mn-ea"/>
                          <a:sym typeface="+mn-lt"/>
                        </a:rPr>
                        <a:t>　</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1218987" rtl="0" eaLnBrk="1" fontAlgn="ctr" latinLnBrk="0" hangingPunct="1"/>
                      <a:r>
                        <a:rPr lang="zh-CN" altLang="en-US" sz="600" b="0" i="0" u="none" strike="noStrike" kern="1200">
                          <a:solidFill>
                            <a:srgbClr val="000000"/>
                          </a:solidFill>
                          <a:effectLst/>
                          <a:latin typeface="+mn-lt"/>
                          <a:ea typeface="+mn-ea"/>
                          <a:cs typeface="+mn-ea"/>
                          <a:sym typeface="+mn-lt"/>
                        </a:rPr>
                        <a:t>　</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1218987" rtl="0" eaLnBrk="1" fontAlgn="ctr" latinLnBrk="0" hangingPunct="1"/>
                      <a:endParaRPr lang="zh-CN" altLang="en-US" sz="600" b="0" i="0" u="none" strike="noStrike" kern="1200">
                        <a:solidFill>
                          <a:srgbClr val="000000"/>
                        </a:solidFill>
                        <a:effectLst/>
                        <a:latin typeface="+mn-lt"/>
                        <a:ea typeface="+mn-ea"/>
                        <a:cs typeface="+mn-ea"/>
                        <a:sym typeface="+mn-lt"/>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lang="en-US" altLang="zh-CN" sz="600" b="0" i="0" u="none" strike="noStrike" kern="1200">
                          <a:solidFill>
                            <a:srgbClr val="000000"/>
                          </a:solidFill>
                          <a:effectLst/>
                          <a:latin typeface="+mn-lt"/>
                          <a:ea typeface="+mn-ea"/>
                          <a:cs typeface="+mn-ea"/>
                          <a:sym typeface="+mn-lt"/>
                        </a:rPr>
                        <a:t>Auto Lock</a:t>
                      </a:r>
                      <a:r>
                        <a:rPr lang="zh-CN" altLang="en-US" sz="600" b="0" i="0" u="none" strike="noStrike" kern="1200">
                          <a:solidFill>
                            <a:srgbClr val="000000"/>
                          </a:solidFill>
                          <a:effectLst/>
                          <a:latin typeface="+mn-lt"/>
                          <a:ea typeface="+mn-ea"/>
                          <a:cs typeface="+mn-ea"/>
                          <a:sym typeface="+mn-lt"/>
                        </a:rPr>
                        <a:t>的触发角度需与</a:t>
                      </a:r>
                      <a:r>
                        <a:rPr lang="en-US" altLang="zh-CN" sz="600" b="0" i="0" u="none" strike="noStrike" kern="1200">
                          <a:solidFill>
                            <a:srgbClr val="000000"/>
                          </a:solidFill>
                          <a:effectLst/>
                          <a:latin typeface="+mn-lt"/>
                          <a:ea typeface="+mn-ea"/>
                          <a:cs typeface="+mn-ea"/>
                          <a:sym typeface="+mn-lt"/>
                        </a:rPr>
                        <a:t>Free Down</a:t>
                      </a:r>
                      <a:r>
                        <a:rPr lang="zh-CN" altLang="en-US" sz="600" b="0" i="0" u="none" strike="noStrike" kern="1200">
                          <a:solidFill>
                            <a:srgbClr val="000000"/>
                          </a:solidFill>
                          <a:effectLst/>
                          <a:latin typeface="+mn-lt"/>
                          <a:ea typeface="+mn-ea"/>
                          <a:cs typeface="+mn-ea"/>
                          <a:sym typeface="+mn-lt"/>
                        </a:rPr>
                        <a:t>角度匹配。例如，若</a:t>
                      </a:r>
                      <a:r>
                        <a:rPr lang="en-US" altLang="zh-CN" sz="600" b="0" i="0" u="none" strike="noStrike" kern="1200">
                          <a:solidFill>
                            <a:srgbClr val="000000"/>
                          </a:solidFill>
                          <a:effectLst/>
                          <a:latin typeface="+mn-lt"/>
                          <a:ea typeface="+mn-ea"/>
                          <a:cs typeface="+mn-ea"/>
                          <a:sym typeface="+mn-lt"/>
                        </a:rPr>
                        <a:t>Free Down</a:t>
                      </a:r>
                      <a:r>
                        <a:rPr lang="zh-CN" altLang="en-US" sz="600" b="0" i="0" u="none" strike="noStrike" kern="1200">
                          <a:solidFill>
                            <a:srgbClr val="000000"/>
                          </a:solidFill>
                          <a:effectLst/>
                          <a:latin typeface="+mn-lt"/>
                          <a:ea typeface="+mn-ea"/>
                          <a:cs typeface="+mn-ea"/>
                          <a:sym typeface="+mn-lt"/>
                        </a:rPr>
                        <a:t>角度为</a:t>
                      </a:r>
                      <a:r>
                        <a:rPr lang="en-US" altLang="zh-CN" sz="600" b="0" i="0" u="none" strike="noStrike" kern="1200">
                          <a:solidFill>
                            <a:srgbClr val="000000"/>
                          </a:solidFill>
                          <a:effectLst/>
                          <a:latin typeface="+mn-lt"/>
                          <a:ea typeface="+mn-ea"/>
                          <a:cs typeface="+mn-ea"/>
                          <a:sym typeface="+mn-lt"/>
                        </a:rPr>
                        <a:t>120°</a:t>
                      </a:r>
                      <a:r>
                        <a:rPr lang="zh-CN" altLang="en-US" sz="600" b="0" i="0" u="none" strike="noStrike" kern="1200">
                          <a:solidFill>
                            <a:srgbClr val="000000"/>
                          </a:solidFill>
                          <a:effectLst/>
                          <a:latin typeface="+mn-lt"/>
                          <a:ea typeface="+mn-ea"/>
                          <a:cs typeface="+mn-ea"/>
                          <a:sym typeface="+mn-lt"/>
                        </a:rPr>
                        <a:t>，则</a:t>
                      </a:r>
                      <a:r>
                        <a:rPr lang="en-US" altLang="zh-CN" sz="600" b="0" i="0" u="none" strike="noStrike" kern="1200">
                          <a:solidFill>
                            <a:srgbClr val="000000"/>
                          </a:solidFill>
                          <a:effectLst/>
                          <a:latin typeface="+mn-lt"/>
                          <a:ea typeface="+mn-ea"/>
                          <a:cs typeface="+mn-ea"/>
                          <a:sym typeface="+mn-lt"/>
                        </a:rPr>
                        <a:t>Auto Lock</a:t>
                      </a:r>
                      <a:r>
                        <a:rPr lang="zh-CN" altLang="en-US" sz="600" b="0" i="0" u="none" strike="noStrike" kern="1200">
                          <a:solidFill>
                            <a:srgbClr val="000000"/>
                          </a:solidFill>
                          <a:effectLst/>
                          <a:latin typeface="+mn-lt"/>
                          <a:ea typeface="+mn-ea"/>
                          <a:cs typeface="+mn-ea"/>
                          <a:sym typeface="+mn-lt"/>
                        </a:rPr>
                        <a:t>可能在</a:t>
                      </a:r>
                      <a:r>
                        <a:rPr lang="en-US" altLang="zh-CN" sz="600" b="0" i="0" u="none" strike="noStrike" kern="1200">
                          <a:solidFill>
                            <a:srgbClr val="000000"/>
                          </a:solidFill>
                          <a:effectLst/>
                          <a:latin typeface="+mn-lt"/>
                          <a:ea typeface="+mn-ea"/>
                          <a:cs typeface="+mn-ea"/>
                          <a:sym typeface="+mn-lt"/>
                        </a:rPr>
                        <a:t>115°</a:t>
                      </a:r>
                      <a:r>
                        <a:rPr lang="zh-CN" altLang="en-US" sz="600" b="0" i="0" u="none" strike="noStrike" kern="1200">
                          <a:solidFill>
                            <a:srgbClr val="000000"/>
                          </a:solidFill>
                          <a:effectLst/>
                          <a:latin typeface="+mn-lt"/>
                          <a:ea typeface="+mn-ea"/>
                          <a:cs typeface="+mn-ea"/>
                          <a:sym typeface="+mn-lt"/>
                        </a:rPr>
                        <a:t>触发，预留缓冲避免屏幕“冲过”目标角度。</a:t>
                      </a:r>
                    </a:p>
                    <a:p>
                      <a:r>
                        <a:rPr lang="zh-CN" altLang="en-US" sz="600" b="0" i="0" u="none" strike="noStrike" kern="1200">
                          <a:solidFill>
                            <a:srgbClr val="000000"/>
                          </a:solidFill>
                          <a:effectLst/>
                          <a:latin typeface="+mn-lt"/>
                          <a:ea typeface="+mn-ea"/>
                          <a:cs typeface="+mn-ea"/>
                          <a:sym typeface="+mn-lt"/>
                        </a:rPr>
                        <a:t>若两者差异过大，可能导致屏幕抖动（锁定过早）或无法稳定停留（锁定过晚）</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1218987" rtl="0" eaLnBrk="1" fontAlgn="ctr" latinLnBrk="0" hangingPunct="1"/>
                      <a:r>
                        <a:rPr lang="zh-CN" altLang="en-US" sz="600" b="0" i="0" u="none" strike="noStrike" kern="1200">
                          <a:solidFill>
                            <a:srgbClr val="000000"/>
                          </a:solidFill>
                          <a:effectLst/>
                          <a:latin typeface="+mn-lt"/>
                          <a:ea typeface="+mn-ea"/>
                          <a:cs typeface="+mn-ea"/>
                          <a:sym typeface="+mn-lt"/>
                        </a:rPr>
                        <a:t>在设计过程中，需要综合考虑整机性能和单体部件的设计要求，并进行相应的调整和优化</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4614500"/>
                  </a:ext>
                </a:extLst>
              </a:tr>
              <a:tr h="572238">
                <a:tc>
                  <a:txBody>
                    <a:bodyPr/>
                    <a:lstStyle/>
                    <a:p>
                      <a:pPr algn="ctr" fontAlgn="ctr"/>
                      <a:r>
                        <a:rPr lang="en-US" altLang="zh-CN" sz="600" b="0" i="0" u="none" strike="noStrike">
                          <a:solidFill>
                            <a:srgbClr val="000000"/>
                          </a:solidFill>
                          <a:effectLst/>
                          <a:latin typeface="+mn-lt"/>
                          <a:ea typeface="+mn-ea"/>
                          <a:cs typeface="+mn-ea"/>
                          <a:sym typeface="+mn-lt"/>
                        </a:rPr>
                        <a:t>3</a:t>
                      </a:r>
                    </a:p>
                  </a:txBody>
                  <a:tcPr marL="2554" marR="2554" marT="2554"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lvl="0" indent="0" algn="ctr" defTabSz="1218987" rtl="0" eaLnBrk="1" fontAlgn="ctr" latinLnBrk="0" hangingPunct="1">
                        <a:lnSpc>
                          <a:spcPct val="100000"/>
                        </a:lnSpc>
                        <a:spcBef>
                          <a:spcPts val="0"/>
                        </a:spcBef>
                        <a:spcAft>
                          <a:spcPts val="0"/>
                        </a:spcAft>
                        <a:buClrTx/>
                        <a:buSzTx/>
                        <a:buFontTx/>
                        <a:buNone/>
                        <a:tabLst/>
                        <a:defRPr/>
                      </a:pPr>
                      <a:r>
                        <a:rPr lang="en-US" altLang="zh-CN" sz="600" b="0" i="0" u="none" strike="noStrike" kern="1200">
                          <a:solidFill>
                            <a:srgbClr val="000000"/>
                          </a:solidFill>
                          <a:effectLst/>
                          <a:latin typeface="+mn-lt"/>
                          <a:ea typeface="+mn-ea"/>
                          <a:cs typeface="+mn-ea"/>
                          <a:sym typeface="+mn-lt"/>
                        </a:rPr>
                        <a:t>1.0</a:t>
                      </a:r>
                    </a:p>
                  </a:txBody>
                  <a:tcPr marL="6350" marR="6350" marT="635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algn="ctr" defTabSz="1218987" rtl="0" eaLnBrk="1" fontAlgn="ctr" latinLnBrk="0" hangingPunct="1"/>
                      <a:r>
                        <a:rPr lang="en-US" sz="600" b="0" i="0" u="none" strike="noStrike" kern="1200">
                          <a:solidFill>
                            <a:srgbClr val="000000"/>
                          </a:solidFill>
                          <a:effectLst/>
                          <a:latin typeface="+mn-lt"/>
                          <a:ea typeface="+mn-ea"/>
                          <a:cs typeface="+mn-ea"/>
                          <a:sym typeface="+mn-lt"/>
                        </a:rPr>
                        <a:t>PC</a:t>
                      </a:r>
                    </a:p>
                  </a:txBody>
                  <a:tcPr marL="6350" marR="6350" marT="635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1218987" rtl="0" eaLnBrk="1" fontAlgn="ctr" latinLnBrk="0" hangingPunct="1"/>
                      <a:r>
                        <a:rPr lang="en-US" sz="600" b="0" i="0" u="none" strike="noStrike" kern="1200">
                          <a:solidFill>
                            <a:srgbClr val="000000"/>
                          </a:solidFill>
                          <a:effectLst/>
                          <a:latin typeface="+mn-lt"/>
                          <a:ea typeface="+mn-ea"/>
                          <a:cs typeface="+mn-ea"/>
                          <a:sym typeface="+mn-lt"/>
                        </a:rPr>
                        <a:t>NB</a:t>
                      </a:r>
                    </a:p>
                  </a:txBody>
                  <a:tcPr marL="6350" marR="6350" marT="635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1218987" rtl="0" eaLnBrk="1" fontAlgn="ctr" latinLnBrk="0" hangingPunct="1"/>
                      <a:r>
                        <a:rPr lang="en-US" sz="600" b="0" i="0" u="none" strike="noStrike" kern="1200">
                          <a:solidFill>
                            <a:srgbClr val="000000"/>
                          </a:solidFill>
                          <a:effectLst/>
                          <a:latin typeface="+mn-lt"/>
                          <a:ea typeface="+mn-ea"/>
                          <a:cs typeface="+mn-ea"/>
                          <a:sym typeface="+mn-lt"/>
                        </a:rPr>
                        <a:t>All</a:t>
                      </a:r>
                    </a:p>
                  </a:txBody>
                  <a:tcPr marL="6350" marR="6350" marT="635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algn="ctr" defTabSz="1218987" rtl="0" eaLnBrk="1" fontAlgn="ctr" latinLnBrk="0" hangingPunct="1"/>
                      <a:r>
                        <a:rPr lang="en-US" altLang="zh-CN" sz="600" b="0" i="0" u="none" strike="noStrike" kern="1200">
                          <a:solidFill>
                            <a:srgbClr val="000000"/>
                          </a:solidFill>
                          <a:effectLst/>
                          <a:latin typeface="+mn-lt"/>
                          <a:ea typeface="+mn-ea"/>
                          <a:cs typeface="+mn-ea"/>
                          <a:sym typeface="+mn-lt"/>
                        </a:rPr>
                        <a:t>All</a:t>
                      </a:r>
                    </a:p>
                  </a:txBody>
                  <a:tcPr marL="6350" marR="6350" marT="635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1218987" rtl="0" eaLnBrk="1" fontAlgn="ctr" latinLnBrk="0" hangingPunct="1"/>
                      <a:r>
                        <a:rPr lang="en-US" sz="600" b="0" i="0" u="none" strike="noStrike" kern="1200">
                          <a:solidFill>
                            <a:srgbClr val="000000"/>
                          </a:solidFill>
                          <a:effectLst/>
                          <a:latin typeface="+mn-lt"/>
                          <a:ea typeface="+mn-ea"/>
                          <a:cs typeface="+mn-ea"/>
                          <a:sym typeface="+mn-lt"/>
                        </a:rPr>
                        <a:t>MQE</a:t>
                      </a:r>
                    </a:p>
                  </a:txBody>
                  <a:tcPr marL="6350" marR="6350" marT="635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1218987" rtl="0" eaLnBrk="1" fontAlgn="ctr" latinLnBrk="0" hangingPunct="1"/>
                      <a:r>
                        <a:rPr lang="zh-CN" altLang="en-US" sz="600" b="0" i="0" u="none" strike="noStrike" kern="1200">
                          <a:solidFill>
                            <a:srgbClr val="000000"/>
                          </a:solidFill>
                          <a:effectLst/>
                          <a:latin typeface="+mn-lt"/>
                          <a:ea typeface="+mn-ea"/>
                          <a:cs typeface="+mn-ea"/>
                          <a:sym typeface="+mn-lt"/>
                        </a:rPr>
                        <a:t>工艺制程</a:t>
                      </a:r>
                    </a:p>
                  </a:txBody>
                  <a:tcPr marL="6350" marR="6350" marT="635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1218987" rtl="0" eaLnBrk="1" fontAlgn="ctr" latinLnBrk="0" hangingPunct="1"/>
                      <a:r>
                        <a:rPr lang="en-US" sz="600" b="0" i="0" u="none" strike="noStrike" kern="1200">
                          <a:solidFill>
                            <a:srgbClr val="000000"/>
                          </a:solidFill>
                          <a:effectLst/>
                          <a:latin typeface="+mn-lt"/>
                          <a:ea typeface="+mn-ea"/>
                          <a:cs typeface="+mn-ea"/>
                          <a:sym typeface="+mn-lt"/>
                        </a:rPr>
                        <a:t>ASSY</a:t>
                      </a:r>
                    </a:p>
                  </a:txBody>
                  <a:tcPr marL="6350" marR="6350" marT="635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1218987" rtl="0" eaLnBrk="1" fontAlgn="ctr" latinLnBrk="0" hangingPunct="1"/>
                      <a:r>
                        <a:rPr lang="en-US" sz="600" b="0" i="0" u="none" strike="noStrike" kern="1200">
                          <a:solidFill>
                            <a:srgbClr val="000000"/>
                          </a:solidFill>
                          <a:effectLst/>
                          <a:latin typeface="+mn-lt"/>
                          <a:ea typeface="+mn-ea"/>
                          <a:cs typeface="+mn-ea"/>
                          <a:sym typeface="+mn-lt"/>
                        </a:rPr>
                        <a:t>Battery</a:t>
                      </a:r>
                    </a:p>
                  </a:txBody>
                  <a:tcPr marL="6350" marR="6350" marT="635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1218987" rtl="0" eaLnBrk="1" fontAlgn="ctr" latinLnBrk="0" hangingPunct="1"/>
                      <a:r>
                        <a:rPr lang="zh-CN" altLang="en-US" sz="600" b="0" i="0" u="none" strike="noStrike" kern="1200">
                          <a:solidFill>
                            <a:srgbClr val="000000"/>
                          </a:solidFill>
                          <a:effectLst/>
                          <a:latin typeface="+mn-lt"/>
                          <a:ea typeface="+mn-ea"/>
                          <a:cs typeface="+mn-ea"/>
                          <a:sym typeface="+mn-lt"/>
                        </a:rPr>
                        <a:t>内结构</a:t>
                      </a:r>
                    </a:p>
                  </a:txBody>
                  <a:tcPr marL="6350" marR="6350" marT="635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1218987" rtl="0" eaLnBrk="1" fontAlgn="ctr" latinLnBrk="0" hangingPunct="1"/>
                      <a:r>
                        <a:rPr lang="zh-CN" altLang="en-US" sz="600" b="0" i="0" u="none" strike="noStrike" kern="1200">
                          <a:solidFill>
                            <a:srgbClr val="000000"/>
                          </a:solidFill>
                          <a:effectLst/>
                          <a:latin typeface="+mn-lt"/>
                          <a:ea typeface="+mn-ea"/>
                          <a:cs typeface="+mn-ea"/>
                          <a:sym typeface="+mn-lt"/>
                        </a:rPr>
                        <a:t>陈凡</a:t>
                      </a:r>
                    </a:p>
                  </a:txBody>
                  <a:tcPr marL="6350" marR="6350" marT="635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1218987" rtl="0" eaLnBrk="1" fontAlgn="ctr" latinLnBrk="0" hangingPunct="1"/>
                      <a:r>
                        <a:rPr lang="en-US" altLang="zh-CN" sz="600" b="0" i="0" u="none" strike="noStrike" kern="1200">
                          <a:solidFill>
                            <a:srgbClr val="000000"/>
                          </a:solidFill>
                          <a:effectLst/>
                          <a:latin typeface="+mn-lt"/>
                          <a:ea typeface="+mn-ea"/>
                          <a:cs typeface="+mn-ea"/>
                          <a:sym typeface="+mn-lt"/>
                        </a:rPr>
                        <a:t>2024/9/11</a:t>
                      </a:r>
                    </a:p>
                  </a:txBody>
                  <a:tcPr marL="6350" marR="6350" marT="635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l" defTabSz="1218987" rtl="0" eaLnBrk="1" fontAlgn="ctr" latinLnBrk="0" hangingPunct="1"/>
                      <a:r>
                        <a:rPr lang="zh-CN" altLang="en-US" sz="600" b="0" i="0" u="none" strike="noStrike" kern="1200">
                          <a:solidFill>
                            <a:srgbClr val="000000"/>
                          </a:solidFill>
                          <a:effectLst/>
                          <a:latin typeface="+mn-lt"/>
                          <a:ea typeface="+mn-ea"/>
                          <a:cs typeface="+mn-ea"/>
                          <a:sym typeface="+mn-lt"/>
                        </a:rPr>
                        <a:t>组装喇叭前检验喇叭磁吸面是否有异物</a:t>
                      </a:r>
                      <a:r>
                        <a:rPr lang="en-US" altLang="zh-CN" sz="600" b="0" i="0" u="none" strike="noStrike" kern="1200">
                          <a:solidFill>
                            <a:srgbClr val="000000"/>
                          </a:solidFill>
                          <a:effectLst/>
                          <a:latin typeface="+mn-lt"/>
                          <a:ea typeface="+mn-ea"/>
                          <a:cs typeface="+mn-ea"/>
                          <a:sym typeface="+mn-lt"/>
                        </a:rPr>
                        <a:t>,</a:t>
                      </a:r>
                      <a:r>
                        <a:rPr lang="zh-CN" altLang="en-US" sz="600" b="0" i="0" u="none" strike="noStrike" kern="1200">
                          <a:solidFill>
                            <a:srgbClr val="000000"/>
                          </a:solidFill>
                          <a:effectLst/>
                          <a:latin typeface="+mn-lt"/>
                          <a:ea typeface="+mn-ea"/>
                          <a:cs typeface="+mn-ea"/>
                          <a:sym typeface="+mn-lt"/>
                        </a:rPr>
                        <a:t>避免吸附螺丝或其他异物</a:t>
                      </a:r>
                    </a:p>
                  </a:txBody>
                  <a:tcPr marL="6350" marR="6350" marT="635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l" defTabSz="1218987" rtl="0" eaLnBrk="1" fontAlgn="ctr" latinLnBrk="0" hangingPunct="1"/>
                      <a:r>
                        <a:rPr lang="en-US" altLang="zh-CN" sz="600" b="0" i="0" u="none" strike="noStrike" kern="1200">
                          <a:solidFill>
                            <a:srgbClr val="000000"/>
                          </a:solidFill>
                          <a:effectLst/>
                          <a:latin typeface="+mn-lt"/>
                          <a:ea typeface="+mn-ea"/>
                          <a:cs typeface="+mn-ea"/>
                          <a:sym typeface="+mn-lt"/>
                        </a:rPr>
                        <a:t>1.IE </a:t>
                      </a:r>
                      <a:r>
                        <a:rPr lang="zh-CN" altLang="en-US" sz="600" b="0" i="0" u="none" strike="noStrike" kern="1200">
                          <a:solidFill>
                            <a:srgbClr val="000000"/>
                          </a:solidFill>
                          <a:effectLst/>
                          <a:latin typeface="+mn-lt"/>
                          <a:ea typeface="+mn-ea"/>
                          <a:cs typeface="+mn-ea"/>
                          <a:sym typeface="+mn-lt"/>
                        </a:rPr>
                        <a:t>优化</a:t>
                      </a:r>
                      <a:r>
                        <a:rPr lang="en-US" altLang="zh-CN" sz="600" b="0" i="0" u="none" strike="noStrike" kern="1200">
                          <a:solidFill>
                            <a:srgbClr val="000000"/>
                          </a:solidFill>
                          <a:effectLst/>
                          <a:latin typeface="+mn-lt"/>
                          <a:ea typeface="+mn-ea"/>
                          <a:cs typeface="+mn-ea"/>
                          <a:sym typeface="+mn-lt"/>
                        </a:rPr>
                        <a:t>SOP. </a:t>
                      </a:r>
                      <a:r>
                        <a:rPr lang="zh-CN" altLang="en-US" sz="600" b="0" i="0" u="none" strike="noStrike" kern="1200">
                          <a:solidFill>
                            <a:srgbClr val="000000"/>
                          </a:solidFill>
                          <a:effectLst/>
                          <a:latin typeface="+mn-lt"/>
                          <a:ea typeface="+mn-ea"/>
                          <a:cs typeface="+mn-ea"/>
                          <a:sym typeface="+mn-lt"/>
                        </a:rPr>
                        <a:t>产品组装喇叭站别需要在组装喇叭之前检查喇叭是否吸附螺丝或者其它异物</a:t>
                      </a:r>
                      <a:br>
                        <a:rPr lang="zh-CN" altLang="en-US" sz="600" b="0" i="0" u="none" strike="noStrike" kern="1200">
                          <a:solidFill>
                            <a:srgbClr val="000000"/>
                          </a:solidFill>
                          <a:effectLst/>
                          <a:latin typeface="+mn-lt"/>
                          <a:ea typeface="+mn-ea"/>
                          <a:cs typeface="+mn-ea"/>
                          <a:sym typeface="+mn-lt"/>
                        </a:rPr>
                      </a:br>
                      <a:r>
                        <a:rPr lang="en-US" altLang="zh-CN" sz="600" b="0" i="0" u="none" strike="noStrike" kern="1200">
                          <a:solidFill>
                            <a:srgbClr val="000000"/>
                          </a:solidFill>
                          <a:effectLst/>
                          <a:latin typeface="+mn-lt"/>
                          <a:ea typeface="+mn-ea"/>
                          <a:cs typeface="+mn-ea"/>
                          <a:sym typeface="+mn-lt"/>
                        </a:rPr>
                        <a:t>2.BOX</a:t>
                      </a:r>
                      <a:r>
                        <a:rPr lang="zh-CN" altLang="en-US" sz="600" b="0" i="0" u="none" strike="noStrike" kern="1200">
                          <a:solidFill>
                            <a:srgbClr val="000000"/>
                          </a:solidFill>
                          <a:effectLst/>
                          <a:latin typeface="+mn-lt"/>
                          <a:ea typeface="+mn-ea"/>
                          <a:cs typeface="+mn-ea"/>
                          <a:sym typeface="+mn-lt"/>
                        </a:rPr>
                        <a:t>盒清理点检机制和建立互动打卡机制（群拍照</a:t>
                      </a:r>
                      <a:r>
                        <a:rPr lang="en-US" altLang="zh-CN" sz="600" b="0" i="0" u="none" strike="noStrike" kern="1200">
                          <a:solidFill>
                            <a:srgbClr val="000000"/>
                          </a:solidFill>
                          <a:effectLst/>
                          <a:latin typeface="+mn-lt"/>
                          <a:ea typeface="+mn-ea"/>
                          <a:cs typeface="+mn-ea"/>
                          <a:sym typeface="+mn-lt"/>
                        </a:rPr>
                        <a:t>By</a:t>
                      </a:r>
                      <a:r>
                        <a:rPr lang="zh-CN" altLang="en-US" sz="600" b="0" i="0" u="none" strike="noStrike" kern="1200">
                          <a:solidFill>
                            <a:srgbClr val="000000"/>
                          </a:solidFill>
                          <a:effectLst/>
                          <a:latin typeface="+mn-lt"/>
                          <a:ea typeface="+mn-ea"/>
                          <a:cs typeface="+mn-ea"/>
                          <a:sym typeface="+mn-lt"/>
                        </a:rPr>
                        <a:t>线别每日更新）</a:t>
                      </a:r>
                      <a:br>
                        <a:rPr lang="zh-CN" altLang="en-US" sz="600" b="0" i="0" u="none" strike="noStrike" kern="1200">
                          <a:solidFill>
                            <a:srgbClr val="000000"/>
                          </a:solidFill>
                          <a:effectLst/>
                          <a:latin typeface="+mn-lt"/>
                          <a:ea typeface="+mn-ea"/>
                          <a:cs typeface="+mn-ea"/>
                          <a:sym typeface="+mn-lt"/>
                        </a:rPr>
                      </a:br>
                      <a:r>
                        <a:rPr lang="en-US" altLang="zh-CN" sz="600" b="0" i="0" u="none" strike="noStrike" kern="1200">
                          <a:solidFill>
                            <a:srgbClr val="000000"/>
                          </a:solidFill>
                          <a:effectLst/>
                          <a:latin typeface="+mn-lt"/>
                          <a:ea typeface="+mn-ea"/>
                          <a:cs typeface="+mn-ea"/>
                          <a:sym typeface="+mn-lt"/>
                        </a:rPr>
                        <a:t>3.</a:t>
                      </a:r>
                      <a:r>
                        <a:rPr lang="zh-CN" altLang="en-US" sz="600" b="0" i="0" u="none" strike="noStrike" kern="1200">
                          <a:solidFill>
                            <a:srgbClr val="000000"/>
                          </a:solidFill>
                          <a:effectLst/>
                          <a:latin typeface="+mn-lt"/>
                          <a:ea typeface="+mn-ea"/>
                          <a:cs typeface="+mn-ea"/>
                          <a:sym typeface="+mn-lt"/>
                        </a:rPr>
                        <a:t>加入</a:t>
                      </a:r>
                      <a:r>
                        <a:rPr lang="en-US" altLang="zh-CN" sz="600" b="0" i="0" u="none" strike="noStrike" kern="1200">
                          <a:solidFill>
                            <a:srgbClr val="000000"/>
                          </a:solidFill>
                          <a:effectLst/>
                          <a:latin typeface="+mn-lt"/>
                          <a:ea typeface="+mn-ea"/>
                          <a:cs typeface="+mn-ea"/>
                          <a:sym typeface="+mn-lt"/>
                        </a:rPr>
                        <a:t>MQE </a:t>
                      </a:r>
                      <a:r>
                        <a:rPr lang="zh-CN" altLang="en-US" sz="600" b="0" i="0" u="none" strike="noStrike" kern="1200">
                          <a:solidFill>
                            <a:srgbClr val="000000"/>
                          </a:solidFill>
                          <a:effectLst/>
                          <a:latin typeface="+mn-lt"/>
                          <a:ea typeface="+mn-ea"/>
                          <a:cs typeface="+mn-ea"/>
                          <a:sym typeface="+mn-lt"/>
                        </a:rPr>
                        <a:t>巡线</a:t>
                      </a:r>
                      <a:r>
                        <a:rPr lang="en-US" altLang="zh-CN" sz="600" b="0" i="0" u="none" strike="noStrike" kern="1200">
                          <a:solidFill>
                            <a:srgbClr val="000000"/>
                          </a:solidFill>
                          <a:effectLst/>
                          <a:latin typeface="+mn-lt"/>
                          <a:ea typeface="+mn-ea"/>
                          <a:cs typeface="+mn-ea"/>
                          <a:sym typeface="+mn-lt"/>
                        </a:rPr>
                        <a:t>list</a:t>
                      </a:r>
                      <a:r>
                        <a:rPr lang="zh-CN" altLang="en-US" sz="600" b="0" i="0" u="none" strike="noStrike" kern="1200">
                          <a:solidFill>
                            <a:srgbClr val="000000"/>
                          </a:solidFill>
                          <a:effectLst/>
                          <a:latin typeface="+mn-lt"/>
                          <a:ea typeface="+mn-ea"/>
                          <a:cs typeface="+mn-ea"/>
                          <a:sym typeface="+mn-lt"/>
                        </a:rPr>
                        <a:t>中</a:t>
                      </a:r>
                      <a:r>
                        <a:rPr lang="en-US" altLang="zh-CN" sz="600" b="0" i="0" u="none" strike="noStrike" kern="1200">
                          <a:solidFill>
                            <a:srgbClr val="000000"/>
                          </a:solidFill>
                          <a:effectLst/>
                          <a:latin typeface="+mn-lt"/>
                          <a:ea typeface="+mn-ea"/>
                          <a:cs typeface="+mn-ea"/>
                          <a:sym typeface="+mn-lt"/>
                        </a:rPr>
                        <a:t>, audit</a:t>
                      </a:r>
                      <a:r>
                        <a:rPr lang="zh-CN" altLang="en-US" sz="600" b="0" i="0" u="none" strike="noStrike" kern="1200">
                          <a:solidFill>
                            <a:srgbClr val="000000"/>
                          </a:solidFill>
                          <a:effectLst/>
                          <a:latin typeface="+mn-lt"/>
                          <a:ea typeface="+mn-ea"/>
                          <a:cs typeface="+mn-ea"/>
                          <a:sym typeface="+mn-lt"/>
                        </a:rPr>
                        <a:t>产线执行</a:t>
                      </a:r>
                    </a:p>
                  </a:txBody>
                  <a:tcPr marL="6350" marR="6350" marT="635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1218987" rtl="0" eaLnBrk="1" fontAlgn="ctr" latinLnBrk="0" hangingPunct="1"/>
                      <a:r>
                        <a:rPr lang="en-US" sz="600" b="0" i="0" u="none" strike="noStrike" kern="1200">
                          <a:solidFill>
                            <a:srgbClr val="000000"/>
                          </a:solidFill>
                          <a:effectLst/>
                          <a:latin typeface="+mn-lt"/>
                          <a:ea typeface="+mn-ea"/>
                          <a:cs typeface="+mn-ea"/>
                          <a:sym typeface="+mn-lt"/>
                        </a:rPr>
                        <a:t>PMP/QCP</a:t>
                      </a:r>
                    </a:p>
                  </a:txBody>
                  <a:tcPr marL="6350" marR="6350" marT="635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algn="ctr" defTabSz="1218987" rtl="0" eaLnBrk="1" fontAlgn="ctr" latinLnBrk="0" hangingPunct="1"/>
                      <a:r>
                        <a:rPr lang="en-US" sz="600" b="0" i="0" u="none" strike="noStrike" kern="1200">
                          <a:solidFill>
                            <a:srgbClr val="000000"/>
                          </a:solidFill>
                          <a:effectLst/>
                          <a:latin typeface="+mn-lt"/>
                          <a:ea typeface="+mn-ea"/>
                          <a:cs typeface="+mn-ea"/>
                          <a:sym typeface="+mn-lt"/>
                        </a:rPr>
                        <a:t>PMP/QCP review</a:t>
                      </a:r>
                    </a:p>
                  </a:txBody>
                  <a:tcPr marL="6350" marR="6350" marT="635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algn="ctr" defTabSz="1218987" rtl="0" eaLnBrk="1" fontAlgn="ctr" latinLnBrk="0" hangingPunct="1"/>
                      <a:r>
                        <a:rPr lang="zh-CN" altLang="en-US" sz="600" b="0" i="0" u="none" strike="noStrike" kern="1200">
                          <a:solidFill>
                            <a:srgbClr val="000000"/>
                          </a:solidFill>
                          <a:effectLst/>
                          <a:latin typeface="+mn-lt"/>
                          <a:ea typeface="+mn-ea"/>
                          <a:cs typeface="+mn-ea"/>
                          <a:sym typeface="+mn-lt"/>
                        </a:rPr>
                        <a:t>是</a:t>
                      </a:r>
                    </a:p>
                  </a:txBody>
                  <a:tcPr marL="6350" marR="6350" marT="635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algn="ctr" defTabSz="1218987" rtl="0" eaLnBrk="1" fontAlgn="ctr" latinLnBrk="0" hangingPunct="1"/>
                      <a:endParaRPr lang="zh-CN" altLang="en-US" sz="600" b="0" i="0" u="none" strike="noStrike" kern="1200">
                        <a:solidFill>
                          <a:srgbClr val="000000"/>
                        </a:solidFill>
                        <a:effectLst/>
                        <a:latin typeface="+mn-lt"/>
                        <a:ea typeface="+mn-ea"/>
                        <a:cs typeface="+mn-ea"/>
                        <a:sym typeface="+mn-lt"/>
                      </a:endParaRPr>
                    </a:p>
                  </a:txBody>
                  <a:tcPr marL="6350" marR="6350" marT="635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1218987" rtl="0" eaLnBrk="1" fontAlgn="ctr" latinLnBrk="0" hangingPunct="1"/>
                      <a:endParaRPr lang="zh-CN" altLang="en-US" sz="600" b="0" i="0" u="none" strike="noStrike" kern="1200">
                        <a:solidFill>
                          <a:srgbClr val="000000"/>
                        </a:solidFill>
                        <a:effectLst/>
                        <a:latin typeface="+mn-lt"/>
                        <a:ea typeface="+mn-ea"/>
                        <a:cs typeface="+mn-ea"/>
                        <a:sym typeface="+mn-lt"/>
                      </a:endParaRPr>
                    </a:p>
                  </a:txBody>
                  <a:tcPr marL="6350" marR="6350" marT="635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l" defTabSz="1218987" rtl="0" eaLnBrk="1" fontAlgn="ctr" latinLnBrk="0" hangingPunct="1"/>
                      <a:r>
                        <a:rPr lang="zh-CN" altLang="en-US" sz="600" b="0" i="0" u="none" strike="noStrike" kern="1200">
                          <a:solidFill>
                            <a:srgbClr val="000000"/>
                          </a:solidFill>
                          <a:effectLst/>
                          <a:latin typeface="+mn-lt"/>
                          <a:ea typeface="+mn-ea"/>
                          <a:cs typeface="+mn-ea"/>
                          <a:sym typeface="+mn-lt"/>
                        </a:rPr>
                        <a:t>喇叭吸附异物可导致声音失真、破音等现象</a:t>
                      </a:r>
                    </a:p>
                  </a:txBody>
                  <a:tcPr marL="6350" marR="6350" marT="635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18987" rtl="0" eaLnBrk="1" fontAlgn="ctr" latinLnBrk="0" hangingPunct="1">
                        <a:lnSpc>
                          <a:spcPct val="100000"/>
                        </a:lnSpc>
                        <a:spcBef>
                          <a:spcPts val="0"/>
                        </a:spcBef>
                        <a:spcAft>
                          <a:spcPts val="0"/>
                        </a:spcAft>
                        <a:buClrTx/>
                        <a:buSzTx/>
                        <a:buFontTx/>
                        <a:buNone/>
                        <a:tabLst/>
                        <a:defRPr/>
                      </a:pPr>
                      <a:r>
                        <a:rPr lang="zh-CN" altLang="en-US" sz="600" b="0" i="0" u="none" strike="noStrike" kern="1200">
                          <a:solidFill>
                            <a:srgbClr val="000000"/>
                          </a:solidFill>
                          <a:effectLst/>
                          <a:latin typeface="+mn-lt"/>
                          <a:ea typeface="+mn-ea"/>
                          <a:cs typeface="+mn-ea"/>
                          <a:sym typeface="+mn-lt"/>
                        </a:rPr>
                        <a:t>‌喇叭中的磁路系统‌</a:t>
                      </a:r>
                      <a:r>
                        <a:rPr lang="en-US" altLang="zh-CN" sz="600" b="0" i="0" u="none" strike="noStrike" kern="1200">
                          <a:solidFill>
                            <a:srgbClr val="000000"/>
                          </a:solidFill>
                          <a:effectLst/>
                          <a:latin typeface="+mn-lt"/>
                          <a:ea typeface="+mn-ea"/>
                          <a:cs typeface="+mn-ea"/>
                          <a:sym typeface="+mn-lt"/>
                        </a:rPr>
                        <a:t>-</a:t>
                      </a:r>
                      <a:r>
                        <a:rPr lang="zh-CN" altLang="en-US" sz="600" b="0" i="0" u="none" strike="noStrike" kern="1200">
                          <a:solidFill>
                            <a:srgbClr val="000000"/>
                          </a:solidFill>
                          <a:effectLst/>
                          <a:latin typeface="+mn-lt"/>
                          <a:ea typeface="+mn-ea"/>
                          <a:cs typeface="+mn-ea"/>
                          <a:sym typeface="+mn-lt"/>
                        </a:rPr>
                        <a:t>永磁体（磁铁</a:t>
                      </a:r>
                      <a:r>
                        <a:rPr lang="en-US" altLang="zh-CN" sz="600" b="0" i="0" u="none" strike="noStrike" kern="1200">
                          <a:solidFill>
                            <a:srgbClr val="000000"/>
                          </a:solidFill>
                          <a:effectLst/>
                          <a:latin typeface="+mn-lt"/>
                          <a:ea typeface="+mn-ea"/>
                          <a:cs typeface="+mn-ea"/>
                          <a:sym typeface="+mn-lt"/>
                        </a:rPr>
                        <a:t>/</a:t>
                      </a:r>
                      <a:r>
                        <a:rPr lang="zh-CN" altLang="en-US" sz="600" b="0" i="0" u="none" strike="noStrike" kern="1200">
                          <a:solidFill>
                            <a:srgbClr val="000000"/>
                          </a:solidFill>
                          <a:effectLst/>
                          <a:latin typeface="+mn-lt"/>
                          <a:ea typeface="+mn-ea"/>
                          <a:cs typeface="+mn-ea"/>
                          <a:sym typeface="+mn-lt"/>
                        </a:rPr>
                        <a:t>磁钢）‌：由钕铁硼、铁氧体等材料制成，为音圈振动提供稳定磁场，是唯一具有永久磁性的部件‌，可吸附螺丝等异物</a:t>
                      </a:r>
                      <a:br>
                        <a:rPr lang="zh-CN" altLang="en-US" sz="2399" b="0" i="0" kern="1200">
                          <a:solidFill>
                            <a:schemeClr val="tx1"/>
                          </a:solidFill>
                          <a:effectLst/>
                          <a:latin typeface="+mn-lt"/>
                          <a:ea typeface="+mn-ea"/>
                          <a:cs typeface="+mn-ea"/>
                          <a:sym typeface="+mn-lt"/>
                        </a:rPr>
                      </a:br>
                      <a:endParaRPr lang="zh-CN" altLang="en-US" sz="600" b="0" i="0" u="none" strike="noStrike" kern="1200">
                        <a:solidFill>
                          <a:srgbClr val="000000"/>
                        </a:solidFill>
                        <a:effectLst/>
                        <a:latin typeface="+mn-lt"/>
                        <a:ea typeface="+mn-ea"/>
                        <a:cs typeface="+mn-ea"/>
                        <a:sym typeface="+mn-lt"/>
                      </a:endParaRPr>
                    </a:p>
                  </a:txBody>
                  <a:tcPr marL="6350" marR="6350" marT="635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1218987" rtl="0" eaLnBrk="1" fontAlgn="ctr" latinLnBrk="0" hangingPunct="1"/>
                      <a:endParaRPr lang="zh-CN" altLang="en-US" sz="600" b="0" i="0" u="none" strike="noStrike" kern="1200">
                        <a:solidFill>
                          <a:srgbClr val="000000"/>
                        </a:solidFill>
                        <a:effectLst/>
                        <a:latin typeface="+mn-lt"/>
                        <a:ea typeface="+mn-ea"/>
                        <a:cs typeface="+mn-ea"/>
                        <a:sym typeface="+mn-lt"/>
                      </a:endParaRPr>
                    </a:p>
                  </a:txBody>
                  <a:tcPr marL="6350" marR="6350" marT="635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17184314"/>
                  </a:ext>
                </a:extLst>
              </a:tr>
            </a:tbl>
          </a:graphicData>
        </a:graphic>
      </p:graphicFrame>
      <p:sp>
        <p:nvSpPr>
          <p:cNvPr id="7" name="矩形 6">
            <a:extLst>
              <a:ext uri="{FF2B5EF4-FFF2-40B4-BE49-F238E27FC236}">
                <a16:creationId xmlns:a16="http://schemas.microsoft.com/office/drawing/2014/main" id="{3BE8C3EB-9EE6-9D52-6F31-1F026B568977}"/>
              </a:ext>
            </a:extLst>
          </p:cNvPr>
          <p:cNvSpPr/>
          <p:nvPr/>
        </p:nvSpPr>
        <p:spPr>
          <a:xfrm>
            <a:off x="4343399" y="2799389"/>
            <a:ext cx="2391311" cy="760608"/>
          </a:xfrm>
          <a:prstGeom prst="rect">
            <a:avLst/>
          </a:prstGeom>
          <a:noFill/>
          <a:ln>
            <a:solidFill>
              <a:schemeClr val="accent4">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5E4A84C0-0DC1-8FAD-5C7A-788F01F60DB6}"/>
              </a:ext>
            </a:extLst>
          </p:cNvPr>
          <p:cNvSpPr txBox="1"/>
          <p:nvPr/>
        </p:nvSpPr>
        <p:spPr>
          <a:xfrm>
            <a:off x="5366536" y="2512500"/>
            <a:ext cx="1198651" cy="276999"/>
          </a:xfrm>
          <a:prstGeom prst="rect">
            <a:avLst/>
          </a:prstGeom>
          <a:noFill/>
        </p:spPr>
        <p:txBody>
          <a:bodyPr wrap="square" rtlCol="0">
            <a:spAutoFit/>
          </a:bodyPr>
          <a:lstStyle/>
          <a:p>
            <a:r>
              <a:rPr lang="zh-CN" altLang="en-US" sz="1200" b="1">
                <a:solidFill>
                  <a:schemeClr val="accent4"/>
                </a:solidFill>
                <a:latin typeface="Arial" pitchFamily="34" charset="0"/>
                <a:cs typeface="Arial" pitchFamily="34" charset="0"/>
              </a:rPr>
              <a:t>风险的检查点</a:t>
            </a:r>
          </a:p>
        </p:txBody>
      </p:sp>
      <p:sp>
        <p:nvSpPr>
          <p:cNvPr id="16" name="矩形 15">
            <a:extLst>
              <a:ext uri="{FF2B5EF4-FFF2-40B4-BE49-F238E27FC236}">
                <a16:creationId xmlns:a16="http://schemas.microsoft.com/office/drawing/2014/main" id="{7D262F06-F132-C9B1-32A8-1E33E3C6CA52}"/>
              </a:ext>
            </a:extLst>
          </p:cNvPr>
          <p:cNvSpPr/>
          <p:nvPr/>
        </p:nvSpPr>
        <p:spPr>
          <a:xfrm>
            <a:off x="9581079" y="2799389"/>
            <a:ext cx="2209151" cy="760608"/>
          </a:xfrm>
          <a:prstGeom prst="rect">
            <a:avLst/>
          </a:prstGeom>
          <a:noFill/>
          <a:ln>
            <a:solidFill>
              <a:schemeClr val="accent4">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6180C179-1FBE-0B1D-75BD-6FB95A407F7D}"/>
              </a:ext>
            </a:extLst>
          </p:cNvPr>
          <p:cNvSpPr txBox="1"/>
          <p:nvPr/>
        </p:nvSpPr>
        <p:spPr>
          <a:xfrm>
            <a:off x="9519436" y="2512500"/>
            <a:ext cx="1198651" cy="276999"/>
          </a:xfrm>
          <a:prstGeom prst="rect">
            <a:avLst/>
          </a:prstGeom>
          <a:noFill/>
        </p:spPr>
        <p:txBody>
          <a:bodyPr wrap="square" rtlCol="0">
            <a:spAutoFit/>
          </a:bodyPr>
          <a:lstStyle/>
          <a:p>
            <a:r>
              <a:rPr lang="zh-CN" altLang="en-US" sz="1200" b="1">
                <a:solidFill>
                  <a:schemeClr val="accent4"/>
                </a:solidFill>
                <a:latin typeface="Arial" pitchFamily="34" charset="0"/>
                <a:cs typeface="Arial" pitchFamily="34" charset="0"/>
              </a:rPr>
              <a:t>风险的知识点</a:t>
            </a:r>
          </a:p>
        </p:txBody>
      </p:sp>
      <p:sp>
        <p:nvSpPr>
          <p:cNvPr id="18" name="矩形 17">
            <a:extLst>
              <a:ext uri="{FF2B5EF4-FFF2-40B4-BE49-F238E27FC236}">
                <a16:creationId xmlns:a16="http://schemas.microsoft.com/office/drawing/2014/main" id="{8E8DBBF2-71B3-4EC8-7FC7-E1D5D5401474}"/>
              </a:ext>
            </a:extLst>
          </p:cNvPr>
          <p:cNvSpPr/>
          <p:nvPr/>
        </p:nvSpPr>
        <p:spPr>
          <a:xfrm>
            <a:off x="548783" y="2802145"/>
            <a:ext cx="3244887" cy="760608"/>
          </a:xfrm>
          <a:prstGeom prst="rect">
            <a:avLst/>
          </a:prstGeom>
          <a:noFill/>
          <a:ln>
            <a:solidFill>
              <a:schemeClr val="accent4">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85EE800A-3300-8056-5D22-B8A45B9F1B3B}"/>
              </a:ext>
            </a:extLst>
          </p:cNvPr>
          <p:cNvSpPr txBox="1"/>
          <p:nvPr/>
        </p:nvSpPr>
        <p:spPr>
          <a:xfrm>
            <a:off x="534350" y="2522390"/>
            <a:ext cx="3128693" cy="276999"/>
          </a:xfrm>
          <a:prstGeom prst="rect">
            <a:avLst/>
          </a:prstGeom>
          <a:noFill/>
        </p:spPr>
        <p:txBody>
          <a:bodyPr wrap="square" rtlCol="0">
            <a:spAutoFit/>
          </a:bodyPr>
          <a:lstStyle/>
          <a:p>
            <a:r>
              <a:rPr lang="zh-CN" altLang="en-US" sz="1200" b="1">
                <a:solidFill>
                  <a:schemeClr val="accent4"/>
                </a:solidFill>
                <a:latin typeface="Arial" pitchFamily="34" charset="0"/>
                <a:cs typeface="Arial" pitchFamily="34" charset="0"/>
              </a:rPr>
              <a:t>风险的业务、产品线、类别、位置等</a:t>
            </a:r>
          </a:p>
        </p:txBody>
      </p:sp>
      <p:graphicFrame>
        <p:nvGraphicFramePr>
          <p:cNvPr id="9" name="表格 8">
            <a:extLst>
              <a:ext uri="{FF2B5EF4-FFF2-40B4-BE49-F238E27FC236}">
                <a16:creationId xmlns:a16="http://schemas.microsoft.com/office/drawing/2014/main" id="{3A05DF91-8FC7-FBC3-8921-C73AF358102E}"/>
              </a:ext>
            </a:extLst>
          </p:cNvPr>
          <p:cNvGraphicFramePr>
            <a:graphicFrameLocks noGrp="1"/>
          </p:cNvGraphicFramePr>
          <p:nvPr>
            <p:extLst>
              <p:ext uri="{D42A27DB-BD31-4B8C-83A1-F6EECF244321}">
                <p14:modId xmlns:p14="http://schemas.microsoft.com/office/powerpoint/2010/main" val="4098811849"/>
              </p:ext>
            </p:extLst>
          </p:nvPr>
        </p:nvGraphicFramePr>
        <p:xfrm>
          <a:off x="234949" y="4994363"/>
          <a:ext cx="11461749" cy="1269584"/>
        </p:xfrm>
        <a:graphic>
          <a:graphicData uri="http://schemas.openxmlformats.org/drawingml/2006/table">
            <a:tbl>
              <a:tblPr firstRow="1" bandRow="1">
                <a:tableStyleId>{5C22544A-7EE6-4342-B048-85BDC9FD1C3A}</a:tableStyleId>
              </a:tblPr>
              <a:tblGrid>
                <a:gridCol w="651791">
                  <a:extLst>
                    <a:ext uri="{9D8B030D-6E8A-4147-A177-3AD203B41FA5}">
                      <a16:colId xmlns:a16="http://schemas.microsoft.com/office/drawing/2014/main" val="1799186677"/>
                    </a:ext>
                  </a:extLst>
                </a:gridCol>
                <a:gridCol w="2852239">
                  <a:extLst>
                    <a:ext uri="{9D8B030D-6E8A-4147-A177-3AD203B41FA5}">
                      <a16:colId xmlns:a16="http://schemas.microsoft.com/office/drawing/2014/main" val="4175029129"/>
                    </a:ext>
                  </a:extLst>
                </a:gridCol>
                <a:gridCol w="2852239">
                  <a:extLst>
                    <a:ext uri="{9D8B030D-6E8A-4147-A177-3AD203B41FA5}">
                      <a16:colId xmlns:a16="http://schemas.microsoft.com/office/drawing/2014/main" val="2345139635"/>
                    </a:ext>
                  </a:extLst>
                </a:gridCol>
                <a:gridCol w="2552740">
                  <a:extLst>
                    <a:ext uri="{9D8B030D-6E8A-4147-A177-3AD203B41FA5}">
                      <a16:colId xmlns:a16="http://schemas.microsoft.com/office/drawing/2014/main" val="3512248122"/>
                    </a:ext>
                  </a:extLst>
                </a:gridCol>
                <a:gridCol w="2552740">
                  <a:extLst>
                    <a:ext uri="{9D8B030D-6E8A-4147-A177-3AD203B41FA5}">
                      <a16:colId xmlns:a16="http://schemas.microsoft.com/office/drawing/2014/main" val="1805710230"/>
                    </a:ext>
                  </a:extLst>
                </a:gridCol>
              </a:tblGrid>
              <a:tr h="255821">
                <a:tc>
                  <a:txBody>
                    <a:bodyPr/>
                    <a:lstStyle/>
                    <a:p>
                      <a:pPr algn="ctr"/>
                      <a:r>
                        <a:rPr lang="zh-CN" altLang="en-US" sz="1000">
                          <a:latin typeface="微软雅黑" panose="020B0503020204020204" pitchFamily="34" charset="-122"/>
                          <a:ea typeface="微软雅黑" panose="020B0503020204020204" pitchFamily="34" charset="-122"/>
                        </a:rPr>
                        <a:t>分类</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E8DDD"/>
                    </a:solidFill>
                  </a:tcPr>
                </a:tc>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lang="zh-CN" altLang="en-US" sz="1000" b="1" i="0" kern="1200">
                          <a:solidFill>
                            <a:schemeClr val="lt1"/>
                          </a:solidFill>
                          <a:effectLst/>
                          <a:latin typeface="微软雅黑" panose="020B0503020204020204" pitchFamily="34" charset="-122"/>
                          <a:ea typeface="微软雅黑" panose="020B0503020204020204" pitchFamily="34" charset="-122"/>
                          <a:cs typeface="+mn-cs"/>
                        </a:rPr>
                        <a:t>智能适配</a:t>
                      </a:r>
                      <a:r>
                        <a:rPr lang="en-US" altLang="zh-CN" sz="1000" b="1" i="0" kern="1200">
                          <a:solidFill>
                            <a:schemeClr val="lt1"/>
                          </a:solidFill>
                          <a:effectLst/>
                          <a:latin typeface="微软雅黑" panose="020B0503020204020204" pitchFamily="34" charset="-122"/>
                          <a:ea typeface="微软雅黑" panose="020B0503020204020204" pitchFamily="34" charset="-122"/>
                          <a:cs typeface="+mn-cs"/>
                        </a:rPr>
                        <a:t>QMP</a:t>
                      </a:r>
                      <a:endParaRPr lang="zh-CN" altLang="en-US" sz="1000" b="1" i="0" kern="1200">
                        <a:solidFill>
                          <a:schemeClr val="lt1"/>
                        </a:solidFill>
                        <a:effectLst/>
                        <a:latin typeface="微软雅黑" panose="020B0503020204020204" pitchFamily="34" charset="-122"/>
                        <a:ea typeface="微软雅黑" panose="020B0503020204020204" pitchFamily="34" charset="-122"/>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E8DDD"/>
                    </a:solidFill>
                  </a:tcPr>
                </a:tc>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lang="zh-CN" altLang="en-US" sz="1000" b="1" i="0" kern="1200">
                          <a:solidFill>
                            <a:schemeClr val="lt1"/>
                          </a:solidFill>
                          <a:effectLst/>
                          <a:latin typeface="微软雅黑" panose="020B0503020204020204" pitchFamily="34" charset="-122"/>
                          <a:ea typeface="微软雅黑" panose="020B0503020204020204" pitchFamily="34" charset="-122"/>
                          <a:cs typeface="+mn-cs"/>
                        </a:rPr>
                        <a:t>智能化检索</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E8DDD"/>
                    </a:solidFill>
                  </a:tcPr>
                </a:tc>
                <a:tc>
                  <a:txBody>
                    <a:bodyPr/>
                    <a:lstStyle/>
                    <a:p>
                      <a:pPr algn="ctr" rtl="0" eaLnBrk="1" fontAlgn="auto" latinLnBrk="0" hangingPunct="1"/>
                      <a:r>
                        <a:rPr lang="zh-CN" altLang="zh-CN" sz="1000" b="1" i="0" kern="1200">
                          <a:solidFill>
                            <a:schemeClr val="lt1"/>
                          </a:solidFill>
                          <a:effectLst/>
                          <a:latin typeface="微软雅黑" panose="020B0503020204020204" pitchFamily="34" charset="-122"/>
                          <a:ea typeface="微软雅黑" panose="020B0503020204020204" pitchFamily="34" charset="-122"/>
                          <a:cs typeface="+mn-cs"/>
                        </a:rPr>
                        <a:t>智能化</a:t>
                      </a:r>
                      <a:r>
                        <a:rPr lang="zh-CN" altLang="en-US" sz="1000" b="1" i="0" kern="1200">
                          <a:solidFill>
                            <a:schemeClr val="lt1"/>
                          </a:solidFill>
                          <a:effectLst/>
                          <a:latin typeface="微软雅黑" panose="020B0503020204020204" pitchFamily="34" charset="-122"/>
                          <a:ea typeface="微软雅黑" panose="020B0503020204020204" pitchFamily="34" charset="-122"/>
                          <a:cs typeface="+mn-cs"/>
                        </a:rPr>
                        <a:t>推荐</a:t>
                      </a:r>
                      <a:endParaRPr lang="zh-CN" altLang="zh-CN" sz="1000">
                        <a:effectLst/>
                        <a:latin typeface="微软雅黑" panose="020B0503020204020204" pitchFamily="34" charset="-122"/>
                        <a:ea typeface="微软雅黑" panose="020B0503020204020204"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E8DDD"/>
                    </a:solidFill>
                  </a:tcPr>
                </a:tc>
                <a:tc>
                  <a:txBody>
                    <a:bodyPr/>
                    <a:lstStyle/>
                    <a:p>
                      <a:pPr algn="ctr"/>
                      <a:r>
                        <a:rPr lang="zh-CN" altLang="en-US" sz="1000" b="1" i="0" kern="1200">
                          <a:solidFill>
                            <a:schemeClr val="lt1"/>
                          </a:solidFill>
                          <a:effectLst/>
                          <a:latin typeface="微软雅黑" panose="020B0503020204020204" pitchFamily="34" charset="-122"/>
                          <a:ea typeface="微软雅黑" panose="020B0503020204020204" pitchFamily="34" charset="-122"/>
                          <a:cs typeface="+mn-cs"/>
                        </a:rPr>
                        <a:t>智能化内容维护</a:t>
                      </a:r>
                      <a:endParaRPr lang="zh-CN" altLang="en-US" sz="1000">
                        <a:latin typeface="微软雅黑" panose="020B0503020204020204" pitchFamily="34" charset="-122"/>
                        <a:ea typeface="微软雅黑" panose="020B0503020204020204"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E8DDD"/>
                    </a:solidFill>
                  </a:tcPr>
                </a:tc>
                <a:extLst>
                  <a:ext uri="{0D108BD9-81ED-4DB2-BD59-A6C34878D82A}">
                    <a16:rowId xmlns:a16="http://schemas.microsoft.com/office/drawing/2014/main" val="2163929005"/>
                  </a:ext>
                </a:extLst>
              </a:tr>
              <a:tr h="1013763">
                <a:tc>
                  <a:txBody>
                    <a:bodyPr/>
                    <a:lstStyle/>
                    <a:p>
                      <a:r>
                        <a:rPr lang="zh-CN" altLang="en-US" sz="1000">
                          <a:latin typeface="微软雅黑" panose="020B0503020204020204" pitchFamily="34" charset="-122"/>
                          <a:ea typeface="微软雅黑" panose="020B0503020204020204" pitchFamily="34" charset="-122"/>
                        </a:rPr>
                        <a:t>目标功能</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buFont typeface="Wingdings" panose="05000000000000000000" pitchFamily="2" charset="2"/>
                        <a:buChar char="ü"/>
                      </a:pPr>
                      <a:r>
                        <a:rPr lang="zh-CN" altLang="en-US" sz="1000" b="0" i="0" kern="1200">
                          <a:solidFill>
                            <a:schemeClr val="dk1"/>
                          </a:solidFill>
                          <a:effectLst/>
                          <a:latin typeface="微软雅黑" panose="020B0503020204020204" pitchFamily="34" charset="-122"/>
                          <a:ea typeface="微软雅黑" panose="020B0503020204020204" pitchFamily="34" charset="-122"/>
                          <a:cs typeface="+mn-cs"/>
                        </a:rPr>
                        <a:t>根据产品信息智能匹配并分发任务</a:t>
                      </a:r>
                      <a:endParaRPr lang="en-US" altLang="zh-CN" sz="1000" b="0" i="0" kern="1200">
                        <a:solidFill>
                          <a:schemeClr val="dk1"/>
                        </a:solidFill>
                        <a:effectLst/>
                        <a:latin typeface="微软雅黑" panose="020B0503020204020204" pitchFamily="34" charset="-122"/>
                        <a:ea typeface="微软雅黑" panose="020B0503020204020204" pitchFamily="34" charset="-122"/>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buFont typeface="Wingdings" panose="05000000000000000000" pitchFamily="2" charset="2"/>
                        <a:buChar char="ü"/>
                      </a:pPr>
                      <a:r>
                        <a:rPr lang="zh-CN" altLang="en-US" sz="1000" b="0" i="0" kern="1200">
                          <a:solidFill>
                            <a:schemeClr val="dk1"/>
                          </a:solidFill>
                          <a:effectLst/>
                          <a:latin typeface="微软雅黑" panose="020B0503020204020204" pitchFamily="34" charset="-122"/>
                          <a:ea typeface="微软雅黑" panose="020B0503020204020204" pitchFamily="34" charset="-122"/>
                          <a:cs typeface="+mn-cs"/>
                        </a:rPr>
                        <a:t>精准匹配知识库内容并返回结构化查询结果</a:t>
                      </a:r>
                      <a:endParaRPr lang="en-US" altLang="zh-CN" sz="1000" b="0" i="0" kern="1200">
                        <a:solidFill>
                          <a:schemeClr val="dk1"/>
                        </a:solidFill>
                        <a:effectLst/>
                        <a:latin typeface="微软雅黑" panose="020B0503020204020204" pitchFamily="34" charset="-122"/>
                        <a:ea typeface="微软雅黑" panose="020B0503020204020204" pitchFamily="34" charset="-122"/>
                        <a:cs typeface="+mn-cs"/>
                      </a:endParaRPr>
                    </a:p>
                    <a:p>
                      <a:pPr marL="171450" indent="-171450">
                        <a:buFont typeface="Wingdings" panose="05000000000000000000" pitchFamily="2" charset="2"/>
                        <a:buChar char="ü"/>
                      </a:pPr>
                      <a:r>
                        <a:rPr lang="zh-CN" altLang="en-US" sz="1000" b="0" i="0" kern="1200">
                          <a:solidFill>
                            <a:schemeClr val="dk1"/>
                          </a:solidFill>
                          <a:effectLst/>
                          <a:latin typeface="微软雅黑" panose="020B0503020204020204" pitchFamily="34" charset="-122"/>
                          <a:ea typeface="微软雅黑" panose="020B0503020204020204" pitchFamily="34" charset="-122"/>
                          <a:cs typeface="+mn-cs"/>
                        </a:rPr>
                        <a:t>支持多轮对话式检索</a:t>
                      </a:r>
                      <a:endParaRPr lang="en-US" altLang="zh-CN" sz="1000" b="1" i="0" kern="1200">
                        <a:solidFill>
                          <a:schemeClr val="dk1"/>
                        </a:solidFill>
                        <a:effectLst/>
                        <a:latin typeface="微软雅黑" panose="020B0503020204020204" pitchFamily="34" charset="-122"/>
                        <a:ea typeface="微软雅黑" panose="020B0503020204020204" pitchFamily="34" charset="-122"/>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1218987" rtl="0" eaLnBrk="1" latinLnBrk="0" hangingPunct="1"/>
                      <a:r>
                        <a:rPr lang="zh-CN" altLang="en-US" sz="1000" b="0" i="0" kern="1200">
                          <a:solidFill>
                            <a:schemeClr val="dk1"/>
                          </a:solidFill>
                          <a:effectLst/>
                          <a:latin typeface="微软雅黑" panose="020B0503020204020204" pitchFamily="34" charset="-122"/>
                          <a:ea typeface="微软雅黑" panose="020B0503020204020204" pitchFamily="34" charset="-122"/>
                          <a:cs typeface="+mn-cs"/>
                        </a:rPr>
                        <a:t>根据用户岗位、操作历史</a:t>
                      </a:r>
                      <a:r>
                        <a:rPr lang="en-US" altLang="zh-CN" sz="1000" b="0" i="0" kern="1200">
                          <a:solidFill>
                            <a:schemeClr val="dk1"/>
                          </a:solidFill>
                          <a:effectLst/>
                          <a:latin typeface="微软雅黑" panose="020B0503020204020204" pitchFamily="34" charset="-122"/>
                          <a:ea typeface="微软雅黑" panose="020B0503020204020204" pitchFamily="34" charset="-122"/>
                          <a:cs typeface="+mn-cs"/>
                        </a:rPr>
                        <a:t>,Issue </a:t>
                      </a:r>
                      <a:r>
                        <a:rPr lang="zh-CN" altLang="en-US" sz="1000" b="0" i="0" kern="1200">
                          <a:solidFill>
                            <a:schemeClr val="dk1"/>
                          </a:solidFill>
                          <a:effectLst/>
                          <a:latin typeface="微软雅黑" panose="020B0503020204020204" pitchFamily="34" charset="-122"/>
                          <a:ea typeface="微软雅黑" panose="020B0503020204020204" pitchFamily="34" charset="-122"/>
                          <a:cs typeface="+mn-cs"/>
                        </a:rPr>
                        <a:t>描述等信息</a:t>
                      </a:r>
                      <a:endParaRPr lang="en-US" altLang="zh-CN" sz="1000" b="0" i="0" kern="1200">
                        <a:solidFill>
                          <a:schemeClr val="dk1"/>
                        </a:solidFill>
                        <a:effectLst/>
                        <a:latin typeface="微软雅黑" panose="020B0503020204020204" pitchFamily="34" charset="-122"/>
                        <a:ea typeface="微软雅黑" panose="020B0503020204020204" pitchFamily="34" charset="-122"/>
                        <a:cs typeface="+mn-cs"/>
                      </a:endParaRPr>
                    </a:p>
                    <a:p>
                      <a:pPr marL="0" algn="l" defTabSz="1218987" rtl="0" eaLnBrk="1" latinLnBrk="0" hangingPunct="1"/>
                      <a:endParaRPr lang="en-US" altLang="zh-CN" sz="1000" b="0" i="0" kern="1200">
                        <a:solidFill>
                          <a:schemeClr val="dk1"/>
                        </a:solidFill>
                        <a:effectLst/>
                        <a:latin typeface="微软雅黑" panose="020B0503020204020204" pitchFamily="34" charset="-122"/>
                        <a:ea typeface="微软雅黑" panose="020B0503020204020204" pitchFamily="34" charset="-122"/>
                        <a:cs typeface="+mn-cs"/>
                      </a:endParaRPr>
                    </a:p>
                    <a:p>
                      <a:pPr marL="171450" indent="-171450" algn="l" defTabSz="1218987" rtl="0" eaLnBrk="1" latinLnBrk="0" hangingPunct="1">
                        <a:lnSpc>
                          <a:spcPct val="100000"/>
                        </a:lnSpc>
                        <a:buFont typeface="Wingdings" panose="05000000000000000000" pitchFamily="2" charset="2"/>
                        <a:buChar char="ü"/>
                      </a:pPr>
                      <a:r>
                        <a:rPr lang="zh-CN" altLang="en-US" sz="1000" b="0" i="0" kern="1200">
                          <a:solidFill>
                            <a:schemeClr val="dk1"/>
                          </a:solidFill>
                          <a:effectLst/>
                          <a:latin typeface="微软雅黑" panose="020B0503020204020204" pitchFamily="34" charset="-122"/>
                          <a:ea typeface="微软雅黑" panose="020B0503020204020204" pitchFamily="34" charset="-122"/>
                          <a:cs typeface="+mn-cs"/>
                        </a:rPr>
                        <a:t>主动推送关联知识内容</a:t>
                      </a:r>
                      <a:endParaRPr lang="en-US" altLang="zh-CN" sz="1000" b="0" i="0" kern="1200">
                        <a:solidFill>
                          <a:schemeClr val="dk1"/>
                        </a:solidFill>
                        <a:effectLst/>
                        <a:latin typeface="微软雅黑" panose="020B0503020204020204" pitchFamily="34" charset="-122"/>
                        <a:ea typeface="微软雅黑" panose="020B0503020204020204" pitchFamily="34" charset="-122"/>
                        <a:cs typeface="+mn-cs"/>
                      </a:endParaRPr>
                    </a:p>
                    <a:p>
                      <a:pPr marL="171450" indent="-171450" algn="l" defTabSz="1218987" rtl="0" eaLnBrk="1" latinLnBrk="0" hangingPunct="1">
                        <a:lnSpc>
                          <a:spcPct val="100000"/>
                        </a:lnSpc>
                        <a:buFont typeface="Wingdings" panose="05000000000000000000" pitchFamily="2" charset="2"/>
                        <a:buChar char="ü"/>
                      </a:pPr>
                      <a:r>
                        <a:rPr lang="zh-CN" altLang="en-US" sz="1000" b="0" i="0" kern="1200">
                          <a:solidFill>
                            <a:schemeClr val="dk1"/>
                          </a:solidFill>
                          <a:effectLst/>
                          <a:latin typeface="微软雅黑" panose="020B0503020204020204" pitchFamily="34" charset="-122"/>
                          <a:ea typeface="微软雅黑" panose="020B0503020204020204" pitchFamily="34" charset="-122"/>
                          <a:cs typeface="+mn-cs"/>
                        </a:rPr>
                        <a:t>主动推送变更信息</a:t>
                      </a:r>
                      <a:endParaRPr lang="en-US" altLang="zh-CN" sz="1000" b="0" i="0" kern="1200">
                        <a:solidFill>
                          <a:schemeClr val="dk1"/>
                        </a:solidFill>
                        <a:effectLst/>
                        <a:latin typeface="微软雅黑" panose="020B0503020204020204" pitchFamily="34" charset="-122"/>
                        <a:ea typeface="微软雅黑" panose="020B0503020204020204" pitchFamily="34" charset="-122"/>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lang="zh-CN" altLang="en-US" sz="1000" b="0" i="0" kern="1200">
                          <a:solidFill>
                            <a:schemeClr val="dk1"/>
                          </a:solidFill>
                          <a:effectLst/>
                          <a:latin typeface="微软雅黑" panose="020B0503020204020204" pitchFamily="34" charset="-122"/>
                          <a:ea typeface="微软雅黑" panose="020B0503020204020204" pitchFamily="34" charset="-122"/>
                          <a:cs typeface="+mn-cs"/>
                        </a:rPr>
                        <a:t>实时监测知识库内容时效性</a:t>
                      </a:r>
                      <a:endParaRPr lang="en-US" altLang="zh-CN" sz="1000" b="0" i="0" kern="1200">
                        <a:solidFill>
                          <a:schemeClr val="dk1"/>
                        </a:solidFill>
                        <a:effectLst/>
                        <a:latin typeface="微软雅黑" panose="020B0503020204020204" pitchFamily="34" charset="-122"/>
                        <a:ea typeface="微软雅黑" panose="020B0503020204020204" pitchFamily="34" charset="-122"/>
                        <a:cs typeface="+mn-cs"/>
                      </a:endParaRPr>
                    </a:p>
                    <a:p>
                      <a:pPr marL="0" marR="0" lvl="0" indent="0" algn="l" defTabSz="1218987" rtl="0" eaLnBrk="1" fontAlgn="auto" latinLnBrk="0" hangingPunct="1">
                        <a:lnSpc>
                          <a:spcPct val="100000"/>
                        </a:lnSpc>
                        <a:spcBef>
                          <a:spcPts val="0"/>
                        </a:spcBef>
                        <a:spcAft>
                          <a:spcPts val="0"/>
                        </a:spcAft>
                        <a:buClrTx/>
                        <a:buSzTx/>
                        <a:buFontTx/>
                        <a:buNone/>
                        <a:tabLst/>
                        <a:defRPr/>
                      </a:pPr>
                      <a:endParaRPr lang="en-US" altLang="zh-CN" sz="1000" b="0" i="0" kern="1200">
                        <a:solidFill>
                          <a:schemeClr val="dk1"/>
                        </a:solidFill>
                        <a:effectLst/>
                        <a:latin typeface="微软雅黑" panose="020B0503020204020204" pitchFamily="34" charset="-122"/>
                        <a:ea typeface="微软雅黑" panose="020B0503020204020204" pitchFamily="34" charset="-122"/>
                        <a:cs typeface="+mn-cs"/>
                      </a:endParaRPr>
                    </a:p>
                    <a:p>
                      <a:pPr marL="171450" marR="0" lvl="0" indent="-171450" algn="l" defTabSz="1218987"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zh-CN" altLang="en-US" sz="1000" b="0" i="0" kern="1200">
                          <a:solidFill>
                            <a:schemeClr val="dk1"/>
                          </a:solidFill>
                          <a:effectLst/>
                          <a:latin typeface="微软雅黑" panose="020B0503020204020204" pitchFamily="34" charset="-122"/>
                          <a:ea typeface="微软雅黑" panose="020B0503020204020204" pitchFamily="34" charset="-122"/>
                          <a:cs typeface="+mn-cs"/>
                        </a:rPr>
                        <a:t>标记陈旧文档并触发更新流程</a:t>
                      </a:r>
                      <a:endParaRPr lang="zh-CN" altLang="en-US" sz="1000">
                        <a:latin typeface="微软雅黑" panose="020B0503020204020204" pitchFamily="34" charset="-122"/>
                        <a:ea typeface="微软雅黑" panose="020B0503020204020204" pitchFamily="34" charset="-122"/>
                      </a:endParaRPr>
                    </a:p>
                    <a:p>
                      <a:pPr marL="171450" marR="0" lvl="0" indent="-171450" algn="l" defTabSz="1218987"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zh-CN" altLang="en-US" sz="1000" b="0" i="0" kern="1200">
                          <a:solidFill>
                            <a:schemeClr val="dk1"/>
                          </a:solidFill>
                          <a:effectLst/>
                          <a:latin typeface="微软雅黑" panose="020B0503020204020204" pitchFamily="34" charset="-122"/>
                          <a:ea typeface="微软雅黑" panose="020B0503020204020204" pitchFamily="34" charset="-122"/>
                          <a:cs typeface="+mn-cs"/>
                        </a:rPr>
                        <a:t>自动沉淀客户咨询中的高频问题至知识库</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50047150"/>
                  </a:ext>
                </a:extLst>
              </a:tr>
            </a:tbl>
          </a:graphicData>
        </a:graphic>
      </p:graphicFrame>
      <p:sp>
        <p:nvSpPr>
          <p:cNvPr id="10" name="文本框 9">
            <a:extLst>
              <a:ext uri="{FF2B5EF4-FFF2-40B4-BE49-F238E27FC236}">
                <a16:creationId xmlns:a16="http://schemas.microsoft.com/office/drawing/2014/main" id="{7405BEAA-B090-C729-11A5-2BB8BE53BAE9}"/>
              </a:ext>
            </a:extLst>
          </p:cNvPr>
          <p:cNvSpPr txBox="1"/>
          <p:nvPr/>
        </p:nvSpPr>
        <p:spPr>
          <a:xfrm>
            <a:off x="165099" y="4549269"/>
            <a:ext cx="1701801" cy="338554"/>
          </a:xfrm>
          <a:prstGeom prst="rect">
            <a:avLst/>
          </a:prstGeom>
          <a:noFill/>
        </p:spPr>
        <p:txBody>
          <a:bodyPr wrap="square" rtlCol="0">
            <a:spAutoFit/>
          </a:bodyPr>
          <a:lstStyle/>
          <a:p>
            <a:r>
              <a:rPr lang="zh-CN" altLang="en-US" sz="1600">
                <a:latin typeface="Arial" pitchFamily="34" charset="0"/>
                <a:cs typeface="Arial" pitchFamily="34" charset="0"/>
              </a:rPr>
              <a:t>智能查询：</a:t>
            </a:r>
          </a:p>
        </p:txBody>
      </p:sp>
    </p:spTree>
    <p:extLst>
      <p:ext uri="{BB962C8B-B14F-4D97-AF65-F5344CB8AC3E}">
        <p14:creationId xmlns:p14="http://schemas.microsoft.com/office/powerpoint/2010/main" val="310603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A6B18-84C5-A6E0-CB19-EAABFF5594F3}"/>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77FDBD57-9C15-772D-16B5-5DFB202D20F4}"/>
              </a:ext>
            </a:extLst>
          </p:cNvPr>
          <p:cNvSpPr>
            <a:spLocks noGrp="1"/>
          </p:cNvSpPr>
          <p:nvPr>
            <p:ph type="title"/>
          </p:nvPr>
        </p:nvSpPr>
        <p:spPr/>
        <p:txBody>
          <a:bodyPr wrap="square" lIns="0" tIns="0" rIns="0" bIns="0" anchor="ctr" anchorCtr="0"/>
          <a:lstStyle/>
          <a:p>
            <a:r>
              <a:rPr lang="zh-CN" altLang="en-US" sz="2800" b="1">
                <a:latin typeface="+mn-lt"/>
                <a:cs typeface="+mn-ea"/>
                <a:sym typeface="+mn-lt"/>
              </a:rPr>
              <a:t>质量智能体</a:t>
            </a:r>
            <a:r>
              <a:rPr lang="en-US" altLang="zh-CN" sz="2800" b="1">
                <a:latin typeface="+mn-lt"/>
                <a:cs typeface="+mn-ea"/>
                <a:sym typeface="+mn-lt"/>
              </a:rPr>
              <a:t>_</a:t>
            </a:r>
            <a:r>
              <a:rPr lang="zh-CN" altLang="en-US" sz="2800" b="1">
                <a:latin typeface="+mn-lt"/>
                <a:cs typeface="+mn-ea"/>
                <a:sym typeface="+mn-lt"/>
              </a:rPr>
              <a:t>基于知识库的质量解决方案</a:t>
            </a:r>
            <a:r>
              <a:rPr lang="en-US" altLang="zh-CN" sz="2800" b="1">
                <a:latin typeface="+mn-lt"/>
                <a:cs typeface="+mn-ea"/>
                <a:sym typeface="+mn-lt"/>
              </a:rPr>
              <a:t>_QP</a:t>
            </a:r>
            <a:r>
              <a:rPr lang="zh-CN" altLang="en-US" sz="2800" b="1">
                <a:latin typeface="+mn-lt"/>
                <a:cs typeface="+mn-ea"/>
                <a:sym typeface="+mn-lt"/>
              </a:rPr>
              <a:t>文件比对</a:t>
            </a:r>
            <a:r>
              <a:rPr lang="en-US" altLang="zh-CN" sz="2800" b="1">
                <a:latin typeface="+mn-lt"/>
                <a:cs typeface="+mn-ea"/>
                <a:sym typeface="+mn-lt"/>
              </a:rPr>
              <a:t>(</a:t>
            </a:r>
            <a:r>
              <a:rPr lang="zh-CN" altLang="en-US" sz="2800" b="1">
                <a:latin typeface="+mn-lt"/>
                <a:cs typeface="+mn-ea"/>
                <a:sym typeface="+mn-lt"/>
              </a:rPr>
              <a:t>多个文件</a:t>
            </a:r>
            <a:r>
              <a:rPr lang="en-US" altLang="zh-CN" sz="2800" b="1">
                <a:latin typeface="+mn-lt"/>
                <a:cs typeface="+mn-ea"/>
                <a:sym typeface="+mn-lt"/>
              </a:rPr>
              <a:t>)</a:t>
            </a:r>
            <a:endParaRPr lang="zh-CN" altLang="en-US" sz="2800" b="1">
              <a:latin typeface="+mn-lt"/>
              <a:cs typeface="+mn-ea"/>
              <a:sym typeface="+mn-lt"/>
            </a:endParaRPr>
          </a:p>
        </p:txBody>
      </p:sp>
      <p:sp>
        <p:nvSpPr>
          <p:cNvPr id="35" name="流程图: 磁盘 34">
            <a:extLst>
              <a:ext uri="{FF2B5EF4-FFF2-40B4-BE49-F238E27FC236}">
                <a16:creationId xmlns:a16="http://schemas.microsoft.com/office/drawing/2014/main" id="{95A086DD-A6AC-4DF2-CFA9-62EF81186B68}"/>
              </a:ext>
            </a:extLst>
          </p:cNvPr>
          <p:cNvSpPr/>
          <p:nvPr/>
        </p:nvSpPr>
        <p:spPr>
          <a:xfrm>
            <a:off x="2329137" y="1311215"/>
            <a:ext cx="1357223" cy="785004"/>
          </a:xfrm>
          <a:prstGeom prst="flowChartMagneticDisk">
            <a:avLst/>
          </a:prstGeom>
          <a:solidFill>
            <a:srgbClr val="0E2841">
              <a:lumMod val="75000"/>
              <a:lumOff val="25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prstClr val="white"/>
                </a:solidFill>
                <a:effectLst/>
                <a:uLnTx/>
                <a:uFillTx/>
                <a:latin typeface="Cambria" panose="02040503050406030204" pitchFamily="18" charset="0"/>
                <a:ea typeface="Cambria" panose="02040503050406030204" pitchFamily="18" charset="0"/>
                <a:cs typeface="+mn-cs"/>
              </a:rPr>
              <a:t>DB</a:t>
            </a:r>
            <a:endParaRPr kumimoji="0" lang="zh-CN" altLang="en-US" sz="1800" b="1" i="0" u="none" strike="noStrike" kern="0" cap="none" spc="0" normalizeH="0" baseline="0" noProof="0">
              <a:ln>
                <a:noFill/>
              </a:ln>
              <a:solidFill>
                <a:prstClr val="white"/>
              </a:solidFill>
              <a:effectLst/>
              <a:uLnTx/>
              <a:uFillTx/>
              <a:latin typeface="Cambria" panose="02040503050406030204" pitchFamily="18" charset="0"/>
              <a:ea typeface="等线" panose="02010600030101010101" pitchFamily="2" charset="-122"/>
              <a:cs typeface="+mn-cs"/>
            </a:endParaRPr>
          </a:p>
        </p:txBody>
      </p:sp>
      <p:sp>
        <p:nvSpPr>
          <p:cNvPr id="36" name="文本框 35">
            <a:extLst>
              <a:ext uri="{FF2B5EF4-FFF2-40B4-BE49-F238E27FC236}">
                <a16:creationId xmlns:a16="http://schemas.microsoft.com/office/drawing/2014/main" id="{83A917F6-2914-3BA6-4968-F952F4020945}"/>
              </a:ext>
            </a:extLst>
          </p:cNvPr>
          <p:cNvSpPr txBox="1"/>
          <p:nvPr/>
        </p:nvSpPr>
        <p:spPr>
          <a:xfrm>
            <a:off x="2047334" y="2243501"/>
            <a:ext cx="2386642" cy="938719"/>
          </a:xfrm>
          <a:prstGeom prst="rect">
            <a:avLst/>
          </a:prstGeom>
          <a:noFill/>
        </p:spPr>
        <p:txBody>
          <a:bodyPr wrap="square" rtlCol="0">
            <a:spAutoFit/>
          </a:bodyPr>
          <a:lstStyle/>
          <a:p>
            <a:r>
              <a:rPr lang="en-US" altLang="zh-CN" sz="1100">
                <a:solidFill>
                  <a:prstClr val="black"/>
                </a:solidFill>
                <a:latin typeface="Candara" panose="020E0502030303020204" pitchFamily="34" charset="0"/>
                <a:ea typeface="Cambria" panose="02040503050406030204" pitchFamily="18" charset="0"/>
              </a:rPr>
              <a:t>Common Quality requirement by </a:t>
            </a:r>
            <a:r>
              <a:rPr lang="en-US" altLang="zh-CN" sz="1100" b="1">
                <a:solidFill>
                  <a:srgbClr val="0000FF"/>
                </a:solidFill>
                <a:latin typeface="Candara" panose="020E0502030303020204" pitchFamily="34" charset="0"/>
                <a:ea typeface="Cambria" panose="02040503050406030204" pitchFamily="18" charset="0"/>
              </a:rPr>
              <a:t>segment</a:t>
            </a:r>
          </a:p>
          <a:p>
            <a:r>
              <a:rPr lang="en-US" altLang="zh-CN" sz="1100">
                <a:solidFill>
                  <a:prstClr val="black"/>
                </a:solidFill>
                <a:latin typeface="Candara" panose="020E0502030303020204" pitchFamily="34" charset="0"/>
                <a:ea typeface="Cambria" panose="02040503050406030204" pitchFamily="18" charset="0"/>
              </a:rPr>
              <a:t>Excel.</a:t>
            </a:r>
          </a:p>
          <a:p>
            <a:r>
              <a:rPr lang="en-US" altLang="zh-CN" sz="1100">
                <a:solidFill>
                  <a:prstClr val="black"/>
                </a:solidFill>
                <a:latin typeface="Candara" panose="020E0502030303020204" pitchFamily="34" charset="0"/>
                <a:ea typeface="Cambria" panose="02040503050406030204" pitchFamily="18" charset="0"/>
              </a:rPr>
              <a:t>Pdf.</a:t>
            </a:r>
          </a:p>
          <a:p>
            <a:r>
              <a:rPr lang="en-US" altLang="zh-CN" sz="1100">
                <a:solidFill>
                  <a:prstClr val="black"/>
                </a:solidFill>
                <a:latin typeface="Candara" panose="020E0502030303020204" pitchFamily="34" charset="0"/>
                <a:ea typeface="Cambria" panose="02040503050406030204" pitchFamily="18" charset="0"/>
              </a:rPr>
              <a:t>Word.</a:t>
            </a:r>
          </a:p>
        </p:txBody>
      </p:sp>
      <p:sp>
        <p:nvSpPr>
          <p:cNvPr id="37" name="流程图: 磁盘 36">
            <a:extLst>
              <a:ext uri="{FF2B5EF4-FFF2-40B4-BE49-F238E27FC236}">
                <a16:creationId xmlns:a16="http://schemas.microsoft.com/office/drawing/2014/main" id="{7D0C00F7-FA60-7456-DF5F-88743FCE64B8}"/>
              </a:ext>
            </a:extLst>
          </p:cNvPr>
          <p:cNvSpPr/>
          <p:nvPr/>
        </p:nvSpPr>
        <p:spPr>
          <a:xfrm>
            <a:off x="2329137" y="4186688"/>
            <a:ext cx="1357223" cy="785004"/>
          </a:xfrm>
          <a:prstGeom prst="flowChartMagneticDisk">
            <a:avLst/>
          </a:prstGeom>
          <a:solidFill>
            <a:srgbClr val="0E2841">
              <a:lumMod val="75000"/>
              <a:lumOff val="25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prstClr val="white"/>
                </a:solidFill>
                <a:effectLst/>
                <a:uLnTx/>
                <a:uFillTx/>
                <a:latin typeface="Cambria" panose="02040503050406030204" pitchFamily="18" charset="0"/>
                <a:ea typeface="Cambria" panose="02040503050406030204" pitchFamily="18" charset="0"/>
                <a:cs typeface="+mn-cs"/>
              </a:rPr>
              <a:t>DB1</a:t>
            </a:r>
            <a:endParaRPr kumimoji="0" lang="zh-CN" altLang="en-US" sz="1800" b="1" i="0" u="none" strike="noStrike" kern="0" cap="none" spc="0" normalizeH="0" baseline="0" noProof="0">
              <a:ln>
                <a:noFill/>
              </a:ln>
              <a:solidFill>
                <a:prstClr val="white"/>
              </a:solidFill>
              <a:effectLst/>
              <a:uLnTx/>
              <a:uFillTx/>
              <a:latin typeface="Cambria" panose="02040503050406030204" pitchFamily="18" charset="0"/>
              <a:ea typeface="等线" panose="02010600030101010101" pitchFamily="2" charset="-122"/>
              <a:cs typeface="+mn-cs"/>
            </a:endParaRPr>
          </a:p>
        </p:txBody>
      </p:sp>
      <p:sp>
        <p:nvSpPr>
          <p:cNvPr id="38" name="文本框 37">
            <a:extLst>
              <a:ext uri="{FF2B5EF4-FFF2-40B4-BE49-F238E27FC236}">
                <a16:creationId xmlns:a16="http://schemas.microsoft.com/office/drawing/2014/main" id="{88D705C9-9F6B-4AC6-8E39-0E3E13ACAC7D}"/>
              </a:ext>
            </a:extLst>
          </p:cNvPr>
          <p:cNvSpPr txBox="1"/>
          <p:nvPr/>
        </p:nvSpPr>
        <p:spPr>
          <a:xfrm>
            <a:off x="2047334" y="5061046"/>
            <a:ext cx="2182479" cy="769441"/>
          </a:xfrm>
          <a:prstGeom prst="rect">
            <a:avLst/>
          </a:prstGeom>
          <a:noFill/>
        </p:spPr>
        <p:txBody>
          <a:bodyPr wrap="square" rtlCol="0">
            <a:spAutoFit/>
          </a:bodyPr>
          <a:lstStyle/>
          <a:p>
            <a:pPr algn="ctr"/>
            <a:r>
              <a:rPr lang="en-US" altLang="zh-CN" sz="1100">
                <a:solidFill>
                  <a:prstClr val="black"/>
                </a:solidFill>
                <a:latin typeface="Candara" panose="020E0502030303020204" pitchFamily="34" charset="0"/>
                <a:ea typeface="Cambria" panose="02040503050406030204" pitchFamily="18" charset="0"/>
              </a:rPr>
              <a:t>Quality requirement By </a:t>
            </a:r>
            <a:r>
              <a:rPr lang="en-US" altLang="zh-CN" sz="1100" b="1">
                <a:solidFill>
                  <a:srgbClr val="0000FF"/>
                </a:solidFill>
                <a:latin typeface="Candara" panose="020E0502030303020204" pitchFamily="34" charset="0"/>
                <a:ea typeface="Cambria" panose="02040503050406030204" pitchFamily="18" charset="0"/>
              </a:rPr>
              <a:t>Product</a:t>
            </a:r>
          </a:p>
          <a:p>
            <a:r>
              <a:rPr lang="en-US" altLang="zh-CN" sz="1100">
                <a:solidFill>
                  <a:prstClr val="black"/>
                </a:solidFill>
                <a:latin typeface="Candara" panose="020E0502030303020204" pitchFamily="34" charset="0"/>
                <a:ea typeface="Cambria" panose="02040503050406030204" pitchFamily="18" charset="0"/>
              </a:rPr>
              <a:t>Excel.</a:t>
            </a:r>
          </a:p>
          <a:p>
            <a:r>
              <a:rPr lang="en-US" altLang="zh-CN" sz="1100">
                <a:solidFill>
                  <a:prstClr val="black"/>
                </a:solidFill>
                <a:latin typeface="Candara" panose="020E0502030303020204" pitchFamily="34" charset="0"/>
                <a:ea typeface="Cambria" panose="02040503050406030204" pitchFamily="18" charset="0"/>
              </a:rPr>
              <a:t>Pdf.</a:t>
            </a:r>
          </a:p>
          <a:p>
            <a:r>
              <a:rPr lang="en-US" altLang="zh-CN" sz="1100">
                <a:solidFill>
                  <a:prstClr val="black"/>
                </a:solidFill>
                <a:latin typeface="Candara" panose="020E0502030303020204" pitchFamily="34" charset="0"/>
                <a:ea typeface="Cambria" panose="02040503050406030204" pitchFamily="18" charset="0"/>
              </a:rPr>
              <a:t>Word.</a:t>
            </a:r>
          </a:p>
        </p:txBody>
      </p:sp>
      <p:sp>
        <p:nvSpPr>
          <p:cNvPr id="39" name="箭头: 右 38">
            <a:extLst>
              <a:ext uri="{FF2B5EF4-FFF2-40B4-BE49-F238E27FC236}">
                <a16:creationId xmlns:a16="http://schemas.microsoft.com/office/drawing/2014/main" id="{B73CAB12-0149-43DD-146B-480298C1273F}"/>
              </a:ext>
            </a:extLst>
          </p:cNvPr>
          <p:cNvSpPr/>
          <p:nvPr/>
        </p:nvSpPr>
        <p:spPr>
          <a:xfrm>
            <a:off x="983415" y="1547414"/>
            <a:ext cx="948906" cy="287548"/>
          </a:xfrm>
          <a:prstGeom prst="rightArrow">
            <a:avLst/>
          </a:prstGeom>
          <a:solidFill>
            <a:srgbClr val="0E2841">
              <a:lumMod val="75000"/>
              <a:lumOff val="25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40" name="文本框 39">
            <a:extLst>
              <a:ext uri="{FF2B5EF4-FFF2-40B4-BE49-F238E27FC236}">
                <a16:creationId xmlns:a16="http://schemas.microsoft.com/office/drawing/2014/main" id="{320D1BDF-FFCC-5604-578A-0B3175879899}"/>
              </a:ext>
            </a:extLst>
          </p:cNvPr>
          <p:cNvSpPr txBox="1"/>
          <p:nvPr/>
        </p:nvSpPr>
        <p:spPr>
          <a:xfrm>
            <a:off x="158148" y="764445"/>
            <a:ext cx="2386642" cy="600164"/>
          </a:xfrm>
          <a:prstGeom prst="rect">
            <a:avLst/>
          </a:prstGeom>
          <a:noFill/>
        </p:spPr>
        <p:txBody>
          <a:bodyPr wrap="square" rtlCol="0">
            <a:spAutoFit/>
          </a:bodyPr>
          <a:lstStyle/>
          <a:p>
            <a:r>
              <a:rPr lang="en-US" altLang="zh-CN" sz="1100" b="1">
                <a:solidFill>
                  <a:srgbClr val="0000FF"/>
                </a:solidFill>
                <a:latin typeface="Candara" panose="020E0502030303020204" pitchFamily="34" charset="0"/>
                <a:ea typeface="Cambria" panose="02040503050406030204" pitchFamily="18" charset="0"/>
              </a:rPr>
              <a:t>1. </a:t>
            </a:r>
            <a:r>
              <a:rPr lang="en-US" altLang="zh-CN" sz="1100">
                <a:solidFill>
                  <a:prstClr val="black"/>
                </a:solidFill>
                <a:latin typeface="Candara" panose="020E0502030303020204" pitchFamily="34" charset="0"/>
                <a:ea typeface="Cambria" panose="02040503050406030204" pitchFamily="18" charset="0"/>
              </a:rPr>
              <a:t>AQM Focal By segment upload common quality requirement into database</a:t>
            </a:r>
            <a:endParaRPr lang="zh-CN" altLang="en-US" sz="1100">
              <a:solidFill>
                <a:prstClr val="black"/>
              </a:solidFill>
              <a:latin typeface="Candara" panose="020E0502030303020204" pitchFamily="34" charset="0"/>
              <a:ea typeface="等线" panose="02010600030101010101" pitchFamily="2" charset="-122"/>
            </a:endParaRPr>
          </a:p>
        </p:txBody>
      </p:sp>
      <p:sp>
        <p:nvSpPr>
          <p:cNvPr id="41" name="文本框 40">
            <a:extLst>
              <a:ext uri="{FF2B5EF4-FFF2-40B4-BE49-F238E27FC236}">
                <a16:creationId xmlns:a16="http://schemas.microsoft.com/office/drawing/2014/main" id="{0AD97390-3D8C-0D12-6578-DB414ABA3628}"/>
              </a:ext>
            </a:extLst>
          </p:cNvPr>
          <p:cNvSpPr txBox="1"/>
          <p:nvPr/>
        </p:nvSpPr>
        <p:spPr>
          <a:xfrm>
            <a:off x="48736" y="3783641"/>
            <a:ext cx="2386642" cy="430887"/>
          </a:xfrm>
          <a:prstGeom prst="rect">
            <a:avLst/>
          </a:prstGeom>
          <a:noFill/>
        </p:spPr>
        <p:txBody>
          <a:bodyPr wrap="square" rtlCol="0">
            <a:spAutoFit/>
          </a:bodyPr>
          <a:lstStyle/>
          <a:p>
            <a:r>
              <a:rPr lang="en-US" altLang="zh-CN" sz="1100" b="1">
                <a:solidFill>
                  <a:srgbClr val="0000FF"/>
                </a:solidFill>
                <a:latin typeface="Candara" panose="020E0502030303020204" pitchFamily="34" charset="0"/>
                <a:ea typeface="Cambria" panose="02040503050406030204" pitchFamily="18" charset="0"/>
              </a:rPr>
              <a:t>2. </a:t>
            </a:r>
            <a:r>
              <a:rPr lang="en-US" altLang="zh-CN" sz="1100">
                <a:solidFill>
                  <a:prstClr val="black"/>
                </a:solidFill>
                <a:latin typeface="Candara" panose="020E0502030303020204" pitchFamily="34" charset="0"/>
                <a:ea typeface="Cambria" panose="02040503050406030204" pitchFamily="18" charset="0"/>
              </a:rPr>
              <a:t>AQM By product upload quality requirement into database</a:t>
            </a:r>
            <a:endParaRPr lang="zh-CN" altLang="en-US" sz="1100">
              <a:solidFill>
                <a:prstClr val="black"/>
              </a:solidFill>
              <a:latin typeface="Candara" panose="020E0502030303020204" pitchFamily="34" charset="0"/>
              <a:ea typeface="等线" panose="02010600030101010101" pitchFamily="2" charset="-122"/>
            </a:endParaRPr>
          </a:p>
        </p:txBody>
      </p:sp>
      <p:sp>
        <p:nvSpPr>
          <p:cNvPr id="42" name="流程图: 决策 41">
            <a:extLst>
              <a:ext uri="{FF2B5EF4-FFF2-40B4-BE49-F238E27FC236}">
                <a16:creationId xmlns:a16="http://schemas.microsoft.com/office/drawing/2014/main" id="{2B82A7E3-1BC2-6834-67D0-0A8993529496}"/>
              </a:ext>
            </a:extLst>
          </p:cNvPr>
          <p:cNvSpPr/>
          <p:nvPr/>
        </p:nvSpPr>
        <p:spPr>
          <a:xfrm>
            <a:off x="4853795" y="4186688"/>
            <a:ext cx="2041586" cy="759125"/>
          </a:xfrm>
          <a:prstGeom prst="flowChartDecision">
            <a:avLst/>
          </a:prstGeom>
          <a:solidFill>
            <a:srgbClr val="0E2841">
              <a:lumMod val="75000"/>
              <a:lumOff val="25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prstClr val="white"/>
                </a:solidFill>
                <a:effectLst/>
                <a:uLnTx/>
                <a:uFillTx/>
                <a:latin typeface="Candara" panose="020E0502030303020204" pitchFamily="34" charset="0"/>
                <a:ea typeface="等线" panose="02010600030101010101" pitchFamily="2" charset="-122"/>
                <a:cs typeface="+mn-cs"/>
              </a:rPr>
              <a:t>identify</a:t>
            </a:r>
            <a:endParaRPr kumimoji="0" lang="zh-CN" altLang="en-US" sz="1800" b="1" i="0" u="none" strike="noStrike" kern="0" cap="none" spc="0" normalizeH="0" baseline="0" noProof="0">
              <a:ln>
                <a:noFill/>
              </a:ln>
              <a:solidFill>
                <a:prstClr val="white"/>
              </a:solidFill>
              <a:effectLst/>
              <a:uLnTx/>
              <a:uFillTx/>
              <a:latin typeface="Candara" panose="020E0502030303020204" pitchFamily="34" charset="0"/>
              <a:ea typeface="等线" panose="02010600030101010101" pitchFamily="2" charset="-122"/>
              <a:cs typeface="+mn-cs"/>
            </a:endParaRPr>
          </a:p>
        </p:txBody>
      </p:sp>
      <p:cxnSp>
        <p:nvCxnSpPr>
          <p:cNvPr id="43" name="连接符: 肘形 42">
            <a:extLst>
              <a:ext uri="{FF2B5EF4-FFF2-40B4-BE49-F238E27FC236}">
                <a16:creationId xmlns:a16="http://schemas.microsoft.com/office/drawing/2014/main" id="{66CED062-9915-0E3A-9DED-2813AFDA94B3}"/>
              </a:ext>
            </a:extLst>
          </p:cNvPr>
          <p:cNvCxnSpPr>
            <a:cxnSpLocks/>
            <a:stCxn id="35" idx="4"/>
            <a:endCxn id="42" idx="1"/>
          </p:cNvCxnSpPr>
          <p:nvPr/>
        </p:nvCxnSpPr>
        <p:spPr>
          <a:xfrm>
            <a:off x="3686360" y="1703717"/>
            <a:ext cx="1167435" cy="2862534"/>
          </a:xfrm>
          <a:prstGeom prst="bentConnector3">
            <a:avLst/>
          </a:prstGeom>
          <a:noFill/>
          <a:ln w="19050" cap="flat" cmpd="sng" algn="ctr">
            <a:solidFill>
              <a:srgbClr val="156082"/>
            </a:solidFill>
            <a:prstDash val="solid"/>
            <a:miter lim="800000"/>
            <a:tailEnd type="triangle"/>
          </a:ln>
          <a:effectLst/>
        </p:spPr>
      </p:cxnSp>
      <p:cxnSp>
        <p:nvCxnSpPr>
          <p:cNvPr id="44" name="直接箭头连接符 43">
            <a:extLst>
              <a:ext uri="{FF2B5EF4-FFF2-40B4-BE49-F238E27FC236}">
                <a16:creationId xmlns:a16="http://schemas.microsoft.com/office/drawing/2014/main" id="{CAF46CF6-A02E-4A68-2736-A9C89B134605}"/>
              </a:ext>
            </a:extLst>
          </p:cNvPr>
          <p:cNvCxnSpPr>
            <a:cxnSpLocks/>
            <a:stCxn id="37" idx="4"/>
            <a:endCxn id="42" idx="1"/>
          </p:cNvCxnSpPr>
          <p:nvPr/>
        </p:nvCxnSpPr>
        <p:spPr>
          <a:xfrm flipV="1">
            <a:off x="3686360" y="4566251"/>
            <a:ext cx="1167435" cy="12939"/>
          </a:xfrm>
          <a:prstGeom prst="straightConnector1">
            <a:avLst/>
          </a:prstGeom>
          <a:noFill/>
          <a:ln w="19050" cap="flat" cmpd="sng" algn="ctr">
            <a:solidFill>
              <a:srgbClr val="156082"/>
            </a:solidFill>
            <a:prstDash val="solid"/>
            <a:miter lim="800000"/>
            <a:tailEnd type="triangle"/>
          </a:ln>
          <a:effectLst/>
        </p:spPr>
      </p:cxnSp>
      <p:sp>
        <p:nvSpPr>
          <p:cNvPr id="45" name="文本框 44">
            <a:extLst>
              <a:ext uri="{FF2B5EF4-FFF2-40B4-BE49-F238E27FC236}">
                <a16:creationId xmlns:a16="http://schemas.microsoft.com/office/drawing/2014/main" id="{6BC43415-4348-2413-E9A0-BC03112F23E1}"/>
              </a:ext>
            </a:extLst>
          </p:cNvPr>
          <p:cNvSpPr txBox="1"/>
          <p:nvPr/>
        </p:nvSpPr>
        <p:spPr>
          <a:xfrm>
            <a:off x="4560497" y="5061046"/>
            <a:ext cx="2892726" cy="1277273"/>
          </a:xfrm>
          <a:prstGeom prst="rect">
            <a:avLst/>
          </a:prstGeom>
          <a:noFill/>
        </p:spPr>
        <p:txBody>
          <a:bodyPr wrap="square" rtlCol="0">
            <a:spAutoFit/>
          </a:bodyPr>
          <a:lstStyle/>
          <a:p>
            <a:r>
              <a:rPr lang="en-US" altLang="zh-CN" sz="1100" b="1">
                <a:solidFill>
                  <a:srgbClr val="0000FF"/>
                </a:solidFill>
                <a:latin typeface="Candara" panose="020E0502030303020204" pitchFamily="34" charset="0"/>
                <a:ea typeface="Cambria" panose="02040503050406030204" pitchFamily="18" charset="0"/>
              </a:rPr>
              <a:t>3. </a:t>
            </a:r>
            <a:r>
              <a:rPr lang="en-US" altLang="zh-CN" sz="1100">
                <a:solidFill>
                  <a:prstClr val="black"/>
                </a:solidFill>
                <a:latin typeface="Candara" panose="020E0502030303020204" pitchFamily="34" charset="0"/>
                <a:ea typeface="Cambria" panose="02040503050406030204" pitchFamily="18" charset="0"/>
              </a:rPr>
              <a:t>System auto identify new requirement</a:t>
            </a:r>
          </a:p>
          <a:p>
            <a:r>
              <a:rPr lang="en-US" altLang="zh-CN" sz="1100">
                <a:solidFill>
                  <a:prstClr val="black"/>
                </a:solidFill>
                <a:latin typeface="Candara" panose="020E0502030303020204" pitchFamily="34" charset="0"/>
                <a:ea typeface="Cambria" panose="02040503050406030204" pitchFamily="18" charset="0"/>
              </a:rPr>
              <a:t>3.1. Base on file name to capture and identify from DB </a:t>
            </a:r>
          </a:p>
          <a:p>
            <a:r>
              <a:rPr lang="en-US" altLang="zh-CN" sz="1100">
                <a:solidFill>
                  <a:prstClr val="black"/>
                </a:solidFill>
                <a:latin typeface="Candara" panose="020E0502030303020204" pitchFamily="34" charset="0"/>
                <a:ea typeface="Cambria" panose="02040503050406030204" pitchFamily="18" charset="0"/>
              </a:rPr>
              <a:t>3.1.1 can’t capture -&gt;</a:t>
            </a:r>
            <a:r>
              <a:rPr lang="en-US" altLang="zh-CN" sz="1100">
                <a:solidFill>
                  <a:srgbClr val="0000FF"/>
                </a:solidFill>
                <a:latin typeface="Candara" panose="020E0502030303020204" pitchFamily="34" charset="0"/>
                <a:ea typeface="Cambria" panose="02040503050406030204" pitchFamily="18" charset="0"/>
              </a:rPr>
              <a:t>New requirement</a:t>
            </a:r>
          </a:p>
          <a:p>
            <a:r>
              <a:rPr lang="en-US" altLang="zh-CN" sz="1100">
                <a:solidFill>
                  <a:prstClr val="black"/>
                </a:solidFill>
                <a:latin typeface="Candara" panose="020E0502030303020204" pitchFamily="34" charset="0"/>
                <a:ea typeface="Cambria" panose="02040503050406030204" pitchFamily="18" charset="0"/>
              </a:rPr>
              <a:t>3.1.2 can capture-&gt;identify version if different</a:t>
            </a:r>
          </a:p>
          <a:p>
            <a:r>
              <a:rPr lang="en-US" altLang="zh-CN" sz="1100">
                <a:solidFill>
                  <a:prstClr val="black"/>
                </a:solidFill>
                <a:latin typeface="Candara" panose="020E0502030303020204" pitchFamily="34" charset="0"/>
                <a:ea typeface="Cambria" panose="02040503050406030204" pitchFamily="18" charset="0"/>
              </a:rPr>
              <a:t>3.1.2.1 different-&gt;</a:t>
            </a:r>
            <a:r>
              <a:rPr lang="en-US" altLang="zh-CN" sz="1100">
                <a:solidFill>
                  <a:srgbClr val="0000FF"/>
                </a:solidFill>
                <a:latin typeface="Candara" panose="020E0502030303020204" pitchFamily="34" charset="0"/>
                <a:ea typeface="Cambria" panose="02040503050406030204" pitchFamily="18" charset="0"/>
              </a:rPr>
              <a:t>New requirement</a:t>
            </a:r>
          </a:p>
          <a:p>
            <a:r>
              <a:rPr lang="en-US" altLang="zh-CN" sz="1100">
                <a:solidFill>
                  <a:prstClr val="black"/>
                </a:solidFill>
                <a:latin typeface="Candara" panose="020E0502030303020204" pitchFamily="34" charset="0"/>
                <a:ea typeface="Cambria" panose="02040503050406030204" pitchFamily="18" charset="0"/>
              </a:rPr>
              <a:t>3.1.2.2 same-&gt;</a:t>
            </a:r>
            <a:r>
              <a:rPr lang="en-US" altLang="zh-CN" sz="1100">
                <a:solidFill>
                  <a:srgbClr val="333333"/>
                </a:solidFill>
                <a:latin typeface="Cambria" panose="02040503050406030204" pitchFamily="18" charset="0"/>
                <a:ea typeface="Cambria" panose="02040503050406030204" pitchFamily="18" charset="0"/>
              </a:rPr>
              <a:t>ignore</a:t>
            </a:r>
            <a:endParaRPr lang="zh-CN" altLang="en-US" sz="1100">
              <a:solidFill>
                <a:prstClr val="black"/>
              </a:solidFill>
              <a:latin typeface="Cambria" panose="02040503050406030204" pitchFamily="18" charset="0"/>
              <a:ea typeface="等线" panose="02010600030101010101" pitchFamily="2" charset="-122"/>
            </a:endParaRPr>
          </a:p>
        </p:txBody>
      </p:sp>
      <p:graphicFrame>
        <p:nvGraphicFramePr>
          <p:cNvPr id="46" name="表格 45">
            <a:extLst>
              <a:ext uri="{FF2B5EF4-FFF2-40B4-BE49-F238E27FC236}">
                <a16:creationId xmlns:a16="http://schemas.microsoft.com/office/drawing/2014/main" id="{EB6A8A19-8187-1FDC-483B-6E645581060C}"/>
              </a:ext>
            </a:extLst>
          </p:cNvPr>
          <p:cNvGraphicFramePr>
            <a:graphicFrameLocks noGrp="1"/>
          </p:cNvGraphicFramePr>
          <p:nvPr/>
        </p:nvGraphicFramePr>
        <p:xfrm>
          <a:off x="7556740" y="1230822"/>
          <a:ext cx="4445478" cy="1748038"/>
        </p:xfrm>
        <a:graphic>
          <a:graphicData uri="http://schemas.openxmlformats.org/drawingml/2006/table">
            <a:tbl>
              <a:tblPr firstRow="1" bandRow="1"/>
              <a:tblGrid>
                <a:gridCol w="899920">
                  <a:extLst>
                    <a:ext uri="{9D8B030D-6E8A-4147-A177-3AD203B41FA5}">
                      <a16:colId xmlns:a16="http://schemas.microsoft.com/office/drawing/2014/main" val="3765184454"/>
                    </a:ext>
                  </a:extLst>
                </a:gridCol>
                <a:gridCol w="654024">
                  <a:extLst>
                    <a:ext uri="{9D8B030D-6E8A-4147-A177-3AD203B41FA5}">
                      <a16:colId xmlns:a16="http://schemas.microsoft.com/office/drawing/2014/main" val="4047588976"/>
                    </a:ext>
                  </a:extLst>
                </a:gridCol>
                <a:gridCol w="654024">
                  <a:extLst>
                    <a:ext uri="{9D8B030D-6E8A-4147-A177-3AD203B41FA5}">
                      <a16:colId xmlns:a16="http://schemas.microsoft.com/office/drawing/2014/main" val="376556003"/>
                    </a:ext>
                  </a:extLst>
                </a:gridCol>
                <a:gridCol w="1593405">
                  <a:extLst>
                    <a:ext uri="{9D8B030D-6E8A-4147-A177-3AD203B41FA5}">
                      <a16:colId xmlns:a16="http://schemas.microsoft.com/office/drawing/2014/main" val="3491424826"/>
                    </a:ext>
                  </a:extLst>
                </a:gridCol>
                <a:gridCol w="644105">
                  <a:extLst>
                    <a:ext uri="{9D8B030D-6E8A-4147-A177-3AD203B41FA5}">
                      <a16:colId xmlns:a16="http://schemas.microsoft.com/office/drawing/2014/main" val="1127853957"/>
                    </a:ext>
                  </a:extLst>
                </a:gridCol>
              </a:tblGrid>
              <a:tr h="315478">
                <a:tc>
                  <a:txBody>
                    <a:bodyPr/>
                    <a:lstStyle>
                      <a:lvl1pPr marL="0" algn="l" defTabSz="1218987" rtl="0" eaLnBrk="1" latinLnBrk="0" hangingPunct="1">
                        <a:defRPr sz="2400" b="1" kern="1200">
                          <a:solidFill>
                            <a:schemeClr val="lt1"/>
                          </a:solidFill>
                          <a:latin typeface="等线" panose="02110004020202020204"/>
                        </a:defRPr>
                      </a:lvl1pPr>
                      <a:lvl2pPr marL="609493" algn="l" defTabSz="1218987" rtl="0" eaLnBrk="1" latinLnBrk="0" hangingPunct="1">
                        <a:defRPr sz="2400" b="1" kern="1200">
                          <a:solidFill>
                            <a:schemeClr val="lt1"/>
                          </a:solidFill>
                          <a:latin typeface="等线" panose="02110004020202020204"/>
                        </a:defRPr>
                      </a:lvl2pPr>
                      <a:lvl3pPr marL="1218987" algn="l" defTabSz="1218987" rtl="0" eaLnBrk="1" latinLnBrk="0" hangingPunct="1">
                        <a:defRPr sz="2400" b="1" kern="1200">
                          <a:solidFill>
                            <a:schemeClr val="lt1"/>
                          </a:solidFill>
                          <a:latin typeface="等线" panose="02110004020202020204"/>
                        </a:defRPr>
                      </a:lvl3pPr>
                      <a:lvl4pPr marL="1828480" algn="l" defTabSz="1218987" rtl="0" eaLnBrk="1" latinLnBrk="0" hangingPunct="1">
                        <a:defRPr sz="2400" b="1" kern="1200">
                          <a:solidFill>
                            <a:schemeClr val="lt1"/>
                          </a:solidFill>
                          <a:latin typeface="等线" panose="02110004020202020204"/>
                        </a:defRPr>
                      </a:lvl4pPr>
                      <a:lvl5pPr marL="2437973" algn="l" defTabSz="1218987" rtl="0" eaLnBrk="1" latinLnBrk="0" hangingPunct="1">
                        <a:defRPr sz="2400" b="1" kern="1200">
                          <a:solidFill>
                            <a:schemeClr val="lt1"/>
                          </a:solidFill>
                          <a:latin typeface="等线" panose="02110004020202020204"/>
                        </a:defRPr>
                      </a:lvl5pPr>
                      <a:lvl6pPr marL="3047467" algn="l" defTabSz="1218987" rtl="0" eaLnBrk="1" latinLnBrk="0" hangingPunct="1">
                        <a:defRPr sz="2400" b="1" kern="1200">
                          <a:solidFill>
                            <a:schemeClr val="lt1"/>
                          </a:solidFill>
                          <a:latin typeface="等线" panose="02110004020202020204"/>
                        </a:defRPr>
                      </a:lvl6pPr>
                      <a:lvl7pPr marL="3656960" algn="l" defTabSz="1218987" rtl="0" eaLnBrk="1" latinLnBrk="0" hangingPunct="1">
                        <a:defRPr sz="2400" b="1" kern="1200">
                          <a:solidFill>
                            <a:schemeClr val="lt1"/>
                          </a:solidFill>
                          <a:latin typeface="等线" panose="02110004020202020204"/>
                        </a:defRPr>
                      </a:lvl7pPr>
                      <a:lvl8pPr marL="4266453" algn="l" defTabSz="1218987" rtl="0" eaLnBrk="1" latinLnBrk="0" hangingPunct="1">
                        <a:defRPr sz="2400" b="1" kern="1200">
                          <a:solidFill>
                            <a:schemeClr val="lt1"/>
                          </a:solidFill>
                          <a:latin typeface="等线" panose="02110004020202020204"/>
                        </a:defRPr>
                      </a:lvl8pPr>
                      <a:lvl9pPr marL="4875947" algn="l" defTabSz="1218987" rtl="0" eaLnBrk="1" latinLnBrk="0" hangingPunct="1">
                        <a:defRPr sz="2400" b="1" kern="1200">
                          <a:solidFill>
                            <a:schemeClr val="lt1"/>
                          </a:solidFill>
                          <a:latin typeface="等线" panose="02110004020202020204"/>
                        </a:defRPr>
                      </a:lvl9pPr>
                    </a:lstStyle>
                    <a:p>
                      <a:pPr algn="ctr"/>
                      <a:r>
                        <a:rPr lang="zh-CN" altLang="en-US" sz="800">
                          <a:latin typeface="Candara" panose="020E0502030303020204" pitchFamily="34" charset="0"/>
                          <a:ea typeface="微软雅黑" panose="020B0503020204020204" pitchFamily="34" charset="-122"/>
                        </a:rPr>
                        <a:t>文件名称</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E2841">
                        <a:lumMod val="75000"/>
                        <a:lumOff val="25000"/>
                      </a:srgbClr>
                    </a:solidFill>
                  </a:tcPr>
                </a:tc>
                <a:tc>
                  <a:txBody>
                    <a:bodyPr/>
                    <a:lstStyle>
                      <a:lvl1pPr marL="0" algn="l" defTabSz="1218987" rtl="0" eaLnBrk="1" latinLnBrk="0" hangingPunct="1">
                        <a:defRPr sz="2400" b="1" kern="1200">
                          <a:solidFill>
                            <a:schemeClr val="lt1"/>
                          </a:solidFill>
                          <a:latin typeface="等线" panose="02110004020202020204"/>
                        </a:defRPr>
                      </a:lvl1pPr>
                      <a:lvl2pPr marL="609493" algn="l" defTabSz="1218987" rtl="0" eaLnBrk="1" latinLnBrk="0" hangingPunct="1">
                        <a:defRPr sz="2400" b="1" kern="1200">
                          <a:solidFill>
                            <a:schemeClr val="lt1"/>
                          </a:solidFill>
                          <a:latin typeface="等线" panose="02110004020202020204"/>
                        </a:defRPr>
                      </a:lvl2pPr>
                      <a:lvl3pPr marL="1218987" algn="l" defTabSz="1218987" rtl="0" eaLnBrk="1" latinLnBrk="0" hangingPunct="1">
                        <a:defRPr sz="2400" b="1" kern="1200">
                          <a:solidFill>
                            <a:schemeClr val="lt1"/>
                          </a:solidFill>
                          <a:latin typeface="等线" panose="02110004020202020204"/>
                        </a:defRPr>
                      </a:lvl3pPr>
                      <a:lvl4pPr marL="1828480" algn="l" defTabSz="1218987" rtl="0" eaLnBrk="1" latinLnBrk="0" hangingPunct="1">
                        <a:defRPr sz="2400" b="1" kern="1200">
                          <a:solidFill>
                            <a:schemeClr val="lt1"/>
                          </a:solidFill>
                          <a:latin typeface="等线" panose="02110004020202020204"/>
                        </a:defRPr>
                      </a:lvl4pPr>
                      <a:lvl5pPr marL="2437973" algn="l" defTabSz="1218987" rtl="0" eaLnBrk="1" latinLnBrk="0" hangingPunct="1">
                        <a:defRPr sz="2400" b="1" kern="1200">
                          <a:solidFill>
                            <a:schemeClr val="lt1"/>
                          </a:solidFill>
                          <a:latin typeface="等线" panose="02110004020202020204"/>
                        </a:defRPr>
                      </a:lvl5pPr>
                      <a:lvl6pPr marL="3047467" algn="l" defTabSz="1218987" rtl="0" eaLnBrk="1" latinLnBrk="0" hangingPunct="1">
                        <a:defRPr sz="2400" b="1" kern="1200">
                          <a:solidFill>
                            <a:schemeClr val="lt1"/>
                          </a:solidFill>
                          <a:latin typeface="等线" panose="02110004020202020204"/>
                        </a:defRPr>
                      </a:lvl6pPr>
                      <a:lvl7pPr marL="3656960" algn="l" defTabSz="1218987" rtl="0" eaLnBrk="1" latinLnBrk="0" hangingPunct="1">
                        <a:defRPr sz="2400" b="1" kern="1200">
                          <a:solidFill>
                            <a:schemeClr val="lt1"/>
                          </a:solidFill>
                          <a:latin typeface="等线" panose="02110004020202020204"/>
                        </a:defRPr>
                      </a:lvl7pPr>
                      <a:lvl8pPr marL="4266453" algn="l" defTabSz="1218987" rtl="0" eaLnBrk="1" latinLnBrk="0" hangingPunct="1">
                        <a:defRPr sz="2400" b="1" kern="1200">
                          <a:solidFill>
                            <a:schemeClr val="lt1"/>
                          </a:solidFill>
                          <a:latin typeface="等线" panose="02110004020202020204"/>
                        </a:defRPr>
                      </a:lvl8pPr>
                      <a:lvl9pPr marL="4875947" algn="l" defTabSz="1218987" rtl="0" eaLnBrk="1" latinLnBrk="0" hangingPunct="1">
                        <a:defRPr sz="2400" b="1" kern="1200">
                          <a:solidFill>
                            <a:schemeClr val="lt1"/>
                          </a:solidFill>
                          <a:latin typeface="等线" panose="02110004020202020204"/>
                        </a:defRPr>
                      </a:lvl9pPr>
                    </a:lstStyle>
                    <a:p>
                      <a:pPr algn="ctr"/>
                      <a:r>
                        <a:rPr lang="zh-CN" altLang="en-US" sz="800">
                          <a:latin typeface="Candara" panose="020E0502030303020204" pitchFamily="34" charset="0"/>
                          <a:ea typeface="微软雅黑" panose="020B0503020204020204" pitchFamily="34" charset="-122"/>
                        </a:rPr>
                        <a:t>旧版本</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E2841">
                        <a:lumMod val="75000"/>
                        <a:lumOff val="25000"/>
                      </a:srgbClr>
                    </a:solidFill>
                  </a:tcPr>
                </a:tc>
                <a:tc>
                  <a:txBody>
                    <a:bodyPr/>
                    <a:lstStyle>
                      <a:lvl1pPr marL="0" algn="l" defTabSz="1218987" rtl="0" eaLnBrk="1" latinLnBrk="0" hangingPunct="1">
                        <a:defRPr sz="2400" b="1" kern="1200">
                          <a:solidFill>
                            <a:schemeClr val="lt1"/>
                          </a:solidFill>
                          <a:latin typeface="等线" panose="02110004020202020204"/>
                        </a:defRPr>
                      </a:lvl1pPr>
                      <a:lvl2pPr marL="609493" algn="l" defTabSz="1218987" rtl="0" eaLnBrk="1" latinLnBrk="0" hangingPunct="1">
                        <a:defRPr sz="2400" b="1" kern="1200">
                          <a:solidFill>
                            <a:schemeClr val="lt1"/>
                          </a:solidFill>
                          <a:latin typeface="等线" panose="02110004020202020204"/>
                        </a:defRPr>
                      </a:lvl2pPr>
                      <a:lvl3pPr marL="1218987" algn="l" defTabSz="1218987" rtl="0" eaLnBrk="1" latinLnBrk="0" hangingPunct="1">
                        <a:defRPr sz="2400" b="1" kern="1200">
                          <a:solidFill>
                            <a:schemeClr val="lt1"/>
                          </a:solidFill>
                          <a:latin typeface="等线" panose="02110004020202020204"/>
                        </a:defRPr>
                      </a:lvl3pPr>
                      <a:lvl4pPr marL="1828480" algn="l" defTabSz="1218987" rtl="0" eaLnBrk="1" latinLnBrk="0" hangingPunct="1">
                        <a:defRPr sz="2400" b="1" kern="1200">
                          <a:solidFill>
                            <a:schemeClr val="lt1"/>
                          </a:solidFill>
                          <a:latin typeface="等线" panose="02110004020202020204"/>
                        </a:defRPr>
                      </a:lvl4pPr>
                      <a:lvl5pPr marL="2437973" algn="l" defTabSz="1218987" rtl="0" eaLnBrk="1" latinLnBrk="0" hangingPunct="1">
                        <a:defRPr sz="2400" b="1" kern="1200">
                          <a:solidFill>
                            <a:schemeClr val="lt1"/>
                          </a:solidFill>
                          <a:latin typeface="等线" panose="02110004020202020204"/>
                        </a:defRPr>
                      </a:lvl5pPr>
                      <a:lvl6pPr marL="3047467" algn="l" defTabSz="1218987" rtl="0" eaLnBrk="1" latinLnBrk="0" hangingPunct="1">
                        <a:defRPr sz="2400" b="1" kern="1200">
                          <a:solidFill>
                            <a:schemeClr val="lt1"/>
                          </a:solidFill>
                          <a:latin typeface="等线" panose="02110004020202020204"/>
                        </a:defRPr>
                      </a:lvl6pPr>
                      <a:lvl7pPr marL="3656960" algn="l" defTabSz="1218987" rtl="0" eaLnBrk="1" latinLnBrk="0" hangingPunct="1">
                        <a:defRPr sz="2400" b="1" kern="1200">
                          <a:solidFill>
                            <a:schemeClr val="lt1"/>
                          </a:solidFill>
                          <a:latin typeface="等线" panose="02110004020202020204"/>
                        </a:defRPr>
                      </a:lvl7pPr>
                      <a:lvl8pPr marL="4266453" algn="l" defTabSz="1218987" rtl="0" eaLnBrk="1" latinLnBrk="0" hangingPunct="1">
                        <a:defRPr sz="2400" b="1" kern="1200">
                          <a:solidFill>
                            <a:schemeClr val="lt1"/>
                          </a:solidFill>
                          <a:latin typeface="等线" panose="02110004020202020204"/>
                        </a:defRPr>
                      </a:lvl8pPr>
                      <a:lvl9pPr marL="4875947" algn="l" defTabSz="1218987" rtl="0" eaLnBrk="1" latinLnBrk="0" hangingPunct="1">
                        <a:defRPr sz="2400" b="1" kern="1200">
                          <a:solidFill>
                            <a:schemeClr val="lt1"/>
                          </a:solidFill>
                          <a:latin typeface="等线" panose="02110004020202020204"/>
                        </a:defRPr>
                      </a:lvl9pPr>
                    </a:lstStyle>
                    <a:p>
                      <a:pPr algn="ctr"/>
                      <a:r>
                        <a:rPr lang="zh-CN" altLang="en-US" sz="800">
                          <a:latin typeface="Candara" panose="020E0502030303020204" pitchFamily="34" charset="0"/>
                          <a:ea typeface="微软雅黑" panose="020B0503020204020204" pitchFamily="34" charset="-122"/>
                        </a:rPr>
                        <a:t>新版本</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E2841">
                        <a:lumMod val="75000"/>
                        <a:lumOff val="25000"/>
                      </a:srgbClr>
                    </a:solidFill>
                  </a:tcPr>
                </a:tc>
                <a:tc>
                  <a:txBody>
                    <a:bodyPr/>
                    <a:lstStyle>
                      <a:lvl1pPr marL="0" algn="l" defTabSz="1218987" rtl="0" eaLnBrk="1" latinLnBrk="0" hangingPunct="1">
                        <a:defRPr sz="2400" b="1" kern="1200">
                          <a:solidFill>
                            <a:schemeClr val="lt1"/>
                          </a:solidFill>
                          <a:latin typeface="等线" panose="02110004020202020204"/>
                        </a:defRPr>
                      </a:lvl1pPr>
                      <a:lvl2pPr marL="609493" algn="l" defTabSz="1218987" rtl="0" eaLnBrk="1" latinLnBrk="0" hangingPunct="1">
                        <a:defRPr sz="2400" b="1" kern="1200">
                          <a:solidFill>
                            <a:schemeClr val="lt1"/>
                          </a:solidFill>
                          <a:latin typeface="等线" panose="02110004020202020204"/>
                        </a:defRPr>
                      </a:lvl2pPr>
                      <a:lvl3pPr marL="1218987" algn="l" defTabSz="1218987" rtl="0" eaLnBrk="1" latinLnBrk="0" hangingPunct="1">
                        <a:defRPr sz="2400" b="1" kern="1200">
                          <a:solidFill>
                            <a:schemeClr val="lt1"/>
                          </a:solidFill>
                          <a:latin typeface="等线" panose="02110004020202020204"/>
                        </a:defRPr>
                      </a:lvl3pPr>
                      <a:lvl4pPr marL="1828480" algn="l" defTabSz="1218987" rtl="0" eaLnBrk="1" latinLnBrk="0" hangingPunct="1">
                        <a:defRPr sz="2400" b="1" kern="1200">
                          <a:solidFill>
                            <a:schemeClr val="lt1"/>
                          </a:solidFill>
                          <a:latin typeface="等线" panose="02110004020202020204"/>
                        </a:defRPr>
                      </a:lvl4pPr>
                      <a:lvl5pPr marL="2437973" algn="l" defTabSz="1218987" rtl="0" eaLnBrk="1" latinLnBrk="0" hangingPunct="1">
                        <a:defRPr sz="2400" b="1" kern="1200">
                          <a:solidFill>
                            <a:schemeClr val="lt1"/>
                          </a:solidFill>
                          <a:latin typeface="等线" panose="02110004020202020204"/>
                        </a:defRPr>
                      </a:lvl5pPr>
                      <a:lvl6pPr marL="3047467" algn="l" defTabSz="1218987" rtl="0" eaLnBrk="1" latinLnBrk="0" hangingPunct="1">
                        <a:defRPr sz="2400" b="1" kern="1200">
                          <a:solidFill>
                            <a:schemeClr val="lt1"/>
                          </a:solidFill>
                          <a:latin typeface="等线" panose="02110004020202020204"/>
                        </a:defRPr>
                      </a:lvl6pPr>
                      <a:lvl7pPr marL="3656960" algn="l" defTabSz="1218987" rtl="0" eaLnBrk="1" latinLnBrk="0" hangingPunct="1">
                        <a:defRPr sz="2400" b="1" kern="1200">
                          <a:solidFill>
                            <a:schemeClr val="lt1"/>
                          </a:solidFill>
                          <a:latin typeface="等线" panose="02110004020202020204"/>
                        </a:defRPr>
                      </a:lvl7pPr>
                      <a:lvl8pPr marL="4266453" algn="l" defTabSz="1218987" rtl="0" eaLnBrk="1" latinLnBrk="0" hangingPunct="1">
                        <a:defRPr sz="2400" b="1" kern="1200">
                          <a:solidFill>
                            <a:schemeClr val="lt1"/>
                          </a:solidFill>
                          <a:latin typeface="等线" panose="02110004020202020204"/>
                        </a:defRPr>
                      </a:lvl8pPr>
                      <a:lvl9pPr marL="4875947" algn="l" defTabSz="1218987" rtl="0" eaLnBrk="1" latinLnBrk="0" hangingPunct="1">
                        <a:defRPr sz="2400" b="1" kern="1200">
                          <a:solidFill>
                            <a:schemeClr val="lt1"/>
                          </a:solidFill>
                          <a:latin typeface="等线" panose="02110004020202020204"/>
                        </a:defRPr>
                      </a:lvl9pPr>
                    </a:lstStyle>
                    <a:p>
                      <a:pPr algn="ctr"/>
                      <a:r>
                        <a:rPr lang="zh-CN" altLang="en-US" sz="800">
                          <a:latin typeface="Candara" panose="020E0502030303020204" pitchFamily="34" charset="0"/>
                          <a:ea typeface="微软雅黑" panose="020B0503020204020204" pitchFamily="34" charset="-122"/>
                        </a:rPr>
                        <a:t>变更内容</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E2841">
                        <a:lumMod val="75000"/>
                        <a:lumOff val="25000"/>
                      </a:srgbClr>
                    </a:solidFill>
                  </a:tcPr>
                </a:tc>
                <a:tc>
                  <a:txBody>
                    <a:bodyPr/>
                    <a:lstStyle>
                      <a:lvl1pPr marL="0" algn="l" defTabSz="1218987" rtl="0" eaLnBrk="1" latinLnBrk="0" hangingPunct="1">
                        <a:defRPr sz="2400" b="1" kern="1200">
                          <a:solidFill>
                            <a:schemeClr val="lt1"/>
                          </a:solidFill>
                          <a:latin typeface="等线" panose="02110004020202020204"/>
                        </a:defRPr>
                      </a:lvl1pPr>
                      <a:lvl2pPr marL="609493" algn="l" defTabSz="1218987" rtl="0" eaLnBrk="1" latinLnBrk="0" hangingPunct="1">
                        <a:defRPr sz="2400" b="1" kern="1200">
                          <a:solidFill>
                            <a:schemeClr val="lt1"/>
                          </a:solidFill>
                          <a:latin typeface="等线" panose="02110004020202020204"/>
                        </a:defRPr>
                      </a:lvl2pPr>
                      <a:lvl3pPr marL="1218987" algn="l" defTabSz="1218987" rtl="0" eaLnBrk="1" latinLnBrk="0" hangingPunct="1">
                        <a:defRPr sz="2400" b="1" kern="1200">
                          <a:solidFill>
                            <a:schemeClr val="lt1"/>
                          </a:solidFill>
                          <a:latin typeface="等线" panose="02110004020202020204"/>
                        </a:defRPr>
                      </a:lvl3pPr>
                      <a:lvl4pPr marL="1828480" algn="l" defTabSz="1218987" rtl="0" eaLnBrk="1" latinLnBrk="0" hangingPunct="1">
                        <a:defRPr sz="2400" b="1" kern="1200">
                          <a:solidFill>
                            <a:schemeClr val="lt1"/>
                          </a:solidFill>
                          <a:latin typeface="等线" panose="02110004020202020204"/>
                        </a:defRPr>
                      </a:lvl4pPr>
                      <a:lvl5pPr marL="2437973" algn="l" defTabSz="1218987" rtl="0" eaLnBrk="1" latinLnBrk="0" hangingPunct="1">
                        <a:defRPr sz="2400" b="1" kern="1200">
                          <a:solidFill>
                            <a:schemeClr val="lt1"/>
                          </a:solidFill>
                          <a:latin typeface="等线" panose="02110004020202020204"/>
                        </a:defRPr>
                      </a:lvl5pPr>
                      <a:lvl6pPr marL="3047467" algn="l" defTabSz="1218987" rtl="0" eaLnBrk="1" latinLnBrk="0" hangingPunct="1">
                        <a:defRPr sz="2400" b="1" kern="1200">
                          <a:solidFill>
                            <a:schemeClr val="lt1"/>
                          </a:solidFill>
                          <a:latin typeface="等线" panose="02110004020202020204"/>
                        </a:defRPr>
                      </a:lvl6pPr>
                      <a:lvl7pPr marL="3656960" algn="l" defTabSz="1218987" rtl="0" eaLnBrk="1" latinLnBrk="0" hangingPunct="1">
                        <a:defRPr sz="2400" b="1" kern="1200">
                          <a:solidFill>
                            <a:schemeClr val="lt1"/>
                          </a:solidFill>
                          <a:latin typeface="等线" panose="02110004020202020204"/>
                        </a:defRPr>
                      </a:lvl7pPr>
                      <a:lvl8pPr marL="4266453" algn="l" defTabSz="1218987" rtl="0" eaLnBrk="1" latinLnBrk="0" hangingPunct="1">
                        <a:defRPr sz="2400" b="1" kern="1200">
                          <a:solidFill>
                            <a:schemeClr val="lt1"/>
                          </a:solidFill>
                          <a:latin typeface="等线" panose="02110004020202020204"/>
                        </a:defRPr>
                      </a:lvl8pPr>
                      <a:lvl9pPr marL="4875947" algn="l" defTabSz="1218987" rtl="0" eaLnBrk="1" latinLnBrk="0" hangingPunct="1">
                        <a:defRPr sz="2400" b="1" kern="1200">
                          <a:solidFill>
                            <a:schemeClr val="lt1"/>
                          </a:solidFill>
                          <a:latin typeface="等线" panose="02110004020202020204"/>
                        </a:defRPr>
                      </a:lvl9pPr>
                    </a:lstStyle>
                    <a:p>
                      <a:pPr algn="ctr"/>
                      <a:r>
                        <a:rPr lang="zh-CN" altLang="en-US" sz="800">
                          <a:latin typeface="Candara" panose="020E0502030303020204" pitchFamily="34" charset="0"/>
                          <a:ea typeface="微软雅黑" panose="020B0503020204020204" pitchFamily="34" charset="-122"/>
                        </a:rPr>
                        <a:t>变更属性</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E2841">
                        <a:lumMod val="75000"/>
                        <a:lumOff val="25000"/>
                      </a:srgbClr>
                    </a:solidFill>
                  </a:tcPr>
                </a:tc>
                <a:extLst>
                  <a:ext uri="{0D108BD9-81ED-4DB2-BD59-A6C34878D82A}">
                    <a16:rowId xmlns:a16="http://schemas.microsoft.com/office/drawing/2014/main" val="1490923884"/>
                  </a:ext>
                </a:extLst>
              </a:tr>
              <a:tr h="1233233">
                <a:tc>
                  <a:txBody>
                    <a:bodyPr/>
                    <a:lstStyle>
                      <a:lvl1pPr marL="0" algn="l" defTabSz="1218987" rtl="0" eaLnBrk="1" latinLnBrk="0" hangingPunct="1">
                        <a:defRPr sz="2400" kern="1200">
                          <a:solidFill>
                            <a:schemeClr val="dk1"/>
                          </a:solidFill>
                          <a:latin typeface="等线" panose="02110004020202020204"/>
                        </a:defRPr>
                      </a:lvl1pPr>
                      <a:lvl2pPr marL="609493" algn="l" defTabSz="1218987" rtl="0" eaLnBrk="1" latinLnBrk="0" hangingPunct="1">
                        <a:defRPr sz="2400" kern="1200">
                          <a:solidFill>
                            <a:schemeClr val="dk1"/>
                          </a:solidFill>
                          <a:latin typeface="等线" panose="02110004020202020204"/>
                        </a:defRPr>
                      </a:lvl2pPr>
                      <a:lvl3pPr marL="1218987" algn="l" defTabSz="1218987" rtl="0" eaLnBrk="1" latinLnBrk="0" hangingPunct="1">
                        <a:defRPr sz="2400" kern="1200">
                          <a:solidFill>
                            <a:schemeClr val="dk1"/>
                          </a:solidFill>
                          <a:latin typeface="等线" panose="02110004020202020204"/>
                        </a:defRPr>
                      </a:lvl3pPr>
                      <a:lvl4pPr marL="1828480" algn="l" defTabSz="1218987" rtl="0" eaLnBrk="1" latinLnBrk="0" hangingPunct="1">
                        <a:defRPr sz="2400" kern="1200">
                          <a:solidFill>
                            <a:schemeClr val="dk1"/>
                          </a:solidFill>
                          <a:latin typeface="等线" panose="02110004020202020204"/>
                        </a:defRPr>
                      </a:lvl4pPr>
                      <a:lvl5pPr marL="2437973" algn="l" defTabSz="1218987" rtl="0" eaLnBrk="1" latinLnBrk="0" hangingPunct="1">
                        <a:defRPr sz="2400" kern="1200">
                          <a:solidFill>
                            <a:schemeClr val="dk1"/>
                          </a:solidFill>
                          <a:latin typeface="等线" panose="02110004020202020204"/>
                        </a:defRPr>
                      </a:lvl5pPr>
                      <a:lvl6pPr marL="3047467" algn="l" defTabSz="1218987" rtl="0" eaLnBrk="1" latinLnBrk="0" hangingPunct="1">
                        <a:defRPr sz="2400" kern="1200">
                          <a:solidFill>
                            <a:schemeClr val="dk1"/>
                          </a:solidFill>
                          <a:latin typeface="等线" panose="02110004020202020204"/>
                        </a:defRPr>
                      </a:lvl6pPr>
                      <a:lvl7pPr marL="3656960" algn="l" defTabSz="1218987" rtl="0" eaLnBrk="1" latinLnBrk="0" hangingPunct="1">
                        <a:defRPr sz="2400" kern="1200">
                          <a:solidFill>
                            <a:schemeClr val="dk1"/>
                          </a:solidFill>
                          <a:latin typeface="等线" panose="02110004020202020204"/>
                        </a:defRPr>
                      </a:lvl7pPr>
                      <a:lvl8pPr marL="4266453" algn="l" defTabSz="1218987" rtl="0" eaLnBrk="1" latinLnBrk="0" hangingPunct="1">
                        <a:defRPr sz="2400" kern="1200">
                          <a:solidFill>
                            <a:schemeClr val="dk1"/>
                          </a:solidFill>
                          <a:latin typeface="等线" panose="02110004020202020204"/>
                        </a:defRPr>
                      </a:lvl8pPr>
                      <a:lvl9pPr marL="4875947" algn="l" defTabSz="1218987" rtl="0" eaLnBrk="1" latinLnBrk="0" hangingPunct="1">
                        <a:defRPr sz="2400" kern="1200">
                          <a:solidFill>
                            <a:schemeClr val="dk1"/>
                          </a:solidFill>
                          <a:latin typeface="等线" panose="02110004020202020204"/>
                        </a:defRPr>
                      </a:lvl9pPr>
                    </a:lstStyle>
                    <a:p>
                      <a:pPr algn="ctr"/>
                      <a:r>
                        <a:rPr lang="en-US" altLang="zh-CN" sz="800">
                          <a:latin typeface="Candara" panose="020E0502030303020204" pitchFamily="34" charset="0"/>
                          <a:ea typeface="微软雅黑" panose="020B0503020204020204" pitchFamily="34" charset="-122"/>
                        </a:rPr>
                        <a:t>Common Quality Standard of Lenovo Consumer NB</a:t>
                      </a:r>
                      <a:endParaRPr lang="zh-CN" altLang="en-US" sz="800">
                        <a:latin typeface="Candara" panose="020E0502030303020204" pitchFamily="34" charset="0"/>
                        <a:ea typeface="微软雅黑" panose="020B0503020204020204" pitchFamily="34" charset="-122"/>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1218987" rtl="0" eaLnBrk="1" latinLnBrk="0" hangingPunct="1">
                        <a:defRPr sz="2400" kern="1200">
                          <a:solidFill>
                            <a:schemeClr val="dk1"/>
                          </a:solidFill>
                          <a:latin typeface="等线" panose="02110004020202020204"/>
                        </a:defRPr>
                      </a:lvl1pPr>
                      <a:lvl2pPr marL="609493" algn="l" defTabSz="1218987" rtl="0" eaLnBrk="1" latinLnBrk="0" hangingPunct="1">
                        <a:defRPr sz="2400" kern="1200">
                          <a:solidFill>
                            <a:schemeClr val="dk1"/>
                          </a:solidFill>
                          <a:latin typeface="等线" panose="02110004020202020204"/>
                        </a:defRPr>
                      </a:lvl2pPr>
                      <a:lvl3pPr marL="1218987" algn="l" defTabSz="1218987" rtl="0" eaLnBrk="1" latinLnBrk="0" hangingPunct="1">
                        <a:defRPr sz="2400" kern="1200">
                          <a:solidFill>
                            <a:schemeClr val="dk1"/>
                          </a:solidFill>
                          <a:latin typeface="等线" panose="02110004020202020204"/>
                        </a:defRPr>
                      </a:lvl3pPr>
                      <a:lvl4pPr marL="1828480" algn="l" defTabSz="1218987" rtl="0" eaLnBrk="1" latinLnBrk="0" hangingPunct="1">
                        <a:defRPr sz="2400" kern="1200">
                          <a:solidFill>
                            <a:schemeClr val="dk1"/>
                          </a:solidFill>
                          <a:latin typeface="等线" panose="02110004020202020204"/>
                        </a:defRPr>
                      </a:lvl4pPr>
                      <a:lvl5pPr marL="2437973" algn="l" defTabSz="1218987" rtl="0" eaLnBrk="1" latinLnBrk="0" hangingPunct="1">
                        <a:defRPr sz="2400" kern="1200">
                          <a:solidFill>
                            <a:schemeClr val="dk1"/>
                          </a:solidFill>
                          <a:latin typeface="等线" panose="02110004020202020204"/>
                        </a:defRPr>
                      </a:lvl5pPr>
                      <a:lvl6pPr marL="3047467" algn="l" defTabSz="1218987" rtl="0" eaLnBrk="1" latinLnBrk="0" hangingPunct="1">
                        <a:defRPr sz="2400" kern="1200">
                          <a:solidFill>
                            <a:schemeClr val="dk1"/>
                          </a:solidFill>
                          <a:latin typeface="等线" panose="02110004020202020204"/>
                        </a:defRPr>
                      </a:lvl6pPr>
                      <a:lvl7pPr marL="3656960" algn="l" defTabSz="1218987" rtl="0" eaLnBrk="1" latinLnBrk="0" hangingPunct="1">
                        <a:defRPr sz="2400" kern="1200">
                          <a:solidFill>
                            <a:schemeClr val="dk1"/>
                          </a:solidFill>
                          <a:latin typeface="等线" panose="02110004020202020204"/>
                        </a:defRPr>
                      </a:lvl7pPr>
                      <a:lvl8pPr marL="4266453" algn="l" defTabSz="1218987" rtl="0" eaLnBrk="1" latinLnBrk="0" hangingPunct="1">
                        <a:defRPr sz="2400" kern="1200">
                          <a:solidFill>
                            <a:schemeClr val="dk1"/>
                          </a:solidFill>
                          <a:latin typeface="等线" panose="02110004020202020204"/>
                        </a:defRPr>
                      </a:lvl8pPr>
                      <a:lvl9pPr marL="4875947" algn="l" defTabSz="1218987" rtl="0" eaLnBrk="1" latinLnBrk="0" hangingPunct="1">
                        <a:defRPr sz="2400" kern="1200">
                          <a:solidFill>
                            <a:schemeClr val="dk1"/>
                          </a:solidFill>
                          <a:latin typeface="等线" panose="02110004020202020204"/>
                        </a:defRPr>
                      </a:lvl9pPr>
                    </a:lstStyle>
                    <a:p>
                      <a:pPr algn="ctr"/>
                      <a:r>
                        <a:rPr lang="en-US" altLang="zh-CN" sz="800">
                          <a:latin typeface="Candara" panose="020E0502030303020204" pitchFamily="34" charset="0"/>
                          <a:ea typeface="微软雅黑" panose="020B0503020204020204" pitchFamily="34" charset="-122"/>
                        </a:rPr>
                        <a:t>5.1</a:t>
                      </a:r>
                      <a:endParaRPr lang="zh-CN" altLang="en-US" sz="800">
                        <a:latin typeface="Candara" panose="020E0502030303020204" pitchFamily="34" charset="0"/>
                        <a:ea typeface="微软雅黑" panose="020B0503020204020204" pitchFamily="34" charset="-122"/>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1218987" rtl="0" eaLnBrk="1" latinLnBrk="0" hangingPunct="1">
                        <a:defRPr sz="2400" kern="1200">
                          <a:solidFill>
                            <a:schemeClr val="dk1"/>
                          </a:solidFill>
                          <a:latin typeface="等线" panose="02110004020202020204"/>
                        </a:defRPr>
                      </a:lvl1pPr>
                      <a:lvl2pPr marL="609493" algn="l" defTabSz="1218987" rtl="0" eaLnBrk="1" latinLnBrk="0" hangingPunct="1">
                        <a:defRPr sz="2400" kern="1200">
                          <a:solidFill>
                            <a:schemeClr val="dk1"/>
                          </a:solidFill>
                          <a:latin typeface="等线" panose="02110004020202020204"/>
                        </a:defRPr>
                      </a:lvl2pPr>
                      <a:lvl3pPr marL="1218987" algn="l" defTabSz="1218987" rtl="0" eaLnBrk="1" latinLnBrk="0" hangingPunct="1">
                        <a:defRPr sz="2400" kern="1200">
                          <a:solidFill>
                            <a:schemeClr val="dk1"/>
                          </a:solidFill>
                          <a:latin typeface="等线" panose="02110004020202020204"/>
                        </a:defRPr>
                      </a:lvl3pPr>
                      <a:lvl4pPr marL="1828480" algn="l" defTabSz="1218987" rtl="0" eaLnBrk="1" latinLnBrk="0" hangingPunct="1">
                        <a:defRPr sz="2400" kern="1200">
                          <a:solidFill>
                            <a:schemeClr val="dk1"/>
                          </a:solidFill>
                          <a:latin typeface="等线" panose="02110004020202020204"/>
                        </a:defRPr>
                      </a:lvl4pPr>
                      <a:lvl5pPr marL="2437973" algn="l" defTabSz="1218987" rtl="0" eaLnBrk="1" latinLnBrk="0" hangingPunct="1">
                        <a:defRPr sz="2400" kern="1200">
                          <a:solidFill>
                            <a:schemeClr val="dk1"/>
                          </a:solidFill>
                          <a:latin typeface="等线" panose="02110004020202020204"/>
                        </a:defRPr>
                      </a:lvl5pPr>
                      <a:lvl6pPr marL="3047467" algn="l" defTabSz="1218987" rtl="0" eaLnBrk="1" latinLnBrk="0" hangingPunct="1">
                        <a:defRPr sz="2400" kern="1200">
                          <a:solidFill>
                            <a:schemeClr val="dk1"/>
                          </a:solidFill>
                          <a:latin typeface="等线" panose="02110004020202020204"/>
                        </a:defRPr>
                      </a:lvl6pPr>
                      <a:lvl7pPr marL="3656960" algn="l" defTabSz="1218987" rtl="0" eaLnBrk="1" latinLnBrk="0" hangingPunct="1">
                        <a:defRPr sz="2400" kern="1200">
                          <a:solidFill>
                            <a:schemeClr val="dk1"/>
                          </a:solidFill>
                          <a:latin typeface="等线" panose="02110004020202020204"/>
                        </a:defRPr>
                      </a:lvl7pPr>
                      <a:lvl8pPr marL="4266453" algn="l" defTabSz="1218987" rtl="0" eaLnBrk="1" latinLnBrk="0" hangingPunct="1">
                        <a:defRPr sz="2400" kern="1200">
                          <a:solidFill>
                            <a:schemeClr val="dk1"/>
                          </a:solidFill>
                          <a:latin typeface="等线" panose="02110004020202020204"/>
                        </a:defRPr>
                      </a:lvl8pPr>
                      <a:lvl9pPr marL="4875947" algn="l" defTabSz="1218987" rtl="0" eaLnBrk="1" latinLnBrk="0" hangingPunct="1">
                        <a:defRPr sz="2400" kern="1200">
                          <a:solidFill>
                            <a:schemeClr val="dk1"/>
                          </a:solidFill>
                          <a:latin typeface="等线" panose="02110004020202020204"/>
                        </a:defRPr>
                      </a:lvl9pPr>
                    </a:lstStyle>
                    <a:p>
                      <a:pPr algn="ctr"/>
                      <a:r>
                        <a:rPr lang="en-US" altLang="zh-CN" sz="800">
                          <a:latin typeface="Candara" panose="020E0502030303020204" pitchFamily="34" charset="0"/>
                          <a:ea typeface="微软雅黑" panose="020B0503020204020204" pitchFamily="34" charset="-122"/>
                        </a:rPr>
                        <a:t>5.4</a:t>
                      </a:r>
                      <a:endParaRPr lang="zh-CN" altLang="en-US" sz="800">
                        <a:latin typeface="Candara" panose="020E0502030303020204" pitchFamily="34" charset="0"/>
                        <a:ea typeface="微软雅黑" panose="020B0503020204020204" pitchFamily="34" charset="-122"/>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1218987" rtl="0" eaLnBrk="1" latinLnBrk="0" hangingPunct="1">
                        <a:defRPr sz="2400" kern="1200">
                          <a:solidFill>
                            <a:schemeClr val="dk1"/>
                          </a:solidFill>
                          <a:latin typeface="等线" panose="02110004020202020204"/>
                        </a:defRPr>
                      </a:lvl1pPr>
                      <a:lvl2pPr marL="609493" algn="l" defTabSz="1218987" rtl="0" eaLnBrk="1" latinLnBrk="0" hangingPunct="1">
                        <a:defRPr sz="2400" kern="1200">
                          <a:solidFill>
                            <a:schemeClr val="dk1"/>
                          </a:solidFill>
                          <a:latin typeface="等线" panose="02110004020202020204"/>
                        </a:defRPr>
                      </a:lvl2pPr>
                      <a:lvl3pPr marL="1218987" algn="l" defTabSz="1218987" rtl="0" eaLnBrk="1" latinLnBrk="0" hangingPunct="1">
                        <a:defRPr sz="2400" kern="1200">
                          <a:solidFill>
                            <a:schemeClr val="dk1"/>
                          </a:solidFill>
                          <a:latin typeface="等线" panose="02110004020202020204"/>
                        </a:defRPr>
                      </a:lvl3pPr>
                      <a:lvl4pPr marL="1828480" algn="l" defTabSz="1218987" rtl="0" eaLnBrk="1" latinLnBrk="0" hangingPunct="1">
                        <a:defRPr sz="2400" kern="1200">
                          <a:solidFill>
                            <a:schemeClr val="dk1"/>
                          </a:solidFill>
                          <a:latin typeface="等线" panose="02110004020202020204"/>
                        </a:defRPr>
                      </a:lvl4pPr>
                      <a:lvl5pPr marL="2437973" algn="l" defTabSz="1218987" rtl="0" eaLnBrk="1" latinLnBrk="0" hangingPunct="1">
                        <a:defRPr sz="2400" kern="1200">
                          <a:solidFill>
                            <a:schemeClr val="dk1"/>
                          </a:solidFill>
                          <a:latin typeface="等线" panose="02110004020202020204"/>
                        </a:defRPr>
                      </a:lvl5pPr>
                      <a:lvl6pPr marL="3047467" algn="l" defTabSz="1218987" rtl="0" eaLnBrk="1" latinLnBrk="0" hangingPunct="1">
                        <a:defRPr sz="2400" kern="1200">
                          <a:solidFill>
                            <a:schemeClr val="dk1"/>
                          </a:solidFill>
                          <a:latin typeface="等线" panose="02110004020202020204"/>
                        </a:defRPr>
                      </a:lvl6pPr>
                      <a:lvl7pPr marL="3656960" algn="l" defTabSz="1218987" rtl="0" eaLnBrk="1" latinLnBrk="0" hangingPunct="1">
                        <a:defRPr sz="2400" kern="1200">
                          <a:solidFill>
                            <a:schemeClr val="dk1"/>
                          </a:solidFill>
                          <a:latin typeface="等线" panose="02110004020202020204"/>
                        </a:defRPr>
                      </a:lvl7pPr>
                      <a:lvl8pPr marL="4266453" algn="l" defTabSz="1218987" rtl="0" eaLnBrk="1" latinLnBrk="0" hangingPunct="1">
                        <a:defRPr sz="2400" kern="1200">
                          <a:solidFill>
                            <a:schemeClr val="dk1"/>
                          </a:solidFill>
                          <a:latin typeface="等线" panose="02110004020202020204"/>
                        </a:defRPr>
                      </a:lvl8pPr>
                      <a:lvl9pPr marL="4875947" algn="l" defTabSz="1218987" rtl="0" eaLnBrk="1" latinLnBrk="0" hangingPunct="1">
                        <a:defRPr sz="2400" kern="1200">
                          <a:solidFill>
                            <a:schemeClr val="dk1"/>
                          </a:solidFill>
                          <a:latin typeface="等线" panose="02110004020202020204"/>
                        </a:defRPr>
                      </a:lvl9pPr>
                    </a:lstStyle>
                    <a:p>
                      <a:pPr marL="0" algn="l" defTabSz="914400" rtl="0" eaLnBrk="1" latinLnBrk="0" hangingPunct="1"/>
                      <a:r>
                        <a:rPr lang="en-US" altLang="zh-CN" sz="800" kern="1200">
                          <a:solidFill>
                            <a:schemeClr val="dk1"/>
                          </a:solidFill>
                          <a:effectLst/>
                          <a:latin typeface="Candara" panose="020E0502030303020204" pitchFamily="34" charset="0"/>
                          <a:ea typeface="Cambria" panose="02040503050406030204" pitchFamily="18" charset="0"/>
                          <a:cs typeface="+mn-cs"/>
                        </a:rPr>
                        <a:t>Update label requirement on section 3.1.4.</a:t>
                      </a:r>
                    </a:p>
                    <a:p>
                      <a:pPr marL="0" algn="l" defTabSz="914400" rtl="0" eaLnBrk="1" latinLnBrk="0" hangingPunct="1"/>
                      <a:endParaRPr lang="en-US" altLang="zh-CN" sz="800" kern="1200">
                        <a:solidFill>
                          <a:schemeClr val="dk1"/>
                        </a:solidFill>
                        <a:effectLst/>
                        <a:latin typeface="Candara" panose="020E0502030303020204" pitchFamily="34" charset="0"/>
                        <a:ea typeface="Cambria" panose="02040503050406030204" pitchFamily="18" charset="0"/>
                        <a:cs typeface="+mn-cs"/>
                      </a:endParaRPr>
                    </a:p>
                    <a:p>
                      <a:pPr marL="0" algn="l" defTabSz="914400" rtl="0" eaLnBrk="1" latinLnBrk="0" hangingPunct="1"/>
                      <a:r>
                        <a:rPr lang="en-US" altLang="zh-CN" sz="800" kern="1200">
                          <a:solidFill>
                            <a:schemeClr val="dk1"/>
                          </a:solidFill>
                          <a:effectLst/>
                          <a:latin typeface="Candara" panose="020E0502030303020204" pitchFamily="34" charset="0"/>
                          <a:ea typeface="Cambria" panose="02040503050406030204" pitchFamily="18" charset="0"/>
                          <a:cs typeface="+mn-cs"/>
                        </a:rPr>
                        <a:t>Update safety parts description on section 2.4</a:t>
                      </a:r>
                    </a:p>
                    <a:p>
                      <a:pPr marL="0" algn="l" defTabSz="914400" rtl="0" eaLnBrk="1" latinLnBrk="0" hangingPunct="1"/>
                      <a:endParaRPr lang="en-US" altLang="zh-CN" sz="800" kern="1200">
                        <a:solidFill>
                          <a:schemeClr val="dk1"/>
                        </a:solidFill>
                        <a:effectLst/>
                        <a:latin typeface="Candara" panose="020E0502030303020204" pitchFamily="34" charset="0"/>
                        <a:ea typeface="Cambria" panose="02040503050406030204" pitchFamily="18" charset="0"/>
                        <a:cs typeface="+mn-cs"/>
                      </a:endParaRPr>
                    </a:p>
                    <a:p>
                      <a:pPr marL="0" algn="l" defTabSz="914400" rtl="0" eaLnBrk="1" latinLnBrk="0" hangingPunct="1"/>
                      <a:r>
                        <a:rPr lang="en-US" altLang="zh-CN" sz="800" kern="1200">
                          <a:solidFill>
                            <a:schemeClr val="dk1"/>
                          </a:solidFill>
                          <a:effectLst/>
                          <a:latin typeface="Candara" panose="020E0502030303020204" pitchFamily="34" charset="0"/>
                          <a:ea typeface="Cambria" panose="02040503050406030204" pitchFamily="18" charset="0"/>
                          <a:cs typeface="+mn-cs"/>
                        </a:rPr>
                        <a:t>1). Section 3.1.4: add cosmetic inspection angle to 0-90deg. </a:t>
                      </a:r>
                      <a:endParaRPr lang="zh-CN" altLang="zh-CN" sz="800" kern="1200">
                        <a:solidFill>
                          <a:schemeClr val="dk1"/>
                        </a:solidFill>
                        <a:effectLst/>
                        <a:latin typeface="Candara" panose="020E0502030303020204" pitchFamily="34" charset="0"/>
                        <a:ea typeface="+mn-ea"/>
                        <a:cs typeface="+mn-cs"/>
                      </a:endParaRPr>
                    </a:p>
                    <a:p>
                      <a:pPr marL="0" algn="l" defTabSz="914400" rtl="0" eaLnBrk="1" latinLnBrk="0" hangingPunct="1"/>
                      <a:r>
                        <a:rPr lang="en-US" altLang="zh-CN" sz="800" kern="1200">
                          <a:solidFill>
                            <a:schemeClr val="dk1"/>
                          </a:solidFill>
                          <a:effectLst/>
                          <a:latin typeface="Candara" panose="020E0502030303020204" pitchFamily="34" charset="0"/>
                          <a:ea typeface="Cambria" panose="02040503050406030204" pitchFamily="18" charset="0"/>
                          <a:cs typeface="+mn-cs"/>
                        </a:rPr>
                        <a:t>2). New added section 3.10: add SSD POH &amp; POC criteria.</a:t>
                      </a:r>
                    </a:p>
                    <a:p>
                      <a:pPr marL="0" algn="l" defTabSz="914400" rtl="0" eaLnBrk="1" latinLnBrk="0" hangingPunct="1"/>
                      <a:endParaRPr lang="zh-CN" altLang="en-US" sz="800" kern="1200">
                        <a:solidFill>
                          <a:schemeClr val="dk1"/>
                        </a:solidFill>
                        <a:effectLst/>
                        <a:latin typeface="Candara" panose="020E0502030303020204" pitchFamily="34" charset="0"/>
                        <a:ea typeface="微软雅黑" panose="020B0503020204020204" pitchFamily="34" charset="-122"/>
                        <a:cs typeface="+mn-cs"/>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1218987" rtl="0" eaLnBrk="1" latinLnBrk="0" hangingPunct="1">
                        <a:defRPr sz="2400" kern="1200">
                          <a:solidFill>
                            <a:schemeClr val="dk1"/>
                          </a:solidFill>
                          <a:latin typeface="等线" panose="02110004020202020204"/>
                        </a:defRPr>
                      </a:lvl1pPr>
                      <a:lvl2pPr marL="609493" algn="l" defTabSz="1218987" rtl="0" eaLnBrk="1" latinLnBrk="0" hangingPunct="1">
                        <a:defRPr sz="2400" kern="1200">
                          <a:solidFill>
                            <a:schemeClr val="dk1"/>
                          </a:solidFill>
                          <a:latin typeface="等线" panose="02110004020202020204"/>
                        </a:defRPr>
                      </a:lvl2pPr>
                      <a:lvl3pPr marL="1218987" algn="l" defTabSz="1218987" rtl="0" eaLnBrk="1" latinLnBrk="0" hangingPunct="1">
                        <a:defRPr sz="2400" kern="1200">
                          <a:solidFill>
                            <a:schemeClr val="dk1"/>
                          </a:solidFill>
                          <a:latin typeface="等线" panose="02110004020202020204"/>
                        </a:defRPr>
                      </a:lvl3pPr>
                      <a:lvl4pPr marL="1828480" algn="l" defTabSz="1218987" rtl="0" eaLnBrk="1" latinLnBrk="0" hangingPunct="1">
                        <a:defRPr sz="2400" kern="1200">
                          <a:solidFill>
                            <a:schemeClr val="dk1"/>
                          </a:solidFill>
                          <a:latin typeface="等线" panose="02110004020202020204"/>
                        </a:defRPr>
                      </a:lvl4pPr>
                      <a:lvl5pPr marL="2437973" algn="l" defTabSz="1218987" rtl="0" eaLnBrk="1" latinLnBrk="0" hangingPunct="1">
                        <a:defRPr sz="2400" kern="1200">
                          <a:solidFill>
                            <a:schemeClr val="dk1"/>
                          </a:solidFill>
                          <a:latin typeface="等线" panose="02110004020202020204"/>
                        </a:defRPr>
                      </a:lvl5pPr>
                      <a:lvl6pPr marL="3047467" algn="l" defTabSz="1218987" rtl="0" eaLnBrk="1" latinLnBrk="0" hangingPunct="1">
                        <a:defRPr sz="2400" kern="1200">
                          <a:solidFill>
                            <a:schemeClr val="dk1"/>
                          </a:solidFill>
                          <a:latin typeface="等线" panose="02110004020202020204"/>
                        </a:defRPr>
                      </a:lvl6pPr>
                      <a:lvl7pPr marL="3656960" algn="l" defTabSz="1218987" rtl="0" eaLnBrk="1" latinLnBrk="0" hangingPunct="1">
                        <a:defRPr sz="2400" kern="1200">
                          <a:solidFill>
                            <a:schemeClr val="dk1"/>
                          </a:solidFill>
                          <a:latin typeface="等线" panose="02110004020202020204"/>
                        </a:defRPr>
                      </a:lvl7pPr>
                      <a:lvl8pPr marL="4266453" algn="l" defTabSz="1218987" rtl="0" eaLnBrk="1" latinLnBrk="0" hangingPunct="1">
                        <a:defRPr sz="2400" kern="1200">
                          <a:solidFill>
                            <a:schemeClr val="dk1"/>
                          </a:solidFill>
                          <a:latin typeface="等线" panose="02110004020202020204"/>
                        </a:defRPr>
                      </a:lvl8pPr>
                      <a:lvl9pPr marL="4875947" algn="l" defTabSz="1218987" rtl="0" eaLnBrk="1" latinLnBrk="0" hangingPunct="1">
                        <a:defRPr sz="2400" kern="1200">
                          <a:solidFill>
                            <a:schemeClr val="dk1"/>
                          </a:solidFill>
                          <a:latin typeface="等线" panose="02110004020202020204"/>
                        </a:defRPr>
                      </a:lvl9pPr>
                    </a:lstStyle>
                    <a:p>
                      <a:pPr algn="ctr"/>
                      <a:r>
                        <a:rPr lang="en-US" altLang="zh-CN" sz="800">
                          <a:latin typeface="Candara" panose="020E0502030303020204" pitchFamily="34" charset="0"/>
                          <a:ea typeface="微软雅黑" panose="020B0503020204020204" pitchFamily="34" charset="-122"/>
                        </a:rPr>
                        <a:t>Change</a:t>
                      </a:r>
                      <a:endParaRPr lang="zh-CN" altLang="en-US" sz="800">
                        <a:latin typeface="Candara" panose="020E0502030303020204" pitchFamily="34" charset="0"/>
                        <a:ea typeface="微软雅黑" panose="020B0503020204020204" pitchFamily="34" charset="-122"/>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3890862122"/>
                  </a:ext>
                </a:extLst>
              </a:tr>
            </a:tbl>
          </a:graphicData>
        </a:graphic>
      </p:graphicFrame>
      <p:sp>
        <p:nvSpPr>
          <p:cNvPr id="47" name="文本框 46">
            <a:extLst>
              <a:ext uri="{FF2B5EF4-FFF2-40B4-BE49-F238E27FC236}">
                <a16:creationId xmlns:a16="http://schemas.microsoft.com/office/drawing/2014/main" id="{29AAF732-AECC-D765-3F42-CC88BF963177}"/>
              </a:ext>
            </a:extLst>
          </p:cNvPr>
          <p:cNvSpPr txBox="1"/>
          <p:nvPr/>
        </p:nvSpPr>
        <p:spPr>
          <a:xfrm>
            <a:off x="8586158" y="843048"/>
            <a:ext cx="2386642" cy="261610"/>
          </a:xfrm>
          <a:prstGeom prst="rect">
            <a:avLst/>
          </a:prstGeom>
          <a:noFill/>
        </p:spPr>
        <p:txBody>
          <a:bodyPr wrap="square" rtlCol="0">
            <a:spAutoFit/>
          </a:bodyPr>
          <a:lstStyle/>
          <a:p>
            <a:pPr algn="ctr"/>
            <a:r>
              <a:rPr lang="en-US" altLang="zh-CN" sz="1100" b="1">
                <a:solidFill>
                  <a:srgbClr val="0000FF"/>
                </a:solidFill>
                <a:latin typeface="Candara" panose="020E0502030303020204" pitchFamily="34" charset="0"/>
                <a:ea typeface="Cambria" panose="02040503050406030204" pitchFamily="18" charset="0"/>
              </a:rPr>
              <a:t>New requirement List</a:t>
            </a:r>
          </a:p>
        </p:txBody>
      </p:sp>
      <p:pic>
        <p:nvPicPr>
          <p:cNvPr id="48" name="图片 47">
            <a:extLst>
              <a:ext uri="{FF2B5EF4-FFF2-40B4-BE49-F238E27FC236}">
                <a16:creationId xmlns:a16="http://schemas.microsoft.com/office/drawing/2014/main" id="{D826D04D-78FA-711A-E33D-6C6DA5779203}"/>
              </a:ext>
            </a:extLst>
          </p:cNvPr>
          <p:cNvPicPr>
            <a:picLocks noChangeAspect="1"/>
          </p:cNvPicPr>
          <p:nvPr/>
        </p:nvPicPr>
        <p:blipFill>
          <a:blip r:embed="rId3"/>
          <a:stretch>
            <a:fillRect/>
          </a:stretch>
        </p:blipFill>
        <p:spPr>
          <a:xfrm>
            <a:off x="7568546" y="3105027"/>
            <a:ext cx="4433672" cy="2827677"/>
          </a:xfrm>
          <a:prstGeom prst="rect">
            <a:avLst/>
          </a:prstGeom>
        </p:spPr>
      </p:pic>
      <p:cxnSp>
        <p:nvCxnSpPr>
          <p:cNvPr id="49" name="连接符: 肘形 48">
            <a:extLst>
              <a:ext uri="{FF2B5EF4-FFF2-40B4-BE49-F238E27FC236}">
                <a16:creationId xmlns:a16="http://schemas.microsoft.com/office/drawing/2014/main" id="{43A8F101-7F68-9FBF-4CBB-85268B0A5EC7}"/>
              </a:ext>
            </a:extLst>
          </p:cNvPr>
          <p:cNvCxnSpPr>
            <a:cxnSpLocks/>
            <a:stCxn id="42" idx="3"/>
            <a:endCxn id="46" idx="1"/>
          </p:cNvCxnSpPr>
          <p:nvPr/>
        </p:nvCxnSpPr>
        <p:spPr>
          <a:xfrm flipV="1">
            <a:off x="6895381" y="2104841"/>
            <a:ext cx="661359" cy="2461410"/>
          </a:xfrm>
          <a:prstGeom prst="bentConnector3">
            <a:avLst/>
          </a:prstGeom>
          <a:noFill/>
          <a:ln w="19050" cap="flat" cmpd="sng" algn="ctr">
            <a:solidFill>
              <a:srgbClr val="156082"/>
            </a:solidFill>
            <a:prstDash val="solid"/>
            <a:miter lim="800000"/>
            <a:tailEnd type="triangle"/>
          </a:ln>
          <a:effectLst/>
        </p:spPr>
      </p:cxnSp>
      <p:sp>
        <p:nvSpPr>
          <p:cNvPr id="50" name="箭头: 右 49">
            <a:extLst>
              <a:ext uri="{FF2B5EF4-FFF2-40B4-BE49-F238E27FC236}">
                <a16:creationId xmlns:a16="http://schemas.microsoft.com/office/drawing/2014/main" id="{79B19FE4-8582-F548-92D3-782A5A4FF5E3}"/>
              </a:ext>
            </a:extLst>
          </p:cNvPr>
          <p:cNvSpPr/>
          <p:nvPr/>
        </p:nvSpPr>
        <p:spPr>
          <a:xfrm>
            <a:off x="983415" y="4494013"/>
            <a:ext cx="948906" cy="287548"/>
          </a:xfrm>
          <a:prstGeom prst="rightArrow">
            <a:avLst/>
          </a:prstGeom>
          <a:solidFill>
            <a:srgbClr val="0E2841">
              <a:lumMod val="75000"/>
              <a:lumOff val="25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pic>
        <p:nvPicPr>
          <p:cNvPr id="2" name="图片 1">
            <a:extLst>
              <a:ext uri="{FF2B5EF4-FFF2-40B4-BE49-F238E27FC236}">
                <a16:creationId xmlns:a16="http://schemas.microsoft.com/office/drawing/2014/main" id="{FCBEAF2C-DB67-B34A-6B8F-1F3D2A4BAC5F}"/>
              </a:ext>
            </a:extLst>
          </p:cNvPr>
          <p:cNvPicPr>
            <a:picLocks noChangeAspect="1"/>
          </p:cNvPicPr>
          <p:nvPr/>
        </p:nvPicPr>
        <p:blipFill>
          <a:blip r:embed="rId4"/>
          <a:stretch>
            <a:fillRect/>
          </a:stretch>
        </p:blipFill>
        <p:spPr>
          <a:xfrm>
            <a:off x="4310496" y="1104658"/>
            <a:ext cx="2029780" cy="2391507"/>
          </a:xfrm>
          <a:prstGeom prst="rect">
            <a:avLst/>
          </a:prstGeom>
        </p:spPr>
      </p:pic>
      <p:pic>
        <p:nvPicPr>
          <p:cNvPr id="3" name="图片 2">
            <a:extLst>
              <a:ext uri="{FF2B5EF4-FFF2-40B4-BE49-F238E27FC236}">
                <a16:creationId xmlns:a16="http://schemas.microsoft.com/office/drawing/2014/main" id="{8B8286DD-DE1D-8005-86C9-368F180F3D85}"/>
              </a:ext>
            </a:extLst>
          </p:cNvPr>
          <p:cNvPicPr>
            <a:picLocks noChangeAspect="1"/>
          </p:cNvPicPr>
          <p:nvPr/>
        </p:nvPicPr>
        <p:blipFill>
          <a:blip r:embed="rId5"/>
          <a:stretch>
            <a:fillRect/>
          </a:stretch>
        </p:blipFill>
        <p:spPr>
          <a:xfrm>
            <a:off x="360240" y="4815949"/>
            <a:ext cx="1437199" cy="1817611"/>
          </a:xfrm>
          <a:prstGeom prst="rect">
            <a:avLst/>
          </a:prstGeom>
        </p:spPr>
      </p:pic>
      <p:sp>
        <p:nvSpPr>
          <p:cNvPr id="12" name="文本框 11">
            <a:extLst>
              <a:ext uri="{FF2B5EF4-FFF2-40B4-BE49-F238E27FC236}">
                <a16:creationId xmlns:a16="http://schemas.microsoft.com/office/drawing/2014/main" id="{8170F675-3160-A136-0D97-E1ED5076E9EC}"/>
              </a:ext>
            </a:extLst>
          </p:cNvPr>
          <p:cNvSpPr txBox="1"/>
          <p:nvPr/>
        </p:nvSpPr>
        <p:spPr>
          <a:xfrm>
            <a:off x="2320833" y="3462207"/>
            <a:ext cx="1966348" cy="261610"/>
          </a:xfrm>
          <a:prstGeom prst="rect">
            <a:avLst/>
          </a:prstGeom>
          <a:noFill/>
        </p:spPr>
        <p:txBody>
          <a:bodyPr wrap="square" rtlCol="0">
            <a:spAutoFit/>
          </a:bodyPr>
          <a:lstStyle/>
          <a:p>
            <a:r>
              <a:rPr lang="zh-CN" altLang="en-US" sz="1050">
                <a:solidFill>
                  <a:schemeClr val="accent4"/>
                </a:solidFill>
                <a:latin typeface="Arial" pitchFamily="34" charset="0"/>
                <a:cs typeface="Arial" pitchFamily="34" charset="0"/>
              </a:rPr>
              <a:t>例：原始库里的质量标准</a:t>
            </a:r>
            <a:r>
              <a:rPr lang="en-US" altLang="zh-CN" sz="1050">
                <a:solidFill>
                  <a:schemeClr val="accent4"/>
                </a:solidFill>
                <a:latin typeface="Arial" pitchFamily="34" charset="0"/>
                <a:cs typeface="Arial" pitchFamily="34" charset="0"/>
              </a:rPr>
              <a:t>V5.1</a:t>
            </a:r>
            <a:endParaRPr lang="zh-CN" altLang="en-US" sz="1050">
              <a:solidFill>
                <a:schemeClr val="accent4"/>
              </a:solidFill>
              <a:latin typeface="Arial" pitchFamily="34" charset="0"/>
              <a:cs typeface="Arial" pitchFamily="34" charset="0"/>
            </a:endParaRPr>
          </a:p>
        </p:txBody>
      </p:sp>
      <p:sp>
        <p:nvSpPr>
          <p:cNvPr id="13" name="文本框 12">
            <a:extLst>
              <a:ext uri="{FF2B5EF4-FFF2-40B4-BE49-F238E27FC236}">
                <a16:creationId xmlns:a16="http://schemas.microsoft.com/office/drawing/2014/main" id="{F00565B4-F104-1B71-1119-DB6D714451F0}"/>
              </a:ext>
            </a:extLst>
          </p:cNvPr>
          <p:cNvSpPr txBox="1"/>
          <p:nvPr/>
        </p:nvSpPr>
        <p:spPr>
          <a:xfrm>
            <a:off x="1862521" y="6583680"/>
            <a:ext cx="2386642" cy="253916"/>
          </a:xfrm>
          <a:prstGeom prst="rect">
            <a:avLst/>
          </a:prstGeom>
          <a:noFill/>
        </p:spPr>
        <p:txBody>
          <a:bodyPr wrap="square" rtlCol="0">
            <a:spAutoFit/>
          </a:bodyPr>
          <a:lstStyle>
            <a:defPPr>
              <a:defRPr lang="zh-CN"/>
            </a:defPPr>
            <a:lvl1pPr>
              <a:defRPr sz="1050">
                <a:solidFill>
                  <a:schemeClr val="accent4"/>
                </a:solidFill>
                <a:latin typeface="Arial" pitchFamily="34" charset="0"/>
                <a:cs typeface="Arial" pitchFamily="34" charset="0"/>
              </a:defRPr>
            </a:lvl1pPr>
          </a:lstStyle>
          <a:p>
            <a:r>
              <a:rPr lang="zh-CN" altLang="en-US"/>
              <a:t>例：</a:t>
            </a:r>
            <a:r>
              <a:rPr lang="en-US" altLang="zh-CN"/>
              <a:t>QP</a:t>
            </a:r>
            <a:r>
              <a:rPr lang="zh-CN" altLang="en-US"/>
              <a:t>流程用户上传的质量标准</a:t>
            </a:r>
            <a:r>
              <a:rPr lang="en-US" altLang="zh-CN"/>
              <a:t>V5.4</a:t>
            </a:r>
            <a:endParaRPr lang="zh-CN" altLang="en-US"/>
          </a:p>
        </p:txBody>
      </p:sp>
      <p:pic>
        <p:nvPicPr>
          <p:cNvPr id="6" name="图片 5">
            <a:extLst>
              <a:ext uri="{FF2B5EF4-FFF2-40B4-BE49-F238E27FC236}">
                <a16:creationId xmlns:a16="http://schemas.microsoft.com/office/drawing/2014/main" id="{4341C9DF-676E-03A6-51E5-C16F271584D5}"/>
              </a:ext>
            </a:extLst>
          </p:cNvPr>
          <p:cNvPicPr>
            <a:picLocks noChangeAspect="1"/>
          </p:cNvPicPr>
          <p:nvPr/>
        </p:nvPicPr>
        <p:blipFill>
          <a:blip r:embed="rId6"/>
          <a:stretch>
            <a:fillRect/>
          </a:stretch>
        </p:blipFill>
        <p:spPr>
          <a:xfrm>
            <a:off x="3206890" y="2542382"/>
            <a:ext cx="767024" cy="735928"/>
          </a:xfrm>
          <a:prstGeom prst="rect">
            <a:avLst/>
          </a:prstGeom>
        </p:spPr>
      </p:pic>
      <p:pic>
        <p:nvPicPr>
          <p:cNvPr id="8" name="图片 7">
            <a:extLst>
              <a:ext uri="{FF2B5EF4-FFF2-40B4-BE49-F238E27FC236}">
                <a16:creationId xmlns:a16="http://schemas.microsoft.com/office/drawing/2014/main" id="{8E7C707B-E7AC-9367-8287-BA9727A42710}"/>
              </a:ext>
            </a:extLst>
          </p:cNvPr>
          <p:cNvPicPr>
            <a:picLocks noChangeAspect="1"/>
          </p:cNvPicPr>
          <p:nvPr/>
        </p:nvPicPr>
        <p:blipFill>
          <a:blip r:embed="rId7"/>
          <a:stretch>
            <a:fillRect/>
          </a:stretch>
        </p:blipFill>
        <p:spPr>
          <a:xfrm>
            <a:off x="3206890" y="5593401"/>
            <a:ext cx="915924" cy="787908"/>
          </a:xfrm>
          <a:prstGeom prst="rect">
            <a:avLst/>
          </a:prstGeom>
        </p:spPr>
      </p:pic>
    </p:spTree>
    <p:extLst>
      <p:ext uri="{BB962C8B-B14F-4D97-AF65-F5344CB8AC3E}">
        <p14:creationId xmlns:p14="http://schemas.microsoft.com/office/powerpoint/2010/main" val="2505922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LenovoTemplate-16x9">
  <a:themeElements>
    <a:clrScheme name="Lenovo">
      <a:dk1>
        <a:srgbClr val="000000"/>
      </a:dk1>
      <a:lt1>
        <a:sysClr val="window" lastClr="FFFFFF"/>
      </a:lt1>
      <a:dk2>
        <a:srgbClr val="6F7170"/>
      </a:dk2>
      <a:lt2>
        <a:srgbClr val="C4BEB6"/>
      </a:lt2>
      <a:accent1>
        <a:srgbClr val="E2231A"/>
      </a:accent1>
      <a:accent2>
        <a:srgbClr val="FF6A00"/>
      </a:accent2>
      <a:accent3>
        <a:srgbClr val="F04187"/>
      </a:accent3>
      <a:accent4>
        <a:srgbClr val="3E8DDD"/>
      </a:accent4>
      <a:accent5>
        <a:srgbClr val="4AC0E0"/>
      </a:accent5>
      <a:accent6>
        <a:srgbClr val="6ABF4A"/>
      </a:accent6>
      <a:hlink>
        <a:srgbClr val="4AC0E0"/>
      </a:hlink>
      <a:folHlink>
        <a:srgbClr val="4AC0E0"/>
      </a:folHlink>
    </a:clrScheme>
    <a:fontScheme name="9d2508bf-664a-4319-9a30-d721a58bffcd">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dirty="0" smtClean="0">
            <a:latin typeface="Arial" pitchFamily="34" charset="0"/>
            <a:cs typeface="Arial" pitchFamily="34" charset="0"/>
          </a:defRPr>
        </a:defPPr>
      </a:lstStyle>
    </a:txDef>
  </a:objectDefaults>
  <a:extraClrSchemeLst/>
  <a:extLst>
    <a:ext uri="{05A4C25C-085E-4340-85A3-A5531E510DB2}">
      <thm15:themeFamily xmlns:thm15="http://schemas.microsoft.com/office/thememl/2012/main" name="Blank.potx" id="{7B6EAC81-4CB7-4D5A-9BD2-9C2B220179A8}" vid="{4571D256-CDF5-4A59-AC9A-436BF3CC76A3}"/>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27707b6-f8ce-4877-8bfe-2f02f803eb85">
      <Terms xmlns="http://schemas.microsoft.com/office/infopath/2007/PartnerControls"/>
    </lcf76f155ced4ddcb4097134ff3c332f>
    <TaxCatchAll xmlns="4613cd3d-47fe-4068-a657-48756978e40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D092563E1F33C438D1F9533BE3ED372" ma:contentTypeVersion="14" ma:contentTypeDescription="Create a new document." ma:contentTypeScope="" ma:versionID="ca59f81a6fd37b6de90db01b6436c6d4">
  <xsd:schema xmlns:xsd="http://www.w3.org/2001/XMLSchema" xmlns:xs="http://www.w3.org/2001/XMLSchema" xmlns:p="http://schemas.microsoft.com/office/2006/metadata/properties" xmlns:ns2="c27707b6-f8ce-4877-8bfe-2f02f803eb85" xmlns:ns3="4613cd3d-47fe-4068-a657-48756978e403" targetNamespace="http://schemas.microsoft.com/office/2006/metadata/properties" ma:root="true" ma:fieldsID="3cab6ad76912d9418ef2c2558efc444e" ns2:_="" ns3:_="">
    <xsd:import namespace="c27707b6-f8ce-4877-8bfe-2f02f803eb85"/>
    <xsd:import namespace="4613cd3d-47fe-4068-a657-48756978e40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27707b6-f8ce-4877-8bfe-2f02f803eb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ee6f8cc1-cdab-4c95-b3f3-62917729a0f4" ma:termSetId="09814cd3-568e-fe90-9814-8d621ff8fb84" ma:anchorId="fba54fb3-c3e1-fe81-a776-ca4b69148c4d" ma:open="true" ma:isKeyword="false">
      <xsd:complexType>
        <xsd:sequence>
          <xsd:element ref="pc:Terms" minOccurs="0" maxOccurs="1"/>
        </xsd:sequence>
      </xsd:complexType>
    </xsd:element>
    <xsd:element name="MediaServiceLocation" ma:index="19" nillable="true" ma:displayName="Location" ma:indexed="true"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613cd3d-47fe-4068-a657-48756978e403"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219a4f8f-f84d-4f68-8ef5-f93da41bed7e}" ma:internalName="TaxCatchAll" ma:showField="CatchAllData" ma:web="4613cd3d-47fe-4068-a657-48756978e40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9CB2C12-B881-4FCB-BCC3-2CCCE279497B}">
  <ds:schemaRefs>
    <ds:schemaRef ds:uri="4613cd3d-47fe-4068-a657-48756978e403"/>
    <ds:schemaRef ds:uri="c27707b6-f8ce-4877-8bfe-2f02f803eb85"/>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AFD3C4F2-3593-4A5E-862C-63B2F34014F8}">
  <ds:schemaRefs>
    <ds:schemaRef ds:uri="http://schemas.microsoft.com/sharepoint/v3/contenttype/forms"/>
  </ds:schemaRefs>
</ds:datastoreItem>
</file>

<file path=customXml/itemProps3.xml><?xml version="1.0" encoding="utf-8"?>
<ds:datastoreItem xmlns:ds="http://schemas.openxmlformats.org/officeDocument/2006/customXml" ds:itemID="{14FCBBEC-AAAF-4097-8D9C-212C4CF76EAC}">
  <ds:schemaRefs>
    <ds:schemaRef ds:uri="4613cd3d-47fe-4068-a657-48756978e403"/>
    <ds:schemaRef ds:uri="c27707b6-f8ce-4877-8bfe-2f02f803eb8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0</TotalTime>
  <Words>2369</Words>
  <Application>Microsoft Office PowerPoint</Application>
  <PresentationFormat>宽屏</PresentationFormat>
  <Paragraphs>424</Paragraphs>
  <Slides>13</Slides>
  <Notes>4</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13</vt:i4>
      </vt:variant>
    </vt:vector>
  </HeadingPairs>
  <TitlesOfParts>
    <vt:vector size="20" baseType="lpstr">
      <vt:lpstr>等线</vt:lpstr>
      <vt:lpstr>微软雅黑</vt:lpstr>
      <vt:lpstr>Arial</vt:lpstr>
      <vt:lpstr>Cambria</vt:lpstr>
      <vt:lpstr>Candara</vt:lpstr>
      <vt:lpstr>Wingdings</vt:lpstr>
      <vt:lpstr>LenovoTemplate-16x9</vt:lpstr>
      <vt:lpstr>基于质量知识库的智能解决方案章程</vt:lpstr>
      <vt:lpstr>项目效益说明</vt:lpstr>
      <vt:lpstr>PowerPoint 演示文稿</vt:lpstr>
      <vt:lpstr>AI变革: 智能质量知识库</vt:lpstr>
      <vt:lpstr>AI变革: 智能质量知识库_Demo</vt:lpstr>
      <vt:lpstr>AI变革: 智能质量解决方案推荐</vt:lpstr>
      <vt:lpstr>质量智能体_基于知识库的质量解决方案_One Page结构化管理</vt:lpstr>
      <vt:lpstr>质量智能体_基于知识库的质量解决方案_One Page应用</vt:lpstr>
      <vt:lpstr>质量智能体_基于知识库的质量解决方案_One Page数据说明</vt:lpstr>
      <vt:lpstr>质量智能体_基于知识库的质量解决方案_Workstream Solution数据来源</vt:lpstr>
      <vt:lpstr>AI变革: 智能质量解决方案_Demo</vt:lpstr>
      <vt:lpstr>质量智能体_基于知识库的质量解决方案_Design quality workbook</vt:lpstr>
      <vt:lpstr>质量智能体_基于知识库的质量解决方案_QP文件比对(多个文件)</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 David</dc:creator>
  <cp:lastModifiedBy>Zhang, Bing</cp:lastModifiedBy>
  <cp:revision>2</cp:revision>
  <dcterms:created xsi:type="dcterms:W3CDTF">2025-05-22T08:38:25Z</dcterms:created>
  <dcterms:modified xsi:type="dcterms:W3CDTF">2025-05-26T07:31:16Z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0x0101007D092563E1F33C438D1F9533BE3ED372</vt:lpwstr>
  </property>
  <property fmtid="{D5CDD505-2E9C-101B-9397-08002B2CF9AE}" pid="3" name="MediaServiceImageTags">
    <vt:lpwstr/>
  </property>
</Properties>
</file>